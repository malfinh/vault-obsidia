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64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581024"/>
            <a:ext cx="2745104" cy="630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39315"/>
            <a:ext cx="10656570" cy="3450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3600" y="2667000"/>
            <a:ext cx="670560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6400" spc="-25" dirty="0">
                <a:latin typeface="Calibri Light"/>
                <a:cs typeface="Calibri Light"/>
              </a:rPr>
              <a:t>Cookies and Session</a:t>
            </a:r>
            <a:endParaRPr sz="6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69742" y="5867400"/>
            <a:ext cx="185610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err="1">
                <a:solidFill>
                  <a:srgbClr val="000000"/>
                </a:solidFill>
              </a:rPr>
              <a:t>Afrizal</a:t>
            </a:r>
            <a:r>
              <a:rPr sz="2400" spc="-50" dirty="0">
                <a:solidFill>
                  <a:srgbClr val="000000"/>
                </a:solidFill>
              </a:rPr>
              <a:t> </a:t>
            </a:r>
            <a:r>
              <a:rPr sz="2400" spc="-10" dirty="0" err="1">
                <a:solidFill>
                  <a:srgbClr val="000000"/>
                </a:solidFill>
              </a:rPr>
              <a:t>Doewes</a:t>
            </a:r>
            <a:br>
              <a:rPr lang="en-US" sz="2400" spc="-10" dirty="0">
                <a:solidFill>
                  <a:srgbClr val="000000"/>
                </a:solidFill>
              </a:rPr>
            </a:br>
            <a:r>
              <a:rPr lang="en-US" sz="2400" spc="-10" dirty="0">
                <a:solidFill>
                  <a:srgbClr val="000000"/>
                </a:solidFill>
              </a:rPr>
              <a:t>Arif </a:t>
            </a:r>
            <a:r>
              <a:rPr lang="en-US" sz="2400" spc="-10" dirty="0" err="1">
                <a:solidFill>
                  <a:srgbClr val="000000"/>
                </a:solidFill>
              </a:rPr>
              <a:t>Rohmadi</a:t>
            </a:r>
            <a:endParaRPr sz="24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1887200" y="0"/>
            <a:ext cx="304800" cy="6858000"/>
            <a:chOff x="11887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11887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6857996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6857996"/>
                  </a:lnTo>
                  <a:lnTo>
                    <a:pt x="304800" y="6857996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70079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20" h="6858000">
                  <a:moveTo>
                    <a:pt x="0" y="6857996"/>
                  </a:moveTo>
                  <a:lnTo>
                    <a:pt x="45720" y="6857996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0" y="68579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Cookies</a:t>
            </a:r>
            <a:endParaRPr spc="15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906904"/>
            <a:ext cx="10366375" cy="159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750">
              <a:lnSpc>
                <a:spcPct val="2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  <a:tab pos="241935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cookie is often used to identify a user. </a:t>
            </a:r>
          </a:p>
          <a:p>
            <a:pPr marL="297815" indent="-285750">
              <a:lnSpc>
                <a:spcPct val="2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  <a:tab pos="241935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cookie is a small file that the server embeds on the user's computer. Each time the same computer requests a page with a browser, it will send the cookie too.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B2EF51-3C23-95FF-3849-16F0AF47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89D4B9-670B-E8C9-15A7-B35D83C718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34849"/>
            <a:ext cx="4874261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Create/Retrieve a Cookie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8AD3969-764E-E5E9-1DFA-4437BC2C84ED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2A8EA-F371-EA12-99A7-D4594CCD1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838200"/>
            <a:ext cx="8453547" cy="578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2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B4438C-810A-6D1B-786E-B8D843B3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B3A255-69EF-B77A-3847-29BE2B211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4874261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Modify a Cookie Value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40533A1-D0DE-AE7B-989E-703123DADD6E}"/>
              </a:ext>
            </a:extLst>
          </p:cNvPr>
          <p:cNvSpPr txBox="1"/>
          <p:nvPr/>
        </p:nvSpPr>
        <p:spPr>
          <a:xfrm>
            <a:off x="916939" y="1906904"/>
            <a:ext cx="10366375" cy="4892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200000"/>
              </a:lnSpc>
              <a:spcBef>
                <a:spcPts val="100"/>
              </a:spcBef>
              <a:tabLst>
                <a:tab pos="241300" algn="l"/>
                <a:tab pos="241935" algn="l"/>
              </a:tabLst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To modify cookie just set again using the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setcookie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()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 function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207CF66-252C-7572-9025-DDF9914A12F3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325ED6-E9DC-2A67-B535-41C3D2C69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57" y="2590800"/>
            <a:ext cx="9380851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8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C17B79-7B03-5683-E2B8-822B630D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0BC57F-5102-37DD-4B07-A7FF2EBDF1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4874261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Delete a Cookie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E6ADFD-1CEC-0BE1-6DE3-39A979F9FDD4}"/>
              </a:ext>
            </a:extLst>
          </p:cNvPr>
          <p:cNvSpPr txBox="1"/>
          <p:nvPr/>
        </p:nvSpPr>
        <p:spPr>
          <a:xfrm>
            <a:off x="916939" y="1906904"/>
            <a:ext cx="10366375" cy="4892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200000"/>
              </a:lnSpc>
              <a:spcBef>
                <a:spcPts val="100"/>
              </a:spcBef>
              <a:tabLst>
                <a:tab pos="241300" algn="l"/>
                <a:tab pos="241935" algn="l"/>
              </a:tabLs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To delete a cookie, use the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setcookie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()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 function with an expiration date in the past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56CD6BB-BD21-F4C5-17A5-DA8C7B136E4F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F3E07-9BD2-0BC1-6568-95EB19757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2743200"/>
            <a:ext cx="5029199" cy="346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9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A1CF20-4DC7-3A6B-082A-08478FD5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38F853-211E-20B5-8328-86E1F3E1D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4874261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Check Cookies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5E16DD-E585-0641-74D8-7B2CEC1F3B31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57233-942D-4623-7225-3E3467FB4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6904"/>
            <a:ext cx="4056032" cy="205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4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4B3B-DD6F-C1FA-52EC-DE13A09F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581024"/>
            <a:ext cx="2745104" cy="430887"/>
          </a:xfrm>
        </p:spPr>
        <p:txBody>
          <a:bodyPr/>
          <a:lstStyle/>
          <a:p>
            <a:r>
              <a:rPr lang="en-US" dirty="0"/>
              <a:t>Sessions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966C-7021-6D96-8034-D19D56390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639315"/>
            <a:ext cx="10656570" cy="4139595"/>
          </a:xfrm>
        </p:spPr>
        <p:txBody>
          <a:bodyPr/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session is a way to store information (in variables) to be used across multiple pages. Unlike a cookie, the information is not stored on the users computer, but on the server-side.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Session variables hold information about one single user, and are available to all pages in one application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How do PHP Sessions work?</a:t>
            </a:r>
          </a:p>
          <a:p>
            <a:pPr marL="569913" indent="-285750" algn="just">
              <a:spcAft>
                <a:spcPts val="600"/>
              </a:spcAft>
              <a:buFontTx/>
              <a:buChar char="-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Session Start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When a user accesses a PHP page, the session gets started with the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session_start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()</a:t>
            </a:r>
          </a:p>
          <a:p>
            <a:pPr marL="569913" indent="-285750" algn="just">
              <a:spcAft>
                <a:spcPts val="600"/>
              </a:spcAft>
              <a:buFontTx/>
              <a:buChar char="-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Session Variables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Data that needs to be carried across different pages is stored in the $_SESSION array</a:t>
            </a:r>
          </a:p>
          <a:p>
            <a:pPr marL="569913" indent="-285750" algn="just">
              <a:spcAft>
                <a:spcPts val="600"/>
              </a:spcAft>
              <a:buFontTx/>
              <a:buChar char="-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Session ID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PHP assigns a unique session ID to every user.</a:t>
            </a:r>
          </a:p>
          <a:p>
            <a:pPr marL="569913" indent="-285750" algn="just">
              <a:spcAft>
                <a:spcPts val="600"/>
              </a:spcAft>
              <a:buFontTx/>
              <a:buChar char="-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Session Data Storage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The session data is stored on the server, not the client side</a:t>
            </a:r>
          </a:p>
          <a:p>
            <a:pPr marL="569913" indent="-285750" algn="just">
              <a:spcAft>
                <a:spcPts val="600"/>
              </a:spcAft>
              <a:buFontTx/>
              <a:buChar char="-"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Session Termination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Sessions can be terminated by calling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session_destroy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73553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DD4A4-1B97-72D1-BEA6-D9507B66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3E0D4D-5C57-EAB8-23B8-0CB86C6BD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3731261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Starting a Session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6BB0174-E106-196E-BD7B-FBDC748A10BF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13FF3-7B24-7E58-4E2A-24A22001B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763928"/>
            <a:ext cx="5290551" cy="105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3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CBF665-5515-1A64-E570-A5C154EB4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524B13-B72D-F9BF-3078-30E963EA7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4493262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Storing data in Sessions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F5A121C-A229-64B6-FADE-9326BEDA7062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DDCBA8-AF06-770D-2B49-39534726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6572978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4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ED3C3C-8C29-AED7-182E-71F01AFF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946E48-FAA4-21A8-E63D-D25D8322F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4493262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Retrieving Sessions Data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4E65710-342F-42DB-A950-30C17DD20895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95D8F7-0346-1450-2FE7-59F9ABC1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5"/>
          <a:stretch/>
        </p:blipFill>
        <p:spPr>
          <a:xfrm>
            <a:off x="800098" y="1752600"/>
            <a:ext cx="5331462" cy="154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2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5A2F1E-A6D0-F712-877E-2DE8D356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FF6B0D-944E-2BD7-A773-C08C6B96D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6017262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55" dirty="0"/>
              <a:t>Checking if Session Variables Exist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3C8BEFF-AD5E-2E1B-27CE-95C308390459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B7053-9C5F-D578-9BA3-50650E80B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38" y="1752600"/>
            <a:ext cx="5321111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50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12460D-09B4-18E7-081E-5DC964EB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34EC732-1555-1C5D-CAF0-23130C7F3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6017262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d-ID" spc="155" dirty="0" err="1"/>
              <a:t>Destroying</a:t>
            </a:r>
            <a:r>
              <a:rPr lang="id-ID" spc="155" dirty="0"/>
              <a:t> </a:t>
            </a:r>
            <a:r>
              <a:rPr lang="id-ID" spc="155" dirty="0" err="1"/>
              <a:t>Sessions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8B52035-A47F-98A0-4AE2-4B9623065FC2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48D60-36CD-2384-FF9F-D4057A9AE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37" y="1752600"/>
            <a:ext cx="7366003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27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066D-40C8-6D37-6F3F-F87BA061F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8" y="581024"/>
            <a:ext cx="8227061" cy="561976"/>
          </a:xfrm>
        </p:spPr>
        <p:txBody>
          <a:bodyPr/>
          <a:lstStyle/>
          <a:p>
            <a:r>
              <a:rPr lang="en-US" dirty="0"/>
              <a:t>The Difference Between Cookies and Sessions</a:t>
            </a: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A8553-F825-6419-BFA2-E5007045B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38" y="1371600"/>
            <a:ext cx="843080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2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</TotalTime>
  <Words>264</Words>
  <Application>Microsoft Office PowerPoint</Application>
  <PresentationFormat>Widescreen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Verdana</vt:lpstr>
      <vt:lpstr>Office Theme</vt:lpstr>
      <vt:lpstr>Afrizal Doewes Arif Rohmadi</vt:lpstr>
      <vt:lpstr>Cookies</vt:lpstr>
      <vt:lpstr>Create/Retrieve a Cookie</vt:lpstr>
      <vt:lpstr>Modify a Cookie Value</vt:lpstr>
      <vt:lpstr>Delete a Cookie</vt:lpstr>
      <vt:lpstr>Check Cookies</vt:lpstr>
      <vt:lpstr>Sessions</vt:lpstr>
      <vt:lpstr>Starting a Session</vt:lpstr>
      <vt:lpstr>Storing data in Sessions</vt:lpstr>
      <vt:lpstr>Retrieving Sessions Data</vt:lpstr>
      <vt:lpstr>Checking if Session Variables Exist</vt:lpstr>
      <vt:lpstr>Destroying Sessions</vt:lpstr>
      <vt:lpstr>The Difference Between Cookies and Sessions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Text Mining</dc:title>
  <dc:creator>HP Victus</dc:creator>
  <cp:lastModifiedBy>Arif Rohmadi</cp:lastModifiedBy>
  <cp:revision>163</cp:revision>
  <dcterms:created xsi:type="dcterms:W3CDTF">2025-04-29T08:32:25Z</dcterms:created>
  <dcterms:modified xsi:type="dcterms:W3CDTF">2025-05-20T07:35:03Z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2025-04-29T00:00:00Z</vt:filetime>
  </property>
  <property fmtid="{D5CDD505-2E9C-101B-9397-08002B2CF9AE}" pid="5" name="Producer">
    <vt:lpwstr>Microsoft® PowerPoint® 2021</vt:lpwstr>
  </property>
</Properties>
</file>