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87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0" i="0">
                <a:solidFill>
                  <a:srgbClr val="161616"/>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rgbClr val="161616"/>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61616"/>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rgbClr val="161616"/>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61616"/>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61616"/>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581024"/>
            <a:ext cx="2745104" cy="630428"/>
          </a:xfrm>
          <a:prstGeom prst="rect">
            <a:avLst/>
          </a:prstGeom>
        </p:spPr>
        <p:txBody>
          <a:bodyPr wrap="square" lIns="0" tIns="0" rIns="0" bIns="0">
            <a:spAutoFit/>
          </a:bodyPr>
          <a:lstStyle>
            <a:lvl1pPr>
              <a:defRPr sz="2800" b="0" i="0">
                <a:solidFill>
                  <a:srgbClr val="161616"/>
                </a:solidFill>
                <a:latin typeface="Calibri"/>
                <a:cs typeface="Calibri"/>
              </a:defRPr>
            </a:lvl1pPr>
          </a:lstStyle>
          <a:p>
            <a:endParaRPr/>
          </a:p>
        </p:txBody>
      </p:sp>
      <p:sp>
        <p:nvSpPr>
          <p:cNvPr id="3" name="Holder 3"/>
          <p:cNvSpPr>
            <a:spLocks noGrp="1"/>
          </p:cNvSpPr>
          <p:nvPr>
            <p:ph type="body" idx="1"/>
          </p:nvPr>
        </p:nvSpPr>
        <p:spPr>
          <a:xfrm>
            <a:off x="916939" y="1639315"/>
            <a:ext cx="10656570" cy="3450590"/>
          </a:xfrm>
          <a:prstGeom prst="rect">
            <a:avLst/>
          </a:prstGeom>
        </p:spPr>
        <p:txBody>
          <a:bodyPr wrap="square" lIns="0" tIns="0" rIns="0" bIns="0">
            <a:spAutoFit/>
          </a:bodyPr>
          <a:lstStyle>
            <a:lvl1pPr>
              <a:defRPr sz="1800" b="0" i="0">
                <a:solidFill>
                  <a:srgbClr val="161616"/>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8988" y="2667000"/>
            <a:ext cx="1497012" cy="997068"/>
          </a:xfrm>
          <a:prstGeom prst="rect">
            <a:avLst/>
          </a:prstGeom>
        </p:spPr>
        <p:txBody>
          <a:bodyPr vert="horz" wrap="square" lIns="0" tIns="12065" rIns="0" bIns="0" rtlCol="0">
            <a:spAutoFit/>
          </a:bodyPr>
          <a:lstStyle/>
          <a:p>
            <a:pPr marL="12700">
              <a:lnSpc>
                <a:spcPct val="100000"/>
              </a:lnSpc>
              <a:spcBef>
                <a:spcPts val="95"/>
              </a:spcBef>
            </a:pPr>
            <a:r>
              <a:rPr lang="en-US" sz="6400" b="0" spc="-25" dirty="0">
                <a:latin typeface="Calibri Light"/>
                <a:cs typeface="Calibri Light"/>
              </a:rPr>
              <a:t>SQL</a:t>
            </a:r>
            <a:endParaRPr sz="6400" dirty="0">
              <a:latin typeface="Calibri Light"/>
              <a:cs typeface="Calibri Light"/>
            </a:endParaRPr>
          </a:p>
        </p:txBody>
      </p:sp>
      <p:sp>
        <p:nvSpPr>
          <p:cNvPr id="3" name="object 3"/>
          <p:cNvSpPr txBox="1">
            <a:spLocks noGrp="1"/>
          </p:cNvSpPr>
          <p:nvPr>
            <p:ph type="title"/>
          </p:nvPr>
        </p:nvSpPr>
        <p:spPr>
          <a:xfrm>
            <a:off x="9369742" y="5867400"/>
            <a:ext cx="1856105" cy="751488"/>
          </a:xfrm>
          <a:prstGeom prst="rect">
            <a:avLst/>
          </a:prstGeom>
        </p:spPr>
        <p:txBody>
          <a:bodyPr vert="horz" wrap="square" lIns="0" tIns="12700" rIns="0" bIns="0" rtlCol="0">
            <a:spAutoFit/>
          </a:bodyPr>
          <a:lstStyle/>
          <a:p>
            <a:pPr marL="12700">
              <a:lnSpc>
                <a:spcPct val="100000"/>
              </a:lnSpc>
              <a:spcBef>
                <a:spcPts val="100"/>
              </a:spcBef>
            </a:pPr>
            <a:r>
              <a:rPr sz="2400" dirty="0" err="1">
                <a:solidFill>
                  <a:srgbClr val="000000"/>
                </a:solidFill>
              </a:rPr>
              <a:t>Afrizal</a:t>
            </a:r>
            <a:r>
              <a:rPr sz="2400" spc="-50" dirty="0">
                <a:solidFill>
                  <a:srgbClr val="000000"/>
                </a:solidFill>
              </a:rPr>
              <a:t> </a:t>
            </a:r>
            <a:r>
              <a:rPr sz="2400" spc="-10" dirty="0" err="1">
                <a:solidFill>
                  <a:srgbClr val="000000"/>
                </a:solidFill>
              </a:rPr>
              <a:t>Doewes</a:t>
            </a:r>
            <a:br>
              <a:rPr lang="en-US" sz="2400" spc="-10" dirty="0">
                <a:solidFill>
                  <a:srgbClr val="000000"/>
                </a:solidFill>
              </a:rPr>
            </a:br>
            <a:r>
              <a:rPr lang="en-US" sz="2400" spc="-10" dirty="0">
                <a:solidFill>
                  <a:srgbClr val="000000"/>
                </a:solidFill>
              </a:rPr>
              <a:t>Arif </a:t>
            </a:r>
            <a:r>
              <a:rPr lang="en-US" sz="2400" spc="-10" dirty="0" err="1">
                <a:solidFill>
                  <a:srgbClr val="000000"/>
                </a:solidFill>
              </a:rPr>
              <a:t>Rohmadi</a:t>
            </a:r>
            <a:endParaRPr sz="2400" dirty="0"/>
          </a:p>
        </p:txBody>
      </p:sp>
      <p:grpSp>
        <p:nvGrpSpPr>
          <p:cNvPr id="4" name="object 4"/>
          <p:cNvGrpSpPr/>
          <p:nvPr/>
        </p:nvGrpSpPr>
        <p:grpSpPr>
          <a:xfrm>
            <a:off x="11887200" y="0"/>
            <a:ext cx="304800" cy="6858000"/>
            <a:chOff x="11887200" y="0"/>
            <a:chExt cx="304800" cy="6858000"/>
          </a:xfrm>
        </p:grpSpPr>
        <p:sp>
          <p:nvSpPr>
            <p:cNvPr id="5" name="object 5"/>
            <p:cNvSpPr/>
            <p:nvPr/>
          </p:nvSpPr>
          <p:spPr>
            <a:xfrm>
              <a:off x="11887200" y="0"/>
              <a:ext cx="304800" cy="6858000"/>
            </a:xfrm>
            <a:custGeom>
              <a:avLst/>
              <a:gdLst/>
              <a:ahLst/>
              <a:cxnLst/>
              <a:rect l="l" t="t" r="r" b="b"/>
              <a:pathLst>
                <a:path w="304800" h="6858000">
                  <a:moveTo>
                    <a:pt x="304800" y="6857996"/>
                  </a:moveTo>
                  <a:lnTo>
                    <a:pt x="304800" y="0"/>
                  </a:lnTo>
                  <a:lnTo>
                    <a:pt x="0" y="0"/>
                  </a:lnTo>
                  <a:lnTo>
                    <a:pt x="0" y="6857996"/>
                  </a:lnTo>
                  <a:lnTo>
                    <a:pt x="304800" y="6857996"/>
                  </a:lnTo>
                  <a:close/>
                </a:path>
              </a:pathLst>
            </a:custGeom>
            <a:solidFill>
              <a:srgbClr val="1F3863"/>
            </a:solidFill>
          </p:spPr>
          <p:txBody>
            <a:bodyPr wrap="square" lIns="0" tIns="0" rIns="0" bIns="0" rtlCol="0"/>
            <a:lstStyle/>
            <a:p>
              <a:endParaRPr/>
            </a:p>
          </p:txBody>
        </p:sp>
        <p:sp>
          <p:nvSpPr>
            <p:cNvPr id="6" name="object 6"/>
            <p:cNvSpPr/>
            <p:nvPr/>
          </p:nvSpPr>
          <p:spPr>
            <a:xfrm>
              <a:off x="12070079" y="0"/>
              <a:ext cx="45720" cy="6858000"/>
            </a:xfrm>
            <a:custGeom>
              <a:avLst/>
              <a:gdLst/>
              <a:ahLst/>
              <a:cxnLst/>
              <a:rect l="l" t="t" r="r" b="b"/>
              <a:pathLst>
                <a:path w="45720" h="6858000">
                  <a:moveTo>
                    <a:pt x="0" y="6857996"/>
                  </a:moveTo>
                  <a:lnTo>
                    <a:pt x="45720" y="6857996"/>
                  </a:lnTo>
                  <a:lnTo>
                    <a:pt x="45720" y="0"/>
                  </a:lnTo>
                  <a:lnTo>
                    <a:pt x="0" y="0"/>
                  </a:lnTo>
                  <a:lnTo>
                    <a:pt x="0" y="6857996"/>
                  </a:lnTo>
                  <a:close/>
                </a:path>
              </a:pathLst>
            </a:custGeom>
            <a:solidFill>
              <a:srgbClr val="FFFFFF"/>
            </a:solidFill>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0373" rIns="0" bIns="0" rtlCol="0">
            <a:spAutoFit/>
          </a:bodyPr>
          <a:lstStyle/>
          <a:p>
            <a:pPr marL="12700">
              <a:lnSpc>
                <a:spcPct val="100000"/>
              </a:lnSpc>
              <a:spcBef>
                <a:spcPts val="95"/>
              </a:spcBef>
            </a:pPr>
            <a:r>
              <a:rPr lang="id-ID" spc="155" dirty="0" err="1"/>
              <a:t>What</a:t>
            </a:r>
            <a:r>
              <a:rPr lang="id-ID" spc="155" dirty="0"/>
              <a:t> </a:t>
            </a:r>
            <a:r>
              <a:rPr lang="id-ID" spc="155" dirty="0" err="1"/>
              <a:t>is</a:t>
            </a:r>
            <a:r>
              <a:rPr lang="id-ID" spc="155" dirty="0"/>
              <a:t> SQL?</a:t>
            </a:r>
            <a:endParaRPr spc="155" dirty="0"/>
          </a:p>
        </p:txBody>
      </p:sp>
      <p:sp>
        <p:nvSpPr>
          <p:cNvPr id="3" name="object 3"/>
          <p:cNvSpPr txBox="1"/>
          <p:nvPr/>
        </p:nvSpPr>
        <p:spPr>
          <a:xfrm>
            <a:off x="916939" y="1906904"/>
            <a:ext cx="10366375" cy="2176878"/>
          </a:xfrm>
          <a:prstGeom prst="rect">
            <a:avLst/>
          </a:prstGeom>
        </p:spPr>
        <p:txBody>
          <a:bodyPr vert="horz" wrap="square" lIns="0" tIns="12700" rIns="0" bIns="0" rtlCol="0">
            <a:spAutoFit/>
          </a:bodyPr>
          <a:lstStyle/>
          <a:p>
            <a:pPr marL="297815" indent="-285750">
              <a:lnSpc>
                <a:spcPct val="200000"/>
              </a:lnSpc>
              <a:spcBef>
                <a:spcPts val="100"/>
              </a:spcBef>
              <a:buFont typeface="Arial" panose="020B0604020202020204" pitchFamily="34" charset="0"/>
              <a:buChar char="•"/>
              <a:tabLst>
                <a:tab pos="241300" algn="l"/>
                <a:tab pos="241935" algn="l"/>
              </a:tabLst>
            </a:pPr>
            <a:r>
              <a:rPr lang="en-US" sz="1800" dirty="0">
                <a:latin typeface="Calibri"/>
                <a:cs typeface="Calibri"/>
              </a:rPr>
              <a:t>SQL stands for Structured Query Language</a:t>
            </a:r>
          </a:p>
          <a:p>
            <a:pPr marL="297815" indent="-285750">
              <a:lnSpc>
                <a:spcPct val="200000"/>
              </a:lnSpc>
              <a:spcBef>
                <a:spcPts val="100"/>
              </a:spcBef>
              <a:buFont typeface="Arial" panose="020B0604020202020204" pitchFamily="34" charset="0"/>
              <a:buChar char="•"/>
              <a:tabLst>
                <a:tab pos="241300" algn="l"/>
                <a:tab pos="241935" algn="l"/>
              </a:tabLst>
            </a:pPr>
            <a:r>
              <a:rPr lang="en-US" sz="1800" dirty="0">
                <a:latin typeface="Calibri"/>
                <a:cs typeface="Calibri"/>
              </a:rPr>
              <a:t>SQL lets you access and manipulate databases</a:t>
            </a:r>
          </a:p>
          <a:p>
            <a:pPr marL="297815" indent="-285750">
              <a:lnSpc>
                <a:spcPct val="200000"/>
              </a:lnSpc>
              <a:spcBef>
                <a:spcPts val="100"/>
              </a:spcBef>
              <a:buFont typeface="Arial" panose="020B0604020202020204" pitchFamily="34" charset="0"/>
              <a:buChar char="•"/>
              <a:tabLst>
                <a:tab pos="241300" algn="l"/>
                <a:tab pos="241935" algn="l"/>
              </a:tabLst>
            </a:pPr>
            <a:r>
              <a:rPr lang="en-US" sz="1800" dirty="0">
                <a:latin typeface="Calibri"/>
                <a:cs typeface="Calibri"/>
              </a:rPr>
              <a:t>SQL became a standard of the American National Standards Institute (ANSI) in 1986, and of the International Organization for Standardization (ISO) in 1987</a:t>
            </a:r>
          </a:p>
        </p:txBody>
      </p:sp>
      <p:sp>
        <p:nvSpPr>
          <p:cNvPr id="4" name="object 4"/>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581024"/>
            <a:ext cx="3274061" cy="443070"/>
          </a:xfrm>
          <a:prstGeom prst="rect">
            <a:avLst/>
          </a:prstGeom>
        </p:spPr>
        <p:txBody>
          <a:bodyPr vert="horz" wrap="square" lIns="0" tIns="12065" rIns="0" bIns="0" rtlCol="0">
            <a:spAutoFit/>
          </a:bodyPr>
          <a:lstStyle/>
          <a:p>
            <a:pPr marL="12700">
              <a:lnSpc>
                <a:spcPct val="100000"/>
              </a:lnSpc>
              <a:spcBef>
                <a:spcPts val="95"/>
              </a:spcBef>
            </a:pPr>
            <a:r>
              <a:rPr lang="id-ID" spc="155" dirty="0" err="1"/>
              <a:t>What</a:t>
            </a:r>
            <a:r>
              <a:rPr lang="id-ID" spc="155" dirty="0"/>
              <a:t> Can SQL </a:t>
            </a:r>
            <a:r>
              <a:rPr lang="id-ID" spc="155" dirty="0" err="1"/>
              <a:t>do</a:t>
            </a:r>
            <a:r>
              <a:rPr lang="id-ID" spc="155" dirty="0"/>
              <a:t>?</a:t>
            </a:r>
            <a:endParaRPr spc="155" dirty="0"/>
          </a:p>
        </p:txBody>
      </p:sp>
      <p:sp>
        <p:nvSpPr>
          <p:cNvPr id="3" name="object 3"/>
          <p:cNvSpPr txBox="1">
            <a:spLocks noGrp="1"/>
          </p:cNvSpPr>
          <p:nvPr>
            <p:ph type="body" idx="1"/>
          </p:nvPr>
        </p:nvSpPr>
        <p:spPr>
          <a:xfrm>
            <a:off x="916939" y="1639315"/>
            <a:ext cx="10656570" cy="4240263"/>
          </a:xfrm>
          <a:prstGeom prst="rect">
            <a:avLst/>
          </a:prstGeom>
        </p:spPr>
        <p:txBody>
          <a:bodyPr vert="horz" wrap="square" lIns="0" tIns="12700" rIns="0" bIns="0" rtlCol="0">
            <a:spAutoFit/>
          </a:bodyPr>
          <a:lstStyle/>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execute queries against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retrieve data from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insert records in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update records in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delete records from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create new databases</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create new tables in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create stored procedures in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create views in a database</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can set permissions on tables, procedures, and views</a:t>
            </a:r>
          </a:p>
        </p:txBody>
      </p:sp>
      <p:sp>
        <p:nvSpPr>
          <p:cNvPr id="4" name="object 4"/>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9D3EC1-C070-F97B-5A07-2ED4EEBF1E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526F66C-E295-136E-7414-BCC311D54A61}"/>
              </a:ext>
            </a:extLst>
          </p:cNvPr>
          <p:cNvSpPr txBox="1">
            <a:spLocks noGrp="1"/>
          </p:cNvSpPr>
          <p:nvPr>
            <p:ph type="title"/>
          </p:nvPr>
        </p:nvSpPr>
        <p:spPr>
          <a:xfrm>
            <a:off x="916938" y="581024"/>
            <a:ext cx="3274061" cy="443070"/>
          </a:xfrm>
          <a:prstGeom prst="rect">
            <a:avLst/>
          </a:prstGeom>
        </p:spPr>
        <p:txBody>
          <a:bodyPr vert="horz" wrap="square" lIns="0" tIns="12065" rIns="0" bIns="0" rtlCol="0">
            <a:spAutoFit/>
          </a:bodyPr>
          <a:lstStyle/>
          <a:p>
            <a:pPr marL="12700">
              <a:lnSpc>
                <a:spcPct val="100000"/>
              </a:lnSpc>
              <a:spcBef>
                <a:spcPts val="95"/>
              </a:spcBef>
            </a:pPr>
            <a:r>
              <a:rPr lang="en-US" spc="155" dirty="0"/>
              <a:t>SQL Commands</a:t>
            </a:r>
            <a:endParaRPr spc="155" dirty="0"/>
          </a:p>
        </p:txBody>
      </p:sp>
      <p:sp>
        <p:nvSpPr>
          <p:cNvPr id="3" name="object 3">
            <a:extLst>
              <a:ext uri="{FF2B5EF4-FFF2-40B4-BE49-F238E27FC236}">
                <a16:creationId xmlns:a16="http://schemas.microsoft.com/office/drawing/2014/main" id="{38AFC639-3A07-B328-831D-07498D6173F9}"/>
              </a:ext>
            </a:extLst>
          </p:cNvPr>
          <p:cNvSpPr txBox="1">
            <a:spLocks noGrp="1"/>
          </p:cNvSpPr>
          <p:nvPr>
            <p:ph type="body" idx="1"/>
          </p:nvPr>
        </p:nvSpPr>
        <p:spPr>
          <a:xfrm>
            <a:off x="916939" y="1639315"/>
            <a:ext cx="10656570" cy="2189702"/>
          </a:xfrm>
          <a:prstGeom prst="rect">
            <a:avLst/>
          </a:prstGeom>
        </p:spPr>
        <p:txBody>
          <a:bodyPr vert="horz" wrap="square" lIns="0" tIns="12700" rIns="0" bIns="0" rtlCol="0">
            <a:spAutoFit/>
          </a:bodyPr>
          <a:lstStyle/>
          <a:p>
            <a:pPr marL="297815" indent="-285750">
              <a:lnSpc>
                <a:spcPct val="200000"/>
              </a:lnSpc>
              <a:spcBef>
                <a:spcPts val="100"/>
              </a:spcBef>
              <a:buFont typeface="Arial" panose="020B0604020202020204" pitchFamily="34" charset="0"/>
              <a:buChar char="•"/>
              <a:tabLst>
                <a:tab pos="241300" algn="l"/>
                <a:tab pos="241935" algn="l"/>
              </a:tabLst>
            </a:pPr>
            <a:r>
              <a:rPr lang="en-US" spc="145" dirty="0"/>
              <a:t>DDL - Data Definition Language</a:t>
            </a:r>
          </a:p>
          <a:p>
            <a:pPr marL="297815" indent="-285750">
              <a:lnSpc>
                <a:spcPct val="200000"/>
              </a:lnSpc>
              <a:spcBef>
                <a:spcPts val="100"/>
              </a:spcBef>
              <a:buFont typeface="Arial" panose="020B0604020202020204" pitchFamily="34" charset="0"/>
              <a:buChar char="•"/>
              <a:tabLst>
                <a:tab pos="241300" algn="l"/>
                <a:tab pos="241935" algn="l"/>
              </a:tabLst>
            </a:pPr>
            <a:r>
              <a:rPr lang="en-US" spc="145" dirty="0"/>
              <a:t>DML - Data Manipulation Language</a:t>
            </a:r>
          </a:p>
          <a:p>
            <a:pPr marL="297815" indent="-285750">
              <a:lnSpc>
                <a:spcPct val="200000"/>
              </a:lnSpc>
              <a:spcBef>
                <a:spcPts val="100"/>
              </a:spcBef>
              <a:buFont typeface="Arial" panose="020B0604020202020204" pitchFamily="34" charset="0"/>
              <a:buChar char="•"/>
              <a:tabLst>
                <a:tab pos="241300" algn="l"/>
                <a:tab pos="241935" algn="l"/>
              </a:tabLst>
            </a:pPr>
            <a:r>
              <a:rPr lang="en-US" spc="145" dirty="0"/>
              <a:t>DCL - Data Control Language</a:t>
            </a:r>
          </a:p>
          <a:p>
            <a:pPr marL="297815" indent="-285750">
              <a:lnSpc>
                <a:spcPct val="200000"/>
              </a:lnSpc>
              <a:spcBef>
                <a:spcPts val="100"/>
              </a:spcBef>
              <a:buFont typeface="Arial" panose="020B0604020202020204" pitchFamily="34" charset="0"/>
              <a:buChar char="•"/>
              <a:tabLst>
                <a:tab pos="241300" algn="l"/>
                <a:tab pos="241935" algn="l"/>
              </a:tabLst>
            </a:pPr>
            <a:r>
              <a:rPr lang="en-US" spc="145" dirty="0"/>
              <a:t>DQL - Data Query Language</a:t>
            </a:r>
          </a:p>
        </p:txBody>
      </p:sp>
      <p:sp>
        <p:nvSpPr>
          <p:cNvPr id="4" name="object 4">
            <a:extLst>
              <a:ext uri="{FF2B5EF4-FFF2-40B4-BE49-F238E27FC236}">
                <a16:creationId xmlns:a16="http://schemas.microsoft.com/office/drawing/2014/main" id="{80DC096E-2643-4F4F-DCD7-94D929F95EB9}"/>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4242217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B976BD7-A779-83AB-7142-BA567050E2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6989EB-0D71-7631-0F51-7F12FECAF12D}"/>
              </a:ext>
            </a:extLst>
          </p:cNvPr>
          <p:cNvSpPr txBox="1">
            <a:spLocks noGrp="1"/>
          </p:cNvSpPr>
          <p:nvPr>
            <p:ph type="title"/>
          </p:nvPr>
        </p:nvSpPr>
        <p:spPr>
          <a:xfrm>
            <a:off x="916938" y="581024"/>
            <a:ext cx="3274061" cy="443070"/>
          </a:xfrm>
          <a:prstGeom prst="rect">
            <a:avLst/>
          </a:prstGeom>
        </p:spPr>
        <p:txBody>
          <a:bodyPr vert="horz" wrap="square" lIns="0" tIns="12065" rIns="0" bIns="0" rtlCol="0">
            <a:spAutoFit/>
          </a:bodyPr>
          <a:lstStyle/>
          <a:p>
            <a:pPr marL="12700">
              <a:lnSpc>
                <a:spcPct val="100000"/>
              </a:lnSpc>
              <a:spcBef>
                <a:spcPts val="95"/>
              </a:spcBef>
            </a:pPr>
            <a:r>
              <a:rPr lang="en-US" spc="155" dirty="0"/>
              <a:t>DDL</a:t>
            </a:r>
            <a:endParaRPr spc="155" dirty="0"/>
          </a:p>
        </p:txBody>
      </p:sp>
      <p:sp>
        <p:nvSpPr>
          <p:cNvPr id="3" name="object 3">
            <a:extLst>
              <a:ext uri="{FF2B5EF4-FFF2-40B4-BE49-F238E27FC236}">
                <a16:creationId xmlns:a16="http://schemas.microsoft.com/office/drawing/2014/main" id="{D55D2199-2D0A-33B3-5473-A9FD93E4568B}"/>
              </a:ext>
            </a:extLst>
          </p:cNvPr>
          <p:cNvSpPr txBox="1">
            <a:spLocks noGrp="1"/>
          </p:cNvSpPr>
          <p:nvPr>
            <p:ph type="body" idx="1"/>
          </p:nvPr>
        </p:nvSpPr>
        <p:spPr>
          <a:xfrm>
            <a:off x="916938" y="1508918"/>
            <a:ext cx="10656570" cy="1597232"/>
          </a:xfrm>
          <a:prstGeom prst="rect">
            <a:avLst/>
          </a:prstGeom>
        </p:spPr>
        <p:txBody>
          <a:bodyPr vert="horz" wrap="square" lIns="0" tIns="12700" rIns="0" bIns="0" rtlCol="0">
            <a:spAutoFit/>
          </a:bodyPr>
          <a:lstStyle/>
          <a:p>
            <a:pPr marL="12065">
              <a:lnSpc>
                <a:spcPct val="200000"/>
              </a:lnSpc>
              <a:spcBef>
                <a:spcPts val="100"/>
              </a:spcBef>
              <a:tabLst>
                <a:tab pos="241300" algn="l"/>
                <a:tab pos="241935" algn="l"/>
              </a:tabLst>
            </a:pPr>
            <a:r>
              <a:rPr lang="en-US" b="1" spc="145" dirty="0"/>
              <a:t>DDL (Data Definition Language)</a:t>
            </a:r>
            <a:r>
              <a:rPr lang="en-US" spc="145" dirty="0"/>
              <a:t> is a category of SQL commands used to define and manage all structures in a database, such as databases, tables, and indexes. These commands allow users to create, modify, and delete database objects.</a:t>
            </a:r>
          </a:p>
        </p:txBody>
      </p:sp>
      <p:sp>
        <p:nvSpPr>
          <p:cNvPr id="4" name="object 4">
            <a:extLst>
              <a:ext uri="{FF2B5EF4-FFF2-40B4-BE49-F238E27FC236}">
                <a16:creationId xmlns:a16="http://schemas.microsoft.com/office/drawing/2014/main" id="{A4C5A7D9-F915-20E6-9758-B93BD00EA216}"/>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pic>
        <p:nvPicPr>
          <p:cNvPr id="6" name="Picture 5">
            <a:extLst>
              <a:ext uri="{FF2B5EF4-FFF2-40B4-BE49-F238E27FC236}">
                <a16:creationId xmlns:a16="http://schemas.microsoft.com/office/drawing/2014/main" id="{659A4C7B-D97D-5AA8-080A-27B337142462}"/>
              </a:ext>
            </a:extLst>
          </p:cNvPr>
          <p:cNvPicPr>
            <a:picLocks noChangeAspect="1"/>
          </p:cNvPicPr>
          <p:nvPr/>
        </p:nvPicPr>
        <p:blipFill>
          <a:blip r:embed="rId2"/>
          <a:stretch>
            <a:fillRect/>
          </a:stretch>
        </p:blipFill>
        <p:spPr>
          <a:xfrm>
            <a:off x="916938" y="3474134"/>
            <a:ext cx="9202434" cy="3019846"/>
          </a:xfrm>
          <a:prstGeom prst="rect">
            <a:avLst/>
          </a:prstGeom>
        </p:spPr>
      </p:pic>
    </p:spTree>
    <p:extLst>
      <p:ext uri="{BB962C8B-B14F-4D97-AF65-F5344CB8AC3E}">
        <p14:creationId xmlns:p14="http://schemas.microsoft.com/office/powerpoint/2010/main" val="3310373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F3C7D9-AE1B-6263-EB8D-DCF51E6B71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F7F5D6-1E8E-4F7C-E082-F14A80D4B8D3}"/>
              </a:ext>
            </a:extLst>
          </p:cNvPr>
          <p:cNvSpPr txBox="1">
            <a:spLocks noGrp="1"/>
          </p:cNvSpPr>
          <p:nvPr>
            <p:ph type="title"/>
          </p:nvPr>
        </p:nvSpPr>
        <p:spPr>
          <a:xfrm>
            <a:off x="916938" y="581024"/>
            <a:ext cx="3274061" cy="443070"/>
          </a:xfrm>
          <a:prstGeom prst="rect">
            <a:avLst/>
          </a:prstGeom>
        </p:spPr>
        <p:txBody>
          <a:bodyPr vert="horz" wrap="square" lIns="0" tIns="12065" rIns="0" bIns="0" rtlCol="0">
            <a:spAutoFit/>
          </a:bodyPr>
          <a:lstStyle/>
          <a:p>
            <a:pPr marL="12700">
              <a:lnSpc>
                <a:spcPct val="100000"/>
              </a:lnSpc>
              <a:spcBef>
                <a:spcPts val="95"/>
              </a:spcBef>
            </a:pPr>
            <a:r>
              <a:rPr lang="id-ID" spc="155" dirty="0"/>
              <a:t>DML</a:t>
            </a:r>
            <a:endParaRPr spc="155" dirty="0"/>
          </a:p>
        </p:txBody>
      </p:sp>
      <p:sp>
        <p:nvSpPr>
          <p:cNvPr id="3" name="object 3">
            <a:extLst>
              <a:ext uri="{FF2B5EF4-FFF2-40B4-BE49-F238E27FC236}">
                <a16:creationId xmlns:a16="http://schemas.microsoft.com/office/drawing/2014/main" id="{677AF1F9-DBE0-3EE9-0A5B-1ABCC8A5E891}"/>
              </a:ext>
            </a:extLst>
          </p:cNvPr>
          <p:cNvSpPr txBox="1">
            <a:spLocks noGrp="1"/>
          </p:cNvSpPr>
          <p:nvPr>
            <p:ph type="body" idx="1"/>
          </p:nvPr>
        </p:nvSpPr>
        <p:spPr>
          <a:xfrm>
            <a:off x="916939" y="1639315"/>
            <a:ext cx="10656570" cy="2151230"/>
          </a:xfrm>
          <a:prstGeom prst="rect">
            <a:avLst/>
          </a:prstGeom>
        </p:spPr>
        <p:txBody>
          <a:bodyPr vert="horz" wrap="square" lIns="0" tIns="12700" rIns="0" bIns="0" rtlCol="0">
            <a:spAutoFit/>
          </a:bodyPr>
          <a:lstStyle/>
          <a:p>
            <a:pPr marL="12065">
              <a:lnSpc>
                <a:spcPct val="200000"/>
              </a:lnSpc>
              <a:spcBef>
                <a:spcPts val="100"/>
              </a:spcBef>
              <a:tabLst>
                <a:tab pos="241300" algn="l"/>
                <a:tab pos="241935" algn="l"/>
              </a:tabLst>
            </a:pPr>
            <a:r>
              <a:rPr lang="en-US" b="1" spc="145" dirty="0"/>
              <a:t>DML (Data Manipulation Language)</a:t>
            </a:r>
            <a:r>
              <a:rPr lang="en-US" spc="145" dirty="0"/>
              <a:t> refers to SQL commands that are used to manage and manipulate the data stored within database tables. Unlike DDL, which changes the structure of the database, DML works with the actual data. These commands allow users to insert new records, update existing records, and delete unwanted records.</a:t>
            </a:r>
          </a:p>
        </p:txBody>
      </p:sp>
      <p:sp>
        <p:nvSpPr>
          <p:cNvPr id="4" name="object 4">
            <a:extLst>
              <a:ext uri="{FF2B5EF4-FFF2-40B4-BE49-F238E27FC236}">
                <a16:creationId xmlns:a16="http://schemas.microsoft.com/office/drawing/2014/main" id="{812B5156-E95F-317F-3F52-C28646036F64}"/>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pic>
        <p:nvPicPr>
          <p:cNvPr id="6" name="Picture 5">
            <a:extLst>
              <a:ext uri="{FF2B5EF4-FFF2-40B4-BE49-F238E27FC236}">
                <a16:creationId xmlns:a16="http://schemas.microsoft.com/office/drawing/2014/main" id="{9F788B97-5F54-E3E7-9C42-C6A91E126828}"/>
              </a:ext>
            </a:extLst>
          </p:cNvPr>
          <p:cNvPicPr>
            <a:picLocks noChangeAspect="1"/>
          </p:cNvPicPr>
          <p:nvPr/>
        </p:nvPicPr>
        <p:blipFill>
          <a:blip r:embed="rId2"/>
          <a:stretch>
            <a:fillRect/>
          </a:stretch>
        </p:blipFill>
        <p:spPr>
          <a:xfrm>
            <a:off x="916938" y="3994551"/>
            <a:ext cx="8707065" cy="2448267"/>
          </a:xfrm>
          <a:prstGeom prst="rect">
            <a:avLst/>
          </a:prstGeom>
        </p:spPr>
      </p:pic>
    </p:spTree>
    <p:extLst>
      <p:ext uri="{BB962C8B-B14F-4D97-AF65-F5344CB8AC3E}">
        <p14:creationId xmlns:p14="http://schemas.microsoft.com/office/powerpoint/2010/main" val="4276953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4462D1-5C68-23CD-18EA-E4A7235CAA5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A2FFCA-6A67-023C-3EE4-256A704217E1}"/>
              </a:ext>
            </a:extLst>
          </p:cNvPr>
          <p:cNvSpPr txBox="1">
            <a:spLocks noGrp="1"/>
          </p:cNvSpPr>
          <p:nvPr>
            <p:ph type="title"/>
          </p:nvPr>
        </p:nvSpPr>
        <p:spPr>
          <a:xfrm>
            <a:off x="916938" y="581024"/>
            <a:ext cx="3274061" cy="443070"/>
          </a:xfrm>
          <a:prstGeom prst="rect">
            <a:avLst/>
          </a:prstGeom>
        </p:spPr>
        <p:txBody>
          <a:bodyPr vert="horz" wrap="square" lIns="0" tIns="12065" rIns="0" bIns="0" rtlCol="0">
            <a:spAutoFit/>
          </a:bodyPr>
          <a:lstStyle/>
          <a:p>
            <a:pPr marL="12700">
              <a:lnSpc>
                <a:spcPct val="100000"/>
              </a:lnSpc>
              <a:spcBef>
                <a:spcPts val="95"/>
              </a:spcBef>
            </a:pPr>
            <a:r>
              <a:rPr lang="en-US" spc="155" dirty="0"/>
              <a:t>DCL</a:t>
            </a:r>
            <a:endParaRPr spc="155" dirty="0"/>
          </a:p>
        </p:txBody>
      </p:sp>
      <p:sp>
        <p:nvSpPr>
          <p:cNvPr id="3" name="object 3">
            <a:extLst>
              <a:ext uri="{FF2B5EF4-FFF2-40B4-BE49-F238E27FC236}">
                <a16:creationId xmlns:a16="http://schemas.microsoft.com/office/drawing/2014/main" id="{DF7FE6EB-6BF1-2A56-6773-82B68C2FC5AE}"/>
              </a:ext>
            </a:extLst>
          </p:cNvPr>
          <p:cNvSpPr txBox="1">
            <a:spLocks noGrp="1"/>
          </p:cNvSpPr>
          <p:nvPr>
            <p:ph type="body" idx="1"/>
          </p:nvPr>
        </p:nvSpPr>
        <p:spPr>
          <a:xfrm>
            <a:off x="916939" y="1639315"/>
            <a:ext cx="10656570" cy="1597232"/>
          </a:xfrm>
          <a:prstGeom prst="rect">
            <a:avLst/>
          </a:prstGeom>
        </p:spPr>
        <p:txBody>
          <a:bodyPr vert="horz" wrap="square" lIns="0" tIns="12700" rIns="0" bIns="0" rtlCol="0">
            <a:spAutoFit/>
          </a:bodyPr>
          <a:lstStyle/>
          <a:p>
            <a:pPr marL="12065">
              <a:lnSpc>
                <a:spcPct val="200000"/>
              </a:lnSpc>
              <a:spcBef>
                <a:spcPts val="100"/>
              </a:spcBef>
              <a:tabLst>
                <a:tab pos="241300" algn="l"/>
                <a:tab pos="241935" algn="l"/>
              </a:tabLst>
            </a:pPr>
            <a:r>
              <a:rPr lang="en-US" b="1" spc="145" dirty="0"/>
              <a:t>DCL (Data Control Language)</a:t>
            </a:r>
            <a:r>
              <a:rPr lang="en-US" spc="145" dirty="0"/>
              <a:t> includes SQL commands that control access to data in the database. These commands are used to grant or revoke permissions and privileges to users or roles, ensuring that only authorized users can perform certain operations on database objects.</a:t>
            </a:r>
          </a:p>
        </p:txBody>
      </p:sp>
      <p:sp>
        <p:nvSpPr>
          <p:cNvPr id="4" name="object 4">
            <a:extLst>
              <a:ext uri="{FF2B5EF4-FFF2-40B4-BE49-F238E27FC236}">
                <a16:creationId xmlns:a16="http://schemas.microsoft.com/office/drawing/2014/main" id="{C7B2506B-6DC7-B291-13F8-80F966F49107}"/>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pic>
        <p:nvPicPr>
          <p:cNvPr id="6" name="Picture 5">
            <a:extLst>
              <a:ext uri="{FF2B5EF4-FFF2-40B4-BE49-F238E27FC236}">
                <a16:creationId xmlns:a16="http://schemas.microsoft.com/office/drawing/2014/main" id="{7D866ACC-B9BC-5CA2-802C-988BAC84E609}"/>
              </a:ext>
            </a:extLst>
          </p:cNvPr>
          <p:cNvPicPr>
            <a:picLocks noChangeAspect="1"/>
          </p:cNvPicPr>
          <p:nvPr/>
        </p:nvPicPr>
        <p:blipFill>
          <a:blip r:embed="rId2"/>
          <a:stretch>
            <a:fillRect/>
          </a:stretch>
        </p:blipFill>
        <p:spPr>
          <a:xfrm>
            <a:off x="838200" y="3656367"/>
            <a:ext cx="8811855" cy="1562318"/>
          </a:xfrm>
          <a:prstGeom prst="rect">
            <a:avLst/>
          </a:prstGeom>
        </p:spPr>
      </p:pic>
    </p:spTree>
    <p:extLst>
      <p:ext uri="{BB962C8B-B14F-4D97-AF65-F5344CB8AC3E}">
        <p14:creationId xmlns:p14="http://schemas.microsoft.com/office/powerpoint/2010/main" val="3974777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CDFF61-087A-E6A9-58C8-CE33F425364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55E2DC-1061-9657-0C15-B1EB221D071A}"/>
              </a:ext>
            </a:extLst>
          </p:cNvPr>
          <p:cNvSpPr txBox="1">
            <a:spLocks noGrp="1"/>
          </p:cNvSpPr>
          <p:nvPr>
            <p:ph type="title"/>
          </p:nvPr>
        </p:nvSpPr>
        <p:spPr>
          <a:xfrm>
            <a:off x="916938" y="581024"/>
            <a:ext cx="3274061" cy="443070"/>
          </a:xfrm>
          <a:prstGeom prst="rect">
            <a:avLst/>
          </a:prstGeom>
        </p:spPr>
        <p:txBody>
          <a:bodyPr vert="horz" wrap="square" lIns="0" tIns="12065" rIns="0" bIns="0" rtlCol="0">
            <a:spAutoFit/>
          </a:bodyPr>
          <a:lstStyle/>
          <a:p>
            <a:pPr marL="12700">
              <a:lnSpc>
                <a:spcPct val="100000"/>
              </a:lnSpc>
              <a:spcBef>
                <a:spcPts val="95"/>
              </a:spcBef>
            </a:pPr>
            <a:r>
              <a:rPr lang="en-US" spc="155" dirty="0"/>
              <a:t>DQL</a:t>
            </a:r>
            <a:endParaRPr spc="155" dirty="0"/>
          </a:p>
        </p:txBody>
      </p:sp>
      <p:sp>
        <p:nvSpPr>
          <p:cNvPr id="3" name="object 3">
            <a:extLst>
              <a:ext uri="{FF2B5EF4-FFF2-40B4-BE49-F238E27FC236}">
                <a16:creationId xmlns:a16="http://schemas.microsoft.com/office/drawing/2014/main" id="{C78FF2E8-B6F4-0731-6FDF-7B8D72410AC9}"/>
              </a:ext>
            </a:extLst>
          </p:cNvPr>
          <p:cNvSpPr txBox="1">
            <a:spLocks noGrp="1"/>
          </p:cNvSpPr>
          <p:nvPr>
            <p:ph type="body" idx="1"/>
          </p:nvPr>
        </p:nvSpPr>
        <p:spPr>
          <a:xfrm>
            <a:off x="916939" y="1639315"/>
            <a:ext cx="10656570" cy="2151230"/>
          </a:xfrm>
          <a:prstGeom prst="rect">
            <a:avLst/>
          </a:prstGeom>
        </p:spPr>
        <p:txBody>
          <a:bodyPr vert="horz" wrap="square" lIns="0" tIns="12700" rIns="0" bIns="0" rtlCol="0">
            <a:spAutoFit/>
          </a:bodyPr>
          <a:lstStyle/>
          <a:p>
            <a:pPr marL="12065">
              <a:lnSpc>
                <a:spcPct val="200000"/>
              </a:lnSpc>
              <a:spcBef>
                <a:spcPts val="100"/>
              </a:spcBef>
              <a:tabLst>
                <a:tab pos="241300" algn="l"/>
                <a:tab pos="241935" algn="l"/>
              </a:tabLst>
            </a:pPr>
            <a:r>
              <a:rPr lang="en-US" b="1" spc="145" dirty="0"/>
              <a:t>DQL (Data Query Language) </a:t>
            </a:r>
            <a:r>
              <a:rPr lang="en-US" spc="145" dirty="0"/>
              <a:t>consists of SQL commands used to query and retrieve data from databases. The primary purpose of DQL is to fetch data based on specific conditions using the SELECT statement. Unlike DML, DQL does not modify data—it only reads and returns the requested information.</a:t>
            </a:r>
          </a:p>
        </p:txBody>
      </p:sp>
      <p:sp>
        <p:nvSpPr>
          <p:cNvPr id="4" name="object 4">
            <a:extLst>
              <a:ext uri="{FF2B5EF4-FFF2-40B4-BE49-F238E27FC236}">
                <a16:creationId xmlns:a16="http://schemas.microsoft.com/office/drawing/2014/main" id="{24AA42B8-5B9F-7E45-3593-8B1280EF708B}"/>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pic>
        <p:nvPicPr>
          <p:cNvPr id="6" name="Picture 5">
            <a:extLst>
              <a:ext uri="{FF2B5EF4-FFF2-40B4-BE49-F238E27FC236}">
                <a16:creationId xmlns:a16="http://schemas.microsoft.com/office/drawing/2014/main" id="{6965E7E0-FB25-363E-73B6-633F6ED53388}"/>
              </a:ext>
            </a:extLst>
          </p:cNvPr>
          <p:cNvPicPr>
            <a:picLocks noChangeAspect="1"/>
          </p:cNvPicPr>
          <p:nvPr/>
        </p:nvPicPr>
        <p:blipFill>
          <a:blip r:embed="rId2"/>
          <a:stretch>
            <a:fillRect/>
          </a:stretch>
        </p:blipFill>
        <p:spPr>
          <a:xfrm>
            <a:off x="916938" y="4114800"/>
            <a:ext cx="7954485" cy="905001"/>
          </a:xfrm>
          <a:prstGeom prst="rect">
            <a:avLst/>
          </a:prstGeom>
        </p:spPr>
      </p:pic>
    </p:spTree>
    <p:extLst>
      <p:ext uri="{BB962C8B-B14F-4D97-AF65-F5344CB8AC3E}">
        <p14:creationId xmlns:p14="http://schemas.microsoft.com/office/powerpoint/2010/main" val="398275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48DE0E4-83CB-0CC4-2020-E74E0C3F9F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A555CF-7414-E8EC-2E34-9793F6D80F56}"/>
              </a:ext>
            </a:extLst>
          </p:cNvPr>
          <p:cNvSpPr txBox="1">
            <a:spLocks noGrp="1"/>
          </p:cNvSpPr>
          <p:nvPr>
            <p:ph type="title"/>
          </p:nvPr>
        </p:nvSpPr>
        <p:spPr>
          <a:xfrm>
            <a:off x="916938" y="581024"/>
            <a:ext cx="4721862" cy="443070"/>
          </a:xfrm>
          <a:prstGeom prst="rect">
            <a:avLst/>
          </a:prstGeom>
        </p:spPr>
        <p:txBody>
          <a:bodyPr vert="horz" wrap="square" lIns="0" tIns="12065" rIns="0" bIns="0" rtlCol="0">
            <a:spAutoFit/>
          </a:bodyPr>
          <a:lstStyle/>
          <a:p>
            <a:pPr marL="12700">
              <a:lnSpc>
                <a:spcPct val="100000"/>
              </a:lnSpc>
              <a:spcBef>
                <a:spcPts val="95"/>
              </a:spcBef>
            </a:pPr>
            <a:r>
              <a:rPr lang="en-US" spc="155" dirty="0"/>
              <a:t>SQL RDBMS Concepts</a:t>
            </a:r>
            <a:endParaRPr spc="155" dirty="0"/>
          </a:p>
        </p:txBody>
      </p:sp>
      <p:sp>
        <p:nvSpPr>
          <p:cNvPr id="3" name="object 3">
            <a:extLst>
              <a:ext uri="{FF2B5EF4-FFF2-40B4-BE49-F238E27FC236}">
                <a16:creationId xmlns:a16="http://schemas.microsoft.com/office/drawing/2014/main" id="{4921B840-88E1-BD12-927E-213867CBBC71}"/>
              </a:ext>
            </a:extLst>
          </p:cNvPr>
          <p:cNvSpPr txBox="1">
            <a:spLocks noGrp="1"/>
          </p:cNvSpPr>
          <p:nvPr>
            <p:ph type="body" idx="1"/>
          </p:nvPr>
        </p:nvSpPr>
        <p:spPr>
          <a:xfrm>
            <a:off x="916939" y="1639315"/>
            <a:ext cx="10656570" cy="2756524"/>
          </a:xfrm>
          <a:prstGeom prst="rect">
            <a:avLst/>
          </a:prstGeom>
        </p:spPr>
        <p:txBody>
          <a:bodyPr vert="horz" wrap="square" lIns="0" tIns="12700" rIns="0" bIns="0" rtlCol="0">
            <a:spAutoFit/>
          </a:bodyPr>
          <a:lstStyle/>
          <a:p>
            <a:pPr marL="297815" indent="-285750">
              <a:lnSpc>
                <a:spcPct val="200000"/>
              </a:lnSpc>
              <a:spcBef>
                <a:spcPts val="100"/>
              </a:spcBef>
              <a:buFont typeface="Arial" panose="020B0604020202020204" pitchFamily="34" charset="0"/>
              <a:buChar char="•"/>
              <a:tabLst>
                <a:tab pos="241300" algn="l"/>
                <a:tab pos="241935" algn="l"/>
              </a:tabLst>
            </a:pPr>
            <a:r>
              <a:rPr lang="en-US" spc="145" dirty="0"/>
              <a:t>Table</a:t>
            </a:r>
          </a:p>
          <a:p>
            <a:pPr marL="755015" lvl="1" indent="-285750">
              <a:lnSpc>
                <a:spcPct val="200000"/>
              </a:lnSpc>
              <a:spcBef>
                <a:spcPts val="100"/>
              </a:spcBef>
              <a:buFont typeface="Arial" panose="020B0604020202020204" pitchFamily="34" charset="0"/>
              <a:buChar char="•"/>
              <a:tabLst>
                <a:tab pos="241300" algn="l"/>
                <a:tab pos="241935" algn="l"/>
              </a:tabLst>
            </a:pPr>
            <a:r>
              <a:rPr lang="en-US" spc="145" dirty="0"/>
              <a:t>Record</a:t>
            </a:r>
          </a:p>
          <a:p>
            <a:pPr marL="755015" lvl="1" indent="-285750">
              <a:lnSpc>
                <a:spcPct val="200000"/>
              </a:lnSpc>
              <a:spcBef>
                <a:spcPts val="100"/>
              </a:spcBef>
              <a:buFont typeface="Arial" panose="020B0604020202020204" pitchFamily="34" charset="0"/>
              <a:buChar char="•"/>
              <a:tabLst>
                <a:tab pos="241300" algn="l"/>
                <a:tab pos="241935" algn="l"/>
              </a:tabLst>
            </a:pPr>
            <a:r>
              <a:rPr lang="en-US" spc="145" dirty="0"/>
              <a:t>Column</a:t>
            </a:r>
          </a:p>
          <a:p>
            <a:pPr marL="755015" lvl="1" indent="-285750">
              <a:lnSpc>
                <a:spcPct val="200000"/>
              </a:lnSpc>
              <a:spcBef>
                <a:spcPts val="100"/>
              </a:spcBef>
              <a:buFont typeface="Arial" panose="020B0604020202020204" pitchFamily="34" charset="0"/>
              <a:buChar char="•"/>
              <a:tabLst>
                <a:tab pos="241300" algn="l"/>
                <a:tab pos="241935" algn="l"/>
              </a:tabLst>
            </a:pPr>
            <a:r>
              <a:rPr lang="en-US" spc="145" dirty="0"/>
              <a:t>Cell</a:t>
            </a:r>
          </a:p>
          <a:p>
            <a:pPr marL="285750" lvl="1" indent="-285750">
              <a:lnSpc>
                <a:spcPct val="200000"/>
              </a:lnSpc>
              <a:spcBef>
                <a:spcPts val="100"/>
              </a:spcBef>
              <a:buFont typeface="Arial" panose="020B0604020202020204" pitchFamily="34" charset="0"/>
              <a:buChar char="•"/>
              <a:tabLst>
                <a:tab pos="241300" algn="l"/>
                <a:tab pos="241935" algn="l"/>
              </a:tabLst>
            </a:pPr>
            <a:r>
              <a:rPr lang="en-US" spc="145" dirty="0"/>
              <a:t>NULL ?</a:t>
            </a:r>
          </a:p>
        </p:txBody>
      </p:sp>
      <p:sp>
        <p:nvSpPr>
          <p:cNvPr id="4" name="object 4">
            <a:extLst>
              <a:ext uri="{FF2B5EF4-FFF2-40B4-BE49-F238E27FC236}">
                <a16:creationId xmlns:a16="http://schemas.microsoft.com/office/drawing/2014/main" id="{9A3E15BD-D65E-FC39-86A2-A5D00975BC4A}"/>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pic>
        <p:nvPicPr>
          <p:cNvPr id="6" name="Picture 5">
            <a:extLst>
              <a:ext uri="{FF2B5EF4-FFF2-40B4-BE49-F238E27FC236}">
                <a16:creationId xmlns:a16="http://schemas.microsoft.com/office/drawing/2014/main" id="{30BC2029-E9DC-2032-155B-DDFADB9ECAE6}"/>
              </a:ext>
            </a:extLst>
          </p:cNvPr>
          <p:cNvPicPr>
            <a:picLocks noChangeAspect="1"/>
          </p:cNvPicPr>
          <p:nvPr/>
        </p:nvPicPr>
        <p:blipFill>
          <a:blip r:embed="rId2"/>
          <a:stretch>
            <a:fillRect/>
          </a:stretch>
        </p:blipFill>
        <p:spPr>
          <a:xfrm>
            <a:off x="5638800" y="1244703"/>
            <a:ext cx="4686954" cy="2353003"/>
          </a:xfrm>
          <a:prstGeom prst="rect">
            <a:avLst/>
          </a:prstGeom>
        </p:spPr>
      </p:pic>
      <p:pic>
        <p:nvPicPr>
          <p:cNvPr id="8" name="Picture 7">
            <a:extLst>
              <a:ext uri="{FF2B5EF4-FFF2-40B4-BE49-F238E27FC236}">
                <a16:creationId xmlns:a16="http://schemas.microsoft.com/office/drawing/2014/main" id="{ACD81DD4-6E7A-1925-672D-990FC24E84AE}"/>
              </a:ext>
            </a:extLst>
          </p:cNvPr>
          <p:cNvPicPr>
            <a:picLocks noChangeAspect="1"/>
          </p:cNvPicPr>
          <p:nvPr/>
        </p:nvPicPr>
        <p:blipFill>
          <a:blip r:embed="rId3"/>
          <a:stretch>
            <a:fillRect/>
          </a:stretch>
        </p:blipFill>
        <p:spPr>
          <a:xfrm>
            <a:off x="5594347" y="3695654"/>
            <a:ext cx="4706007" cy="1400370"/>
          </a:xfrm>
          <a:prstGeom prst="rect">
            <a:avLst/>
          </a:prstGeom>
        </p:spPr>
      </p:pic>
      <p:pic>
        <p:nvPicPr>
          <p:cNvPr id="10" name="Picture 9">
            <a:extLst>
              <a:ext uri="{FF2B5EF4-FFF2-40B4-BE49-F238E27FC236}">
                <a16:creationId xmlns:a16="http://schemas.microsoft.com/office/drawing/2014/main" id="{8CBB98C5-3773-BBD9-10C1-487141FF7833}"/>
              </a:ext>
            </a:extLst>
          </p:cNvPr>
          <p:cNvPicPr>
            <a:picLocks noChangeAspect="1"/>
          </p:cNvPicPr>
          <p:nvPr/>
        </p:nvPicPr>
        <p:blipFill>
          <a:blip r:embed="rId4"/>
          <a:stretch>
            <a:fillRect/>
          </a:stretch>
        </p:blipFill>
        <p:spPr>
          <a:xfrm>
            <a:off x="5638800" y="5218685"/>
            <a:ext cx="3591426" cy="1305107"/>
          </a:xfrm>
          <a:prstGeom prst="rect">
            <a:avLst/>
          </a:prstGeom>
        </p:spPr>
      </p:pic>
    </p:spTree>
    <p:extLst>
      <p:ext uri="{BB962C8B-B14F-4D97-AF65-F5344CB8AC3E}">
        <p14:creationId xmlns:p14="http://schemas.microsoft.com/office/powerpoint/2010/main" val="596709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4207AE6-4997-DEC6-1F86-538C5CF8393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679C9B-2E71-938A-4D8A-77743A57BD3B}"/>
              </a:ext>
            </a:extLst>
          </p:cNvPr>
          <p:cNvSpPr txBox="1">
            <a:spLocks noGrp="1"/>
          </p:cNvSpPr>
          <p:nvPr>
            <p:ph type="title"/>
          </p:nvPr>
        </p:nvSpPr>
        <p:spPr>
          <a:xfrm>
            <a:off x="916938" y="581024"/>
            <a:ext cx="4721862" cy="443070"/>
          </a:xfrm>
          <a:prstGeom prst="rect">
            <a:avLst/>
          </a:prstGeom>
        </p:spPr>
        <p:txBody>
          <a:bodyPr vert="horz" wrap="square" lIns="0" tIns="12065" rIns="0" bIns="0" rtlCol="0">
            <a:spAutoFit/>
          </a:bodyPr>
          <a:lstStyle/>
          <a:p>
            <a:pPr marL="12700">
              <a:lnSpc>
                <a:spcPct val="100000"/>
              </a:lnSpc>
              <a:spcBef>
                <a:spcPts val="95"/>
              </a:spcBef>
            </a:pPr>
            <a:r>
              <a:rPr lang="en-US" spc="155" dirty="0"/>
              <a:t>SQL RDBMS Concepts</a:t>
            </a:r>
            <a:endParaRPr spc="155" dirty="0"/>
          </a:p>
        </p:txBody>
      </p:sp>
      <p:sp>
        <p:nvSpPr>
          <p:cNvPr id="3" name="object 3">
            <a:extLst>
              <a:ext uri="{FF2B5EF4-FFF2-40B4-BE49-F238E27FC236}">
                <a16:creationId xmlns:a16="http://schemas.microsoft.com/office/drawing/2014/main" id="{5271172A-CDDB-0064-0598-CFCB5462FDFB}"/>
              </a:ext>
            </a:extLst>
          </p:cNvPr>
          <p:cNvSpPr txBox="1">
            <a:spLocks noGrp="1"/>
          </p:cNvSpPr>
          <p:nvPr>
            <p:ph type="body" idx="1"/>
          </p:nvPr>
        </p:nvSpPr>
        <p:spPr>
          <a:xfrm>
            <a:off x="916939" y="1639315"/>
            <a:ext cx="10656570" cy="4668586"/>
          </a:xfrm>
          <a:prstGeom prst="rect">
            <a:avLst/>
          </a:prstGeom>
        </p:spPr>
        <p:txBody>
          <a:bodyPr vert="horz" wrap="square" lIns="0" tIns="12700" rIns="0" bIns="0" rtlCol="0">
            <a:spAutoFit/>
          </a:bodyPr>
          <a:lstStyle/>
          <a:p>
            <a:pPr marL="297815" indent="-285750">
              <a:lnSpc>
                <a:spcPct val="150000"/>
              </a:lnSpc>
              <a:spcBef>
                <a:spcPts val="100"/>
              </a:spcBef>
              <a:buFont typeface="Arial" panose="020B0604020202020204" pitchFamily="34" charset="0"/>
              <a:buChar char="•"/>
              <a:tabLst>
                <a:tab pos="241300" algn="l"/>
                <a:tab pos="241935" algn="l"/>
              </a:tabLst>
            </a:pPr>
            <a:r>
              <a:rPr lang="en-US" spc="145" dirty="0"/>
              <a:t>SQL Constraints: (applied on columns)</a:t>
            </a:r>
          </a:p>
          <a:p>
            <a:pPr marL="755015" lvl="1" indent="-285750">
              <a:lnSpc>
                <a:spcPct val="150000"/>
              </a:lnSpc>
              <a:spcBef>
                <a:spcPts val="100"/>
              </a:spcBef>
              <a:buFont typeface="Arial" panose="020B0604020202020204" pitchFamily="34" charset="0"/>
              <a:buChar char="•"/>
              <a:tabLst>
                <a:tab pos="241300" algn="l"/>
                <a:tab pos="241935" algn="l"/>
              </a:tabLst>
            </a:pPr>
            <a:r>
              <a:rPr lang="en-US" spc="145" dirty="0"/>
              <a:t>NOT NULL Constraint</a:t>
            </a:r>
          </a:p>
          <a:p>
            <a:pPr marL="755015" lvl="1" indent="-285750">
              <a:lnSpc>
                <a:spcPct val="150000"/>
              </a:lnSpc>
              <a:spcBef>
                <a:spcPts val="100"/>
              </a:spcBef>
              <a:buFont typeface="Arial" panose="020B0604020202020204" pitchFamily="34" charset="0"/>
              <a:buChar char="•"/>
              <a:tabLst>
                <a:tab pos="241300" algn="l"/>
                <a:tab pos="241935" algn="l"/>
              </a:tabLst>
            </a:pPr>
            <a:r>
              <a:rPr lang="en-US" spc="145" dirty="0"/>
              <a:t>UNIQUE Constraint</a:t>
            </a:r>
          </a:p>
          <a:p>
            <a:pPr marL="755015" lvl="1" indent="-285750">
              <a:lnSpc>
                <a:spcPct val="150000"/>
              </a:lnSpc>
              <a:spcBef>
                <a:spcPts val="100"/>
              </a:spcBef>
              <a:buFont typeface="Arial" panose="020B0604020202020204" pitchFamily="34" charset="0"/>
              <a:buChar char="•"/>
              <a:tabLst>
                <a:tab pos="241300" algn="l"/>
                <a:tab pos="241935" algn="l"/>
              </a:tabLst>
            </a:pPr>
            <a:r>
              <a:rPr lang="en-US" spc="145" dirty="0"/>
              <a:t>PRIMARY Key</a:t>
            </a:r>
          </a:p>
          <a:p>
            <a:pPr marL="755015" lvl="1" indent="-285750">
              <a:lnSpc>
                <a:spcPct val="150000"/>
              </a:lnSpc>
              <a:spcBef>
                <a:spcPts val="100"/>
              </a:spcBef>
              <a:buFont typeface="Arial" panose="020B0604020202020204" pitchFamily="34" charset="0"/>
              <a:buChar char="•"/>
              <a:tabLst>
                <a:tab pos="241300" algn="l"/>
                <a:tab pos="241935" algn="l"/>
              </a:tabLst>
            </a:pPr>
            <a:r>
              <a:rPr lang="en-US" spc="145" dirty="0"/>
              <a:t>FOREIGN Key</a:t>
            </a:r>
          </a:p>
          <a:p>
            <a:pPr marL="755015" lvl="1" indent="-285750">
              <a:lnSpc>
                <a:spcPct val="150000"/>
              </a:lnSpc>
              <a:spcBef>
                <a:spcPts val="100"/>
              </a:spcBef>
              <a:buFont typeface="Arial" panose="020B0604020202020204" pitchFamily="34" charset="0"/>
              <a:buChar char="•"/>
              <a:tabLst>
                <a:tab pos="241300" algn="l"/>
                <a:tab pos="241935" algn="l"/>
              </a:tabLst>
            </a:pPr>
            <a:r>
              <a:rPr lang="en-US" spc="145" dirty="0"/>
              <a:t>CHECK Constraint</a:t>
            </a:r>
          </a:p>
          <a:p>
            <a:pPr marL="285750" lvl="1" indent="-285750">
              <a:lnSpc>
                <a:spcPct val="150000"/>
              </a:lnSpc>
              <a:spcBef>
                <a:spcPts val="100"/>
              </a:spcBef>
              <a:buFont typeface="Arial" panose="020B0604020202020204" pitchFamily="34" charset="0"/>
              <a:buChar char="•"/>
              <a:tabLst>
                <a:tab pos="241300" algn="l"/>
                <a:tab pos="241935" algn="l"/>
              </a:tabLst>
            </a:pPr>
            <a:r>
              <a:rPr lang="en-US" spc="145" dirty="0"/>
              <a:t>Data Integrity:</a:t>
            </a:r>
          </a:p>
          <a:p>
            <a:pPr marL="742950" lvl="2" indent="-285750">
              <a:lnSpc>
                <a:spcPct val="150000"/>
              </a:lnSpc>
              <a:spcBef>
                <a:spcPts val="100"/>
              </a:spcBef>
              <a:buFont typeface="Arial" panose="020B0604020202020204" pitchFamily="34" charset="0"/>
              <a:buChar char="•"/>
              <a:tabLst>
                <a:tab pos="241300" algn="l"/>
                <a:tab pos="241935" algn="l"/>
              </a:tabLst>
            </a:pPr>
            <a:r>
              <a:rPr lang="en-US" spc="145" dirty="0"/>
              <a:t>Entity Integrity: There are no duplicate rows in a table</a:t>
            </a:r>
          </a:p>
          <a:p>
            <a:pPr marL="742950" lvl="2" indent="-285750">
              <a:lnSpc>
                <a:spcPct val="150000"/>
              </a:lnSpc>
              <a:spcBef>
                <a:spcPts val="100"/>
              </a:spcBef>
              <a:buFont typeface="Arial" panose="020B0604020202020204" pitchFamily="34" charset="0"/>
              <a:buChar char="•"/>
              <a:tabLst>
                <a:tab pos="241300" algn="l"/>
                <a:tab pos="241935" algn="l"/>
              </a:tabLst>
            </a:pPr>
            <a:r>
              <a:rPr lang="en-US" spc="145" dirty="0"/>
              <a:t>Domain Integrity: Enforces valid entries for a given column by restricting the type</a:t>
            </a:r>
          </a:p>
          <a:p>
            <a:pPr marL="742950" lvl="2" indent="-285750">
              <a:lnSpc>
                <a:spcPct val="150000"/>
              </a:lnSpc>
              <a:spcBef>
                <a:spcPts val="100"/>
              </a:spcBef>
              <a:buFont typeface="Arial" panose="020B0604020202020204" pitchFamily="34" charset="0"/>
              <a:buChar char="•"/>
              <a:tabLst>
                <a:tab pos="241300" algn="l"/>
                <a:tab pos="241935" algn="l"/>
              </a:tabLst>
            </a:pPr>
            <a:r>
              <a:rPr lang="en-US" spc="145" dirty="0"/>
              <a:t>Referential Integrity: Rows cannot be deleted which are used by other records</a:t>
            </a:r>
          </a:p>
          <a:p>
            <a:pPr marL="742950" lvl="2" indent="-285750">
              <a:lnSpc>
                <a:spcPct val="150000"/>
              </a:lnSpc>
              <a:spcBef>
                <a:spcPts val="100"/>
              </a:spcBef>
              <a:buFont typeface="Arial" panose="020B0604020202020204" pitchFamily="34" charset="0"/>
              <a:buChar char="•"/>
              <a:tabLst>
                <a:tab pos="241300" algn="l"/>
                <a:tab pos="241935" algn="l"/>
              </a:tabLst>
            </a:pPr>
            <a:r>
              <a:rPr lang="en-US" spc="145" dirty="0"/>
              <a:t>User-Defined Integrity: Enforces some specific business rules</a:t>
            </a:r>
          </a:p>
        </p:txBody>
      </p:sp>
      <p:sp>
        <p:nvSpPr>
          <p:cNvPr id="4" name="object 4">
            <a:extLst>
              <a:ext uri="{FF2B5EF4-FFF2-40B4-BE49-F238E27FC236}">
                <a16:creationId xmlns:a16="http://schemas.microsoft.com/office/drawing/2014/main" id="{00E97CB5-E5AC-5757-282D-70676D5C04CF}"/>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2535679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A8E091-5AB2-B5DB-1293-D6C3B16578C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9F4AE11-50BA-A93C-432A-A79806CBABF6}"/>
              </a:ext>
            </a:extLst>
          </p:cNvPr>
          <p:cNvSpPr txBox="1">
            <a:spLocks noGrp="1"/>
          </p:cNvSpPr>
          <p:nvPr>
            <p:ph type="title"/>
          </p:nvPr>
        </p:nvSpPr>
        <p:spPr>
          <a:xfrm>
            <a:off x="916938" y="581024"/>
            <a:ext cx="4721862" cy="443070"/>
          </a:xfrm>
          <a:prstGeom prst="rect">
            <a:avLst/>
          </a:prstGeom>
        </p:spPr>
        <p:txBody>
          <a:bodyPr vert="horz" wrap="square" lIns="0" tIns="12065" rIns="0" bIns="0" rtlCol="0">
            <a:spAutoFit/>
          </a:bodyPr>
          <a:lstStyle/>
          <a:p>
            <a:pPr marL="12700">
              <a:lnSpc>
                <a:spcPct val="100000"/>
              </a:lnSpc>
              <a:spcBef>
                <a:spcPts val="95"/>
              </a:spcBef>
            </a:pPr>
            <a:r>
              <a:rPr lang="en-US" spc="155" dirty="0"/>
              <a:t>SQL RDBMS Concepts</a:t>
            </a:r>
            <a:endParaRPr spc="155" dirty="0"/>
          </a:p>
        </p:txBody>
      </p:sp>
      <p:sp>
        <p:nvSpPr>
          <p:cNvPr id="3" name="object 3">
            <a:extLst>
              <a:ext uri="{FF2B5EF4-FFF2-40B4-BE49-F238E27FC236}">
                <a16:creationId xmlns:a16="http://schemas.microsoft.com/office/drawing/2014/main" id="{50063D37-33B9-6A00-2C86-8A46671F26D4}"/>
              </a:ext>
            </a:extLst>
          </p:cNvPr>
          <p:cNvSpPr txBox="1">
            <a:spLocks noGrp="1"/>
          </p:cNvSpPr>
          <p:nvPr>
            <p:ph type="body" idx="1"/>
          </p:nvPr>
        </p:nvSpPr>
        <p:spPr>
          <a:xfrm>
            <a:off x="916939" y="1639315"/>
            <a:ext cx="10656570" cy="4668586"/>
          </a:xfrm>
          <a:prstGeom prst="rect">
            <a:avLst/>
          </a:prstGeom>
        </p:spPr>
        <p:txBody>
          <a:bodyPr vert="horz" wrap="square" lIns="0" tIns="12700" rIns="0" bIns="0" rtlCol="0">
            <a:spAutoFit/>
          </a:bodyPr>
          <a:lstStyle/>
          <a:p>
            <a:pPr marL="297815" indent="-285750">
              <a:lnSpc>
                <a:spcPct val="150000"/>
              </a:lnSpc>
              <a:spcBef>
                <a:spcPts val="100"/>
              </a:spcBef>
              <a:buFont typeface="Arial" panose="020B0604020202020204" pitchFamily="34" charset="0"/>
              <a:buChar char="•"/>
              <a:tabLst>
                <a:tab pos="241300" algn="l"/>
                <a:tab pos="241935" algn="l"/>
              </a:tabLst>
            </a:pPr>
            <a:r>
              <a:rPr lang="en-US" spc="145" dirty="0"/>
              <a:t>Data Types</a:t>
            </a:r>
          </a:p>
          <a:p>
            <a:pPr marL="297815" indent="-285750">
              <a:lnSpc>
                <a:spcPct val="150000"/>
              </a:lnSpc>
              <a:spcBef>
                <a:spcPts val="100"/>
              </a:spcBef>
              <a:buFont typeface="Arial" panose="020B0604020202020204" pitchFamily="34" charset="0"/>
              <a:buChar char="•"/>
              <a:tabLst>
                <a:tab pos="241300" algn="l"/>
                <a:tab pos="241935" algn="l"/>
              </a:tabLst>
            </a:pPr>
            <a:r>
              <a:rPr lang="en-US" spc="145" dirty="0"/>
              <a:t>Character datatypes:</a:t>
            </a:r>
          </a:p>
          <a:p>
            <a:pPr marL="755015" lvl="1" indent="-285750">
              <a:lnSpc>
                <a:spcPct val="150000"/>
              </a:lnSpc>
              <a:spcBef>
                <a:spcPts val="100"/>
              </a:spcBef>
              <a:buFont typeface="Arial" panose="020B0604020202020204" pitchFamily="34" charset="0"/>
              <a:buChar char="•"/>
              <a:tabLst>
                <a:tab pos="241300" algn="l"/>
                <a:tab pos="241935" algn="l"/>
              </a:tabLst>
            </a:pPr>
            <a:r>
              <a:rPr lang="en-US" spc="145" dirty="0"/>
              <a:t>CHAR</a:t>
            </a:r>
          </a:p>
          <a:p>
            <a:pPr marL="755015" lvl="1" indent="-285750">
              <a:lnSpc>
                <a:spcPct val="150000"/>
              </a:lnSpc>
              <a:spcBef>
                <a:spcPts val="100"/>
              </a:spcBef>
              <a:buFont typeface="Arial" panose="020B0604020202020204" pitchFamily="34" charset="0"/>
              <a:buChar char="•"/>
              <a:tabLst>
                <a:tab pos="241300" algn="l"/>
                <a:tab pos="241935" algn="l"/>
              </a:tabLst>
            </a:pPr>
            <a:r>
              <a:rPr lang="en-US" spc="145" dirty="0"/>
              <a:t>VARCHAR</a:t>
            </a:r>
          </a:p>
          <a:p>
            <a:pPr marL="284163" lvl="1" indent="-223838">
              <a:lnSpc>
                <a:spcPct val="150000"/>
              </a:lnSpc>
              <a:spcBef>
                <a:spcPts val="100"/>
              </a:spcBef>
              <a:buFont typeface="Arial" panose="020B0604020202020204" pitchFamily="34" charset="0"/>
              <a:buChar char="•"/>
              <a:tabLst>
                <a:tab pos="241300" algn="l"/>
                <a:tab pos="241300" algn="l"/>
              </a:tabLst>
            </a:pPr>
            <a:r>
              <a:rPr lang="en-US" spc="145" dirty="0"/>
              <a:t>Numeric datatypes:</a:t>
            </a:r>
          </a:p>
          <a:p>
            <a:pPr marL="741363" lvl="2" indent="-223838">
              <a:lnSpc>
                <a:spcPct val="150000"/>
              </a:lnSpc>
              <a:spcBef>
                <a:spcPts val="100"/>
              </a:spcBef>
              <a:buFont typeface="Arial" panose="020B0604020202020204" pitchFamily="34" charset="0"/>
              <a:buChar char="•"/>
              <a:tabLst>
                <a:tab pos="241300" algn="l"/>
                <a:tab pos="241300" algn="l"/>
              </a:tabLst>
            </a:pPr>
            <a:r>
              <a:rPr lang="en-US" spc="145" dirty="0"/>
              <a:t>INT</a:t>
            </a:r>
          </a:p>
          <a:p>
            <a:pPr marL="741363" lvl="2" indent="-223838">
              <a:lnSpc>
                <a:spcPct val="150000"/>
              </a:lnSpc>
              <a:spcBef>
                <a:spcPts val="100"/>
              </a:spcBef>
              <a:buFont typeface="Arial" panose="020B0604020202020204" pitchFamily="34" charset="0"/>
              <a:buChar char="•"/>
              <a:tabLst>
                <a:tab pos="241300" algn="l"/>
                <a:tab pos="241300" algn="l"/>
              </a:tabLst>
            </a:pPr>
            <a:r>
              <a:rPr lang="en-US" spc="145" dirty="0"/>
              <a:t>FLOAT</a:t>
            </a:r>
          </a:p>
          <a:p>
            <a:pPr marL="741363" lvl="2" indent="-223838">
              <a:lnSpc>
                <a:spcPct val="150000"/>
              </a:lnSpc>
              <a:spcBef>
                <a:spcPts val="100"/>
              </a:spcBef>
              <a:buFont typeface="Arial" panose="020B0604020202020204" pitchFamily="34" charset="0"/>
              <a:buChar char="•"/>
              <a:tabLst>
                <a:tab pos="241300" algn="l"/>
                <a:tab pos="241300" algn="l"/>
              </a:tabLst>
            </a:pPr>
            <a:r>
              <a:rPr lang="en-US" spc="145" dirty="0"/>
              <a:t>DOUBLE</a:t>
            </a:r>
          </a:p>
          <a:p>
            <a:pPr marL="284163" lvl="1" indent="-223838">
              <a:lnSpc>
                <a:spcPct val="150000"/>
              </a:lnSpc>
              <a:spcBef>
                <a:spcPts val="100"/>
              </a:spcBef>
              <a:buFont typeface="Arial" panose="020B0604020202020204" pitchFamily="34" charset="0"/>
              <a:buChar char="•"/>
              <a:tabLst>
                <a:tab pos="241300" algn="l"/>
                <a:tab pos="241300" algn="l"/>
              </a:tabLst>
            </a:pPr>
            <a:r>
              <a:rPr lang="en-US" spc="145" dirty="0"/>
              <a:t>Date time </a:t>
            </a:r>
            <a:r>
              <a:rPr lang="en-US" spc="145" dirty="0" err="1"/>
              <a:t>dataytpes</a:t>
            </a:r>
            <a:r>
              <a:rPr lang="en-US" spc="145" dirty="0"/>
              <a:t>:</a:t>
            </a:r>
          </a:p>
          <a:p>
            <a:pPr marL="741363" lvl="2" indent="-223838">
              <a:lnSpc>
                <a:spcPct val="150000"/>
              </a:lnSpc>
              <a:spcBef>
                <a:spcPts val="100"/>
              </a:spcBef>
              <a:buFont typeface="Arial" panose="020B0604020202020204" pitchFamily="34" charset="0"/>
              <a:buChar char="•"/>
              <a:tabLst>
                <a:tab pos="241300" algn="l"/>
                <a:tab pos="241300" algn="l"/>
              </a:tabLst>
            </a:pPr>
            <a:r>
              <a:rPr lang="en-US" spc="145" dirty="0"/>
              <a:t>DATE</a:t>
            </a:r>
          </a:p>
          <a:p>
            <a:pPr marL="741363" lvl="2" indent="-223838">
              <a:lnSpc>
                <a:spcPct val="150000"/>
              </a:lnSpc>
              <a:spcBef>
                <a:spcPts val="100"/>
              </a:spcBef>
              <a:buFont typeface="Arial" panose="020B0604020202020204" pitchFamily="34" charset="0"/>
              <a:buChar char="•"/>
              <a:tabLst>
                <a:tab pos="241300" algn="l"/>
                <a:tab pos="241300" algn="l"/>
              </a:tabLst>
            </a:pPr>
            <a:r>
              <a:rPr lang="en-US" spc="145" dirty="0"/>
              <a:t>DATETIME</a:t>
            </a:r>
          </a:p>
        </p:txBody>
      </p:sp>
      <p:sp>
        <p:nvSpPr>
          <p:cNvPr id="4" name="object 4">
            <a:extLst>
              <a:ext uri="{FF2B5EF4-FFF2-40B4-BE49-F238E27FC236}">
                <a16:creationId xmlns:a16="http://schemas.microsoft.com/office/drawing/2014/main" id="{9B54C6E4-7F95-9C44-B7AC-FDE0FB8CF2F6}"/>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1680969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ADCAE-768F-3CFB-42E4-9451A650CC7D}"/>
              </a:ext>
            </a:extLst>
          </p:cNvPr>
          <p:cNvSpPr>
            <a:spLocks noGrp="1"/>
          </p:cNvSpPr>
          <p:nvPr>
            <p:ph type="title"/>
          </p:nvPr>
        </p:nvSpPr>
        <p:spPr>
          <a:xfrm>
            <a:off x="916939" y="581024"/>
            <a:ext cx="2745104" cy="430887"/>
          </a:xfrm>
        </p:spPr>
        <p:txBody>
          <a:bodyPr/>
          <a:lstStyle/>
          <a:p>
            <a:r>
              <a:rPr lang="en-US" dirty="0"/>
              <a:t>Exercises</a:t>
            </a:r>
            <a:endParaRPr lang="id-ID" dirty="0"/>
          </a:p>
        </p:txBody>
      </p:sp>
      <p:sp>
        <p:nvSpPr>
          <p:cNvPr id="3" name="Text Placeholder 2">
            <a:extLst>
              <a:ext uri="{FF2B5EF4-FFF2-40B4-BE49-F238E27FC236}">
                <a16:creationId xmlns:a16="http://schemas.microsoft.com/office/drawing/2014/main" id="{FF45E8A4-73F3-9950-B227-21D32D8DE618}"/>
              </a:ext>
            </a:extLst>
          </p:cNvPr>
          <p:cNvSpPr>
            <a:spLocks noGrp="1"/>
          </p:cNvSpPr>
          <p:nvPr>
            <p:ph type="body" idx="1"/>
          </p:nvPr>
        </p:nvSpPr>
        <p:spPr/>
        <p:txBody>
          <a:bodyPr/>
          <a:lstStyle/>
          <a:p>
            <a:endParaRPr lang="id-ID" dirty="0"/>
          </a:p>
        </p:txBody>
      </p:sp>
      <p:pic>
        <p:nvPicPr>
          <p:cNvPr id="5" name="Picture 4">
            <a:extLst>
              <a:ext uri="{FF2B5EF4-FFF2-40B4-BE49-F238E27FC236}">
                <a16:creationId xmlns:a16="http://schemas.microsoft.com/office/drawing/2014/main" id="{B0DC26F6-3AA7-4046-A1D8-236C2098B974}"/>
              </a:ext>
            </a:extLst>
          </p:cNvPr>
          <p:cNvPicPr>
            <a:picLocks noChangeAspect="1"/>
          </p:cNvPicPr>
          <p:nvPr/>
        </p:nvPicPr>
        <p:blipFill>
          <a:blip r:embed="rId2"/>
          <a:stretch>
            <a:fillRect/>
          </a:stretch>
        </p:blipFill>
        <p:spPr>
          <a:xfrm>
            <a:off x="911859" y="1639315"/>
            <a:ext cx="9173855" cy="1657581"/>
          </a:xfrm>
          <a:prstGeom prst="rect">
            <a:avLst/>
          </a:prstGeom>
        </p:spPr>
      </p:pic>
      <p:pic>
        <p:nvPicPr>
          <p:cNvPr id="7" name="Picture 6">
            <a:extLst>
              <a:ext uri="{FF2B5EF4-FFF2-40B4-BE49-F238E27FC236}">
                <a16:creationId xmlns:a16="http://schemas.microsoft.com/office/drawing/2014/main" id="{729DC0E6-8123-4510-7E99-9BA7E941DAC2}"/>
              </a:ext>
            </a:extLst>
          </p:cNvPr>
          <p:cNvPicPr>
            <a:picLocks noChangeAspect="1"/>
          </p:cNvPicPr>
          <p:nvPr/>
        </p:nvPicPr>
        <p:blipFill>
          <a:blip r:embed="rId3"/>
          <a:stretch>
            <a:fillRect/>
          </a:stretch>
        </p:blipFill>
        <p:spPr>
          <a:xfrm>
            <a:off x="897569" y="3525545"/>
            <a:ext cx="9202434" cy="1800476"/>
          </a:xfrm>
          <a:prstGeom prst="rect">
            <a:avLst/>
          </a:prstGeom>
        </p:spPr>
      </p:pic>
      <p:sp>
        <p:nvSpPr>
          <p:cNvPr id="8" name="object 4">
            <a:extLst>
              <a:ext uri="{FF2B5EF4-FFF2-40B4-BE49-F238E27FC236}">
                <a16:creationId xmlns:a16="http://schemas.microsoft.com/office/drawing/2014/main" id="{48B3C104-BD2D-A0C6-2DE5-C6DE6CA4BD3A}"/>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3386996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2405F-B07C-06ED-BE05-E28E950A4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A5DF6-0B21-4A2F-1F42-1146A26986D5}"/>
              </a:ext>
            </a:extLst>
          </p:cNvPr>
          <p:cNvSpPr>
            <a:spLocks noGrp="1"/>
          </p:cNvSpPr>
          <p:nvPr>
            <p:ph type="title"/>
          </p:nvPr>
        </p:nvSpPr>
        <p:spPr>
          <a:xfrm>
            <a:off x="916939" y="581024"/>
            <a:ext cx="2745104" cy="430887"/>
          </a:xfrm>
        </p:spPr>
        <p:txBody>
          <a:bodyPr/>
          <a:lstStyle/>
          <a:p>
            <a:endParaRPr lang="id-ID" dirty="0"/>
          </a:p>
        </p:txBody>
      </p:sp>
      <p:sp>
        <p:nvSpPr>
          <p:cNvPr id="3" name="Text Placeholder 2">
            <a:extLst>
              <a:ext uri="{FF2B5EF4-FFF2-40B4-BE49-F238E27FC236}">
                <a16:creationId xmlns:a16="http://schemas.microsoft.com/office/drawing/2014/main" id="{1C4CAB60-1179-01C4-8FCC-7ADD1549789F}"/>
              </a:ext>
            </a:extLst>
          </p:cNvPr>
          <p:cNvSpPr>
            <a:spLocks noGrp="1"/>
          </p:cNvSpPr>
          <p:nvPr>
            <p:ph type="body" idx="1"/>
          </p:nvPr>
        </p:nvSpPr>
        <p:spPr/>
        <p:txBody>
          <a:bodyPr/>
          <a:lstStyle/>
          <a:p>
            <a:endParaRPr lang="id-ID"/>
          </a:p>
        </p:txBody>
      </p:sp>
      <p:pic>
        <p:nvPicPr>
          <p:cNvPr id="5" name="Picture 4">
            <a:extLst>
              <a:ext uri="{FF2B5EF4-FFF2-40B4-BE49-F238E27FC236}">
                <a16:creationId xmlns:a16="http://schemas.microsoft.com/office/drawing/2014/main" id="{EAEFDC10-693D-9774-9FAA-01EAF04AC482}"/>
              </a:ext>
            </a:extLst>
          </p:cNvPr>
          <p:cNvPicPr>
            <a:picLocks noChangeAspect="1"/>
          </p:cNvPicPr>
          <p:nvPr/>
        </p:nvPicPr>
        <p:blipFill>
          <a:blip r:embed="rId2"/>
          <a:stretch>
            <a:fillRect/>
          </a:stretch>
        </p:blipFill>
        <p:spPr>
          <a:xfrm>
            <a:off x="901699" y="471074"/>
            <a:ext cx="7506748" cy="5915851"/>
          </a:xfrm>
          <a:prstGeom prst="rect">
            <a:avLst/>
          </a:prstGeom>
        </p:spPr>
      </p:pic>
      <p:sp>
        <p:nvSpPr>
          <p:cNvPr id="6" name="object 4">
            <a:extLst>
              <a:ext uri="{FF2B5EF4-FFF2-40B4-BE49-F238E27FC236}">
                <a16:creationId xmlns:a16="http://schemas.microsoft.com/office/drawing/2014/main" id="{5FE60217-132C-E8B0-B76B-D621C37210BA}"/>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228074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EC1A-2D3A-5D2B-A39B-9F70AFEEC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BF904-8E42-EB0B-3256-526C05776FD5}"/>
              </a:ext>
            </a:extLst>
          </p:cNvPr>
          <p:cNvSpPr>
            <a:spLocks noGrp="1"/>
          </p:cNvSpPr>
          <p:nvPr>
            <p:ph type="title"/>
          </p:nvPr>
        </p:nvSpPr>
        <p:spPr>
          <a:xfrm>
            <a:off x="916939" y="581024"/>
            <a:ext cx="2745104" cy="430887"/>
          </a:xfrm>
        </p:spPr>
        <p:txBody>
          <a:bodyPr/>
          <a:lstStyle/>
          <a:p>
            <a:endParaRPr lang="id-ID" dirty="0"/>
          </a:p>
        </p:txBody>
      </p:sp>
      <p:sp>
        <p:nvSpPr>
          <p:cNvPr id="3" name="Text Placeholder 2">
            <a:extLst>
              <a:ext uri="{FF2B5EF4-FFF2-40B4-BE49-F238E27FC236}">
                <a16:creationId xmlns:a16="http://schemas.microsoft.com/office/drawing/2014/main" id="{A4EDD3E9-01C2-1712-DD48-9B517CCA5E15}"/>
              </a:ext>
            </a:extLst>
          </p:cNvPr>
          <p:cNvSpPr>
            <a:spLocks noGrp="1"/>
          </p:cNvSpPr>
          <p:nvPr>
            <p:ph type="body" idx="1"/>
          </p:nvPr>
        </p:nvSpPr>
        <p:spPr/>
        <p:txBody>
          <a:bodyPr/>
          <a:lstStyle/>
          <a:p>
            <a:endParaRPr lang="id-ID"/>
          </a:p>
        </p:txBody>
      </p:sp>
      <p:pic>
        <p:nvPicPr>
          <p:cNvPr id="5" name="Picture 4">
            <a:extLst>
              <a:ext uri="{FF2B5EF4-FFF2-40B4-BE49-F238E27FC236}">
                <a16:creationId xmlns:a16="http://schemas.microsoft.com/office/drawing/2014/main" id="{877C8D33-ED45-212A-C34D-7339671061A5}"/>
              </a:ext>
            </a:extLst>
          </p:cNvPr>
          <p:cNvPicPr>
            <a:picLocks noChangeAspect="1"/>
          </p:cNvPicPr>
          <p:nvPr/>
        </p:nvPicPr>
        <p:blipFill>
          <a:blip r:embed="rId2"/>
          <a:stretch>
            <a:fillRect/>
          </a:stretch>
        </p:blipFill>
        <p:spPr>
          <a:xfrm>
            <a:off x="916939" y="471074"/>
            <a:ext cx="8364117" cy="5915851"/>
          </a:xfrm>
          <a:prstGeom prst="rect">
            <a:avLst/>
          </a:prstGeom>
        </p:spPr>
      </p:pic>
      <p:sp>
        <p:nvSpPr>
          <p:cNvPr id="6" name="object 4">
            <a:extLst>
              <a:ext uri="{FF2B5EF4-FFF2-40B4-BE49-F238E27FC236}">
                <a16:creationId xmlns:a16="http://schemas.microsoft.com/office/drawing/2014/main" id="{1EB2805A-09CA-4F10-CFA8-AE412D851E8A}"/>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2164913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681BE-BBF7-087D-66FA-82F996302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20CA9-3769-DF6D-1B7D-A164C4BE808F}"/>
              </a:ext>
            </a:extLst>
          </p:cNvPr>
          <p:cNvSpPr>
            <a:spLocks noGrp="1"/>
          </p:cNvSpPr>
          <p:nvPr>
            <p:ph type="title"/>
          </p:nvPr>
        </p:nvSpPr>
        <p:spPr>
          <a:xfrm>
            <a:off x="916939" y="581024"/>
            <a:ext cx="2745104" cy="430887"/>
          </a:xfrm>
        </p:spPr>
        <p:txBody>
          <a:bodyPr/>
          <a:lstStyle/>
          <a:p>
            <a:endParaRPr lang="id-ID" dirty="0"/>
          </a:p>
        </p:txBody>
      </p:sp>
      <p:sp>
        <p:nvSpPr>
          <p:cNvPr id="3" name="Text Placeholder 2">
            <a:extLst>
              <a:ext uri="{FF2B5EF4-FFF2-40B4-BE49-F238E27FC236}">
                <a16:creationId xmlns:a16="http://schemas.microsoft.com/office/drawing/2014/main" id="{3B645729-C3BE-4F27-A3D5-1637D84E2C3E}"/>
              </a:ext>
            </a:extLst>
          </p:cNvPr>
          <p:cNvSpPr>
            <a:spLocks noGrp="1"/>
          </p:cNvSpPr>
          <p:nvPr>
            <p:ph type="body" idx="1"/>
          </p:nvPr>
        </p:nvSpPr>
        <p:spPr/>
        <p:txBody>
          <a:bodyPr/>
          <a:lstStyle/>
          <a:p>
            <a:endParaRPr lang="id-ID" dirty="0"/>
          </a:p>
        </p:txBody>
      </p:sp>
      <p:pic>
        <p:nvPicPr>
          <p:cNvPr id="7" name="Picture 6">
            <a:extLst>
              <a:ext uri="{FF2B5EF4-FFF2-40B4-BE49-F238E27FC236}">
                <a16:creationId xmlns:a16="http://schemas.microsoft.com/office/drawing/2014/main" id="{91B03350-1919-FA66-E09C-DC47CD3C37E2}"/>
              </a:ext>
            </a:extLst>
          </p:cNvPr>
          <p:cNvPicPr>
            <a:picLocks noChangeAspect="1"/>
          </p:cNvPicPr>
          <p:nvPr/>
        </p:nvPicPr>
        <p:blipFill>
          <a:blip r:embed="rId2"/>
          <a:stretch>
            <a:fillRect/>
          </a:stretch>
        </p:blipFill>
        <p:spPr>
          <a:xfrm>
            <a:off x="911859" y="353985"/>
            <a:ext cx="8554644" cy="4048690"/>
          </a:xfrm>
          <a:prstGeom prst="rect">
            <a:avLst/>
          </a:prstGeom>
        </p:spPr>
      </p:pic>
      <p:pic>
        <p:nvPicPr>
          <p:cNvPr id="9" name="Picture 8">
            <a:extLst>
              <a:ext uri="{FF2B5EF4-FFF2-40B4-BE49-F238E27FC236}">
                <a16:creationId xmlns:a16="http://schemas.microsoft.com/office/drawing/2014/main" id="{20F46256-FEFD-FF74-2283-2642D10F07F7}"/>
              </a:ext>
            </a:extLst>
          </p:cNvPr>
          <p:cNvPicPr>
            <a:picLocks noChangeAspect="1"/>
          </p:cNvPicPr>
          <p:nvPr/>
        </p:nvPicPr>
        <p:blipFill>
          <a:blip r:embed="rId3"/>
          <a:stretch>
            <a:fillRect/>
          </a:stretch>
        </p:blipFill>
        <p:spPr>
          <a:xfrm>
            <a:off x="1035701" y="4228733"/>
            <a:ext cx="8430802" cy="2629267"/>
          </a:xfrm>
          <a:prstGeom prst="rect">
            <a:avLst/>
          </a:prstGeom>
        </p:spPr>
      </p:pic>
      <p:sp>
        <p:nvSpPr>
          <p:cNvPr id="10" name="object 4">
            <a:extLst>
              <a:ext uri="{FF2B5EF4-FFF2-40B4-BE49-F238E27FC236}">
                <a16:creationId xmlns:a16="http://schemas.microsoft.com/office/drawing/2014/main" id="{FAE4A931-F47C-890E-E381-E1A1AA474E70}"/>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1985158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309E-5FF0-21DA-ABBB-54C84F71A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81B87-6258-3201-F273-DAB0B6A36FD1}"/>
              </a:ext>
            </a:extLst>
          </p:cNvPr>
          <p:cNvSpPr>
            <a:spLocks noGrp="1"/>
          </p:cNvSpPr>
          <p:nvPr>
            <p:ph type="title"/>
          </p:nvPr>
        </p:nvSpPr>
        <p:spPr>
          <a:xfrm>
            <a:off x="916939" y="581024"/>
            <a:ext cx="2745104" cy="430887"/>
          </a:xfrm>
        </p:spPr>
        <p:txBody>
          <a:bodyPr/>
          <a:lstStyle/>
          <a:p>
            <a:endParaRPr lang="id-ID" dirty="0"/>
          </a:p>
        </p:txBody>
      </p:sp>
      <p:sp>
        <p:nvSpPr>
          <p:cNvPr id="3" name="Text Placeholder 2">
            <a:extLst>
              <a:ext uri="{FF2B5EF4-FFF2-40B4-BE49-F238E27FC236}">
                <a16:creationId xmlns:a16="http://schemas.microsoft.com/office/drawing/2014/main" id="{393957A8-1F97-7892-B742-7BB26104494F}"/>
              </a:ext>
            </a:extLst>
          </p:cNvPr>
          <p:cNvSpPr>
            <a:spLocks noGrp="1"/>
          </p:cNvSpPr>
          <p:nvPr>
            <p:ph type="body" idx="1"/>
          </p:nvPr>
        </p:nvSpPr>
        <p:spPr/>
        <p:txBody>
          <a:bodyPr/>
          <a:lstStyle/>
          <a:p>
            <a:endParaRPr lang="id-ID" dirty="0"/>
          </a:p>
        </p:txBody>
      </p:sp>
      <p:pic>
        <p:nvPicPr>
          <p:cNvPr id="5" name="Picture 4">
            <a:extLst>
              <a:ext uri="{FF2B5EF4-FFF2-40B4-BE49-F238E27FC236}">
                <a16:creationId xmlns:a16="http://schemas.microsoft.com/office/drawing/2014/main" id="{C37915A3-7CA9-1F21-CF9E-1F572C5BDB23}"/>
              </a:ext>
            </a:extLst>
          </p:cNvPr>
          <p:cNvPicPr>
            <a:picLocks noChangeAspect="1"/>
          </p:cNvPicPr>
          <p:nvPr/>
        </p:nvPicPr>
        <p:blipFill>
          <a:blip r:embed="rId2"/>
          <a:stretch>
            <a:fillRect/>
          </a:stretch>
        </p:blipFill>
        <p:spPr>
          <a:xfrm>
            <a:off x="916939" y="606424"/>
            <a:ext cx="8449854" cy="3419952"/>
          </a:xfrm>
          <a:prstGeom prst="rect">
            <a:avLst/>
          </a:prstGeom>
        </p:spPr>
      </p:pic>
      <p:pic>
        <p:nvPicPr>
          <p:cNvPr id="7" name="Picture 6">
            <a:extLst>
              <a:ext uri="{FF2B5EF4-FFF2-40B4-BE49-F238E27FC236}">
                <a16:creationId xmlns:a16="http://schemas.microsoft.com/office/drawing/2014/main" id="{369A6F15-A674-2B10-702F-FD600B8F2368}"/>
              </a:ext>
            </a:extLst>
          </p:cNvPr>
          <p:cNvPicPr>
            <a:picLocks noChangeAspect="1"/>
          </p:cNvPicPr>
          <p:nvPr/>
        </p:nvPicPr>
        <p:blipFill>
          <a:blip r:embed="rId3"/>
          <a:stretch>
            <a:fillRect/>
          </a:stretch>
        </p:blipFill>
        <p:spPr>
          <a:xfrm>
            <a:off x="937259" y="4083906"/>
            <a:ext cx="8468907" cy="2553056"/>
          </a:xfrm>
          <a:prstGeom prst="rect">
            <a:avLst/>
          </a:prstGeom>
        </p:spPr>
      </p:pic>
      <p:sp>
        <p:nvSpPr>
          <p:cNvPr id="8" name="object 4">
            <a:extLst>
              <a:ext uri="{FF2B5EF4-FFF2-40B4-BE49-F238E27FC236}">
                <a16:creationId xmlns:a16="http://schemas.microsoft.com/office/drawing/2014/main" id="{DA634870-5FEA-1FEE-8CDA-8BC8FE762766}"/>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2377746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0F4B-3F6E-4ED4-512E-4D29976C7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DA4BD-C2E9-DABA-1CFC-CB7921FB65E6}"/>
              </a:ext>
            </a:extLst>
          </p:cNvPr>
          <p:cNvSpPr>
            <a:spLocks noGrp="1"/>
          </p:cNvSpPr>
          <p:nvPr>
            <p:ph type="title"/>
          </p:nvPr>
        </p:nvSpPr>
        <p:spPr>
          <a:xfrm>
            <a:off x="916939" y="581024"/>
            <a:ext cx="2745104" cy="430887"/>
          </a:xfrm>
        </p:spPr>
        <p:txBody>
          <a:bodyPr/>
          <a:lstStyle/>
          <a:p>
            <a:endParaRPr lang="id-ID" dirty="0"/>
          </a:p>
        </p:txBody>
      </p:sp>
      <p:sp>
        <p:nvSpPr>
          <p:cNvPr id="3" name="Text Placeholder 2">
            <a:extLst>
              <a:ext uri="{FF2B5EF4-FFF2-40B4-BE49-F238E27FC236}">
                <a16:creationId xmlns:a16="http://schemas.microsoft.com/office/drawing/2014/main" id="{F85E3064-6082-62B7-8F12-42B6442722DE}"/>
              </a:ext>
            </a:extLst>
          </p:cNvPr>
          <p:cNvSpPr>
            <a:spLocks noGrp="1"/>
          </p:cNvSpPr>
          <p:nvPr>
            <p:ph type="body" idx="1"/>
          </p:nvPr>
        </p:nvSpPr>
        <p:spPr/>
        <p:txBody>
          <a:bodyPr/>
          <a:lstStyle/>
          <a:p>
            <a:endParaRPr lang="id-ID" dirty="0"/>
          </a:p>
        </p:txBody>
      </p:sp>
      <p:pic>
        <p:nvPicPr>
          <p:cNvPr id="5" name="Picture 4">
            <a:extLst>
              <a:ext uri="{FF2B5EF4-FFF2-40B4-BE49-F238E27FC236}">
                <a16:creationId xmlns:a16="http://schemas.microsoft.com/office/drawing/2014/main" id="{A55881A2-7CCE-3878-49E7-8E5B32708128}"/>
              </a:ext>
            </a:extLst>
          </p:cNvPr>
          <p:cNvPicPr>
            <a:picLocks noChangeAspect="1"/>
          </p:cNvPicPr>
          <p:nvPr/>
        </p:nvPicPr>
        <p:blipFill>
          <a:blip r:embed="rId2"/>
          <a:stretch>
            <a:fillRect/>
          </a:stretch>
        </p:blipFill>
        <p:spPr>
          <a:xfrm>
            <a:off x="916939" y="1674875"/>
            <a:ext cx="8468907" cy="1867161"/>
          </a:xfrm>
          <a:prstGeom prst="rect">
            <a:avLst/>
          </a:prstGeom>
        </p:spPr>
      </p:pic>
      <p:sp>
        <p:nvSpPr>
          <p:cNvPr id="6" name="object 4">
            <a:extLst>
              <a:ext uri="{FF2B5EF4-FFF2-40B4-BE49-F238E27FC236}">
                <a16:creationId xmlns:a16="http://schemas.microsoft.com/office/drawing/2014/main" id="{8C45FD17-71D2-0816-2DB0-3128B755F4EA}"/>
              </a:ext>
            </a:extLst>
          </p:cNvPr>
          <p:cNvSpPr/>
          <p:nvPr/>
        </p:nvSpPr>
        <p:spPr>
          <a:xfrm>
            <a:off x="0" y="0"/>
            <a:ext cx="274320" cy="6858000"/>
          </a:xfrm>
          <a:custGeom>
            <a:avLst/>
            <a:gdLst/>
            <a:ahLst/>
            <a:cxnLst/>
            <a:rect l="l" t="t" r="r" b="b"/>
            <a:pathLst>
              <a:path w="274320" h="6858000">
                <a:moveTo>
                  <a:pt x="274320" y="6857996"/>
                </a:moveTo>
                <a:lnTo>
                  <a:pt x="274320" y="0"/>
                </a:lnTo>
                <a:lnTo>
                  <a:pt x="0" y="0"/>
                </a:lnTo>
                <a:lnTo>
                  <a:pt x="0" y="6857996"/>
                </a:lnTo>
                <a:lnTo>
                  <a:pt x="274320" y="6857996"/>
                </a:lnTo>
                <a:close/>
              </a:path>
            </a:pathLst>
          </a:custGeom>
          <a:solidFill>
            <a:srgbClr val="2E5496"/>
          </a:solidFill>
        </p:spPr>
        <p:txBody>
          <a:bodyPr wrap="square" lIns="0" tIns="0" rIns="0" bIns="0" rtlCol="0"/>
          <a:lstStyle/>
          <a:p>
            <a:endParaRPr/>
          </a:p>
        </p:txBody>
      </p:sp>
    </p:spTree>
    <p:extLst>
      <p:ext uri="{BB962C8B-B14F-4D97-AF65-F5344CB8AC3E}">
        <p14:creationId xmlns:p14="http://schemas.microsoft.com/office/powerpoint/2010/main" val="902909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229</TotalTime>
  <Words>467</Words>
  <Application>Microsoft Office PowerPoint</Application>
  <PresentationFormat>Widescreen</PresentationFormat>
  <Paragraphs>61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Afrizal Doewes Arif Rohmadi</vt:lpstr>
      <vt:lpstr>What is SQL?</vt:lpstr>
      <vt:lpstr>What Can SQL do?</vt:lpstr>
      <vt:lpstr>SQL Commands</vt:lpstr>
      <vt:lpstr>DDL</vt:lpstr>
      <vt:lpstr>DML</vt:lpstr>
      <vt:lpstr>DCL</vt:lpstr>
      <vt:lpstr>DQL</vt:lpstr>
      <vt:lpstr>SQL RDBMS Concepts</vt:lpstr>
      <vt:lpstr>SQL RDBMS Concepts</vt:lpstr>
      <vt:lpstr>SQL RDBMS Concepts</vt:lpstr>
      <vt:lpstr>Exercises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Text Mining</dc:title>
  <dc:creator>HP Victus</dc:creator>
  <cp:lastModifiedBy>arif r</cp:lastModifiedBy>
  <cp:revision>100</cp:revision>
  <dcterms:created xsi:type="dcterms:W3CDTF">2025-04-29T08:32:25Z</dcterms:created>
  <dcterms:modified xsi:type="dcterms:W3CDTF">2025-05-06T00:07:28Z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2024-05-29T00:00:00Z</vt:filetime>
  </property>
  <property fmtid="{D5CDD505-2E9C-101B-9397-08002B2CF9AE}" pid="3" name="Creator">
    <vt:lpwstr>Microsoft® PowerPoint® 2021</vt:lpwstr>
  </property>
  <property fmtid="{D5CDD505-2E9C-101B-9397-08002B2CF9AE}" pid="4" name="LastSaved">
    <vt:filetime>2025-04-29T00:00:00Z</vt:filetime>
  </property>
  <property fmtid="{D5CDD505-2E9C-101B-9397-08002B2CF9AE}" pid="5" name="Producer">
    <vt:lpwstr>Microsoft® PowerPoint® 2021</vt:lpwstr>
  </property>
</Properties>
</file>