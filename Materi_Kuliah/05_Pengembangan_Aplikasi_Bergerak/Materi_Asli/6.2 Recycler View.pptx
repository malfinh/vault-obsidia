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1" r:id="rId4"/>
    <p:sldId id="272" r:id="rId5"/>
    <p:sldId id="274" r:id="rId6"/>
    <p:sldId id="260" r:id="rId7"/>
    <p:sldId id="258" r:id="rId8"/>
    <p:sldId id="259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7"/>
  </p:normalViewPr>
  <p:slideViewPr>
    <p:cSldViewPr snapToGrid="0">
      <p:cViewPr varScale="1">
        <p:scale>
          <a:sx n="88" d="100"/>
          <a:sy n="88" d="100"/>
        </p:scale>
        <p:origin x="184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01EB5-B57A-211A-9EE3-3429D0719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C40F62-94E9-E6CA-B20F-65B15D69E9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3E11B-29D9-3705-54EC-FDFBE6B02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9B93A-BC42-604E-844A-8A72D48620AD}" type="datetimeFigureOut">
              <a:rPr lang="en-US" smtClean="0"/>
              <a:t>4/18/24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1DB88-4707-B37F-C893-3B0AF4738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87298-F28A-35C5-56CD-6713AFBF4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A5F8-11B9-CD4D-83D2-104056722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70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1113D-B4DC-80C4-9AB6-798B6B569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C9393-0FFA-EDCE-72BE-1125B454E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3F9DA-57A6-BC10-1314-704E07955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9B93A-BC42-604E-844A-8A72D48620AD}" type="datetimeFigureOut">
              <a:rPr lang="en-US" smtClean="0"/>
              <a:t>4/18/24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43BD4-8AD4-617B-EF9A-00849FB46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F6C5D-1975-44CE-8EA1-77B2EBB9F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A5F8-11B9-CD4D-83D2-104056722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575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E9CA3-B214-FA50-24AB-493713CD9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B19E4-09CA-0114-1E4C-637499FC4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15BA1-CBCD-8A8D-58C7-43D5F9C5C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9B93A-BC42-604E-844A-8A72D48620AD}" type="datetimeFigureOut">
              <a:rPr lang="en-US" smtClean="0"/>
              <a:t>4/18/24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34607-19A9-F385-8DC8-E3414BD71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1B7A6-B91E-90EB-B3AD-E43F28C68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A5F8-11B9-CD4D-83D2-104056722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178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F3FCF-452B-49D7-7004-6E61EB744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D99FA-3043-60E7-6090-44E0C71876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6FE9B-D262-BF5A-7B32-C12BB9CF6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80A55-83EF-26C9-8DC6-3A6B8F1EC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9B93A-BC42-604E-844A-8A72D48620AD}" type="datetimeFigureOut">
              <a:rPr lang="en-US" smtClean="0"/>
              <a:t>4/18/24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DABB6-5CD0-AE9C-AD51-C83293F47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37D0D-5BEF-BB60-539B-00E12C970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A5F8-11B9-CD4D-83D2-104056722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298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58C62-BDB8-0BFF-AC3A-4A29F9C2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46ECC-1EC2-F369-5346-63A867708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88F9A-9494-1CAA-029D-E8BF88F87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63546C-54E3-08A1-C10A-2B9753CFB1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2B79C6-AA26-1232-39CC-C9006EEAB6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ED1C04-13EB-4193-7ED9-D3EB9C699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9B93A-BC42-604E-844A-8A72D48620AD}" type="datetimeFigureOut">
              <a:rPr lang="en-US" smtClean="0"/>
              <a:t>4/18/24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38BE2D-2371-1857-9FD4-58B7F14F1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D57516-27B6-4378-F2B9-0DC6F203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A5F8-11B9-CD4D-83D2-104056722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9713C-805D-9470-3D51-CCCA36E0F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D7836-1418-BC0C-E4C3-9D6770D8D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9B93A-BC42-604E-844A-8A72D48620AD}" type="datetimeFigureOut">
              <a:rPr lang="en-US" smtClean="0"/>
              <a:t>4/18/24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495D4C-7BC1-A7B4-1BB1-F8E599E0C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70AF9-920A-7AD4-DB06-8EC092E54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A5F8-11B9-CD4D-83D2-104056722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492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C40233-5284-6EDF-1F96-74296C036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9B93A-BC42-604E-844A-8A72D48620AD}" type="datetimeFigureOut">
              <a:rPr lang="en-US" smtClean="0"/>
              <a:t>4/18/24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B597F7-5E9D-6A7B-E010-B74527324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30CA6-4575-5B5F-CE83-96568F0C7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A5F8-11B9-CD4D-83D2-104056722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44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792E1-3B7F-452B-A052-DF4902FE1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41D01-A073-64B8-12B6-9116C9E65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B40435-F11F-FDC5-4FDC-1CCCD042C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DA383C-FFE1-3040-B131-73542F6A0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9B93A-BC42-604E-844A-8A72D48620AD}" type="datetimeFigureOut">
              <a:rPr lang="en-US" smtClean="0"/>
              <a:t>4/18/24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0D686-B2C6-F2EF-848B-16DC3A7FD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2BDCE-BED9-80DA-EA85-7E85E2A6B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A5F8-11B9-CD4D-83D2-104056722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29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FBA73-E798-1CD3-1D55-9F8D068D1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10D2A3-A90E-6648-17D0-DACE013F8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34AE8-4C26-C14F-954B-2149BEA440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CA1D4-F738-CB60-9238-B314FF4CA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9B93A-BC42-604E-844A-8A72D48620AD}" type="datetimeFigureOut">
              <a:rPr lang="en-US" smtClean="0"/>
              <a:t>4/18/24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1B5A5-46DD-2529-DE62-7C1255EF1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40C4A-0971-070D-8428-18DDA0224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A5F8-11B9-CD4D-83D2-104056722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433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20BA6-84A6-29AA-7F4F-B3A2E2C60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CDE1F6-96F1-15D0-356C-E96507E28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C0D16-0C7D-387E-078F-9DA4A4325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9B93A-BC42-604E-844A-8A72D48620AD}" type="datetimeFigureOut">
              <a:rPr lang="en-US" smtClean="0"/>
              <a:t>4/18/24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683E0-B0DC-AB03-DEF2-3E4CE623A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B68D5-7ED4-A420-ED8B-514B8FDCE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A5F8-11B9-CD4D-83D2-104056722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950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3F4E81-81CC-BA7B-BBD9-BC99AD253B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302ED0-2578-7EE5-24DB-1CC8F8BD20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402DF-FC54-CEC4-2AA4-6ABA39892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9B93A-BC42-604E-844A-8A72D48620AD}" type="datetimeFigureOut">
              <a:rPr lang="en-US" smtClean="0"/>
              <a:t>4/18/24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F808D-2EDA-15EA-C329-6E78885CA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A9388-D10A-06CB-7638-9B3CF9BC0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A5F8-11B9-CD4D-83D2-104056722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699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AE2631-9061-5DEC-FE39-AB19C3275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AE05A-E209-A59E-2627-1A5F0E7BB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0D034-BB26-EEAB-FD5E-E9DF7E7B1C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E9B93A-BC42-604E-844A-8A72D48620AD}" type="datetimeFigureOut">
              <a:rPr lang="en-US" smtClean="0"/>
              <a:t>4/18/24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473BA-6177-7786-D98B-B5C2804306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C19A0-0D0F-5582-A508-7279E505B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80A5F8-11B9-CD4D-83D2-104056722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234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700B9-158A-C65F-97F0-0B34D6ED26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RecyclerView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EE868-1C62-06BA-F8A4-B5BD57BCA1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Winarno</a:t>
            </a:r>
            <a:r>
              <a:rPr lang="en-US" dirty="0"/>
              <a:t>, </a:t>
            </a:r>
            <a:r>
              <a:rPr lang="en-US" dirty="0" err="1"/>
              <a:t>S.Si</a:t>
            </a:r>
            <a:r>
              <a:rPr lang="en-US" dirty="0"/>
              <a:t>., </a:t>
            </a:r>
            <a:r>
              <a:rPr lang="en-US" dirty="0" err="1"/>
              <a:t>M.Eng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396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C649F-38B1-61AE-8EFB-0A243BE90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B9834-7541-88F9-5FB4-0185AC990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Plugin </a:t>
            </a:r>
            <a:r>
              <a:rPr lang="en-US" dirty="0" err="1"/>
              <a:t>Parcelize</a:t>
            </a:r>
            <a:endParaRPr lang="en-US" dirty="0"/>
          </a:p>
          <a:p>
            <a:r>
              <a:rPr lang="en-US" dirty="0"/>
              <a:t>Setup Libs Plugins </a:t>
            </a:r>
            <a:r>
              <a:rPr lang="en-US" dirty="0" err="1"/>
              <a:t>toml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Build.Gradle</a:t>
            </a:r>
            <a:r>
              <a:rPr lang="en-US" dirty="0"/>
              <a:t> (</a:t>
            </a:r>
            <a:r>
              <a:rPr lang="en-US" dirty="0" err="1"/>
              <a:t>pilih</a:t>
            </a:r>
            <a:r>
              <a:rPr lang="en-US" dirty="0"/>
              <a:t> salah </a:t>
            </a:r>
            <a:r>
              <a:rPr lang="en-US" dirty="0" err="1"/>
              <a:t>satu</a:t>
            </a:r>
            <a:r>
              <a:rPr lang="en-US" dirty="0"/>
              <a:t>, </a:t>
            </a:r>
            <a:r>
              <a:rPr lang="en-US" dirty="0" err="1"/>
              <a:t>tergantung</a:t>
            </a:r>
            <a:r>
              <a:rPr lang="en-US" dirty="0"/>
              <a:t> version)</a:t>
            </a:r>
          </a:p>
        </p:txBody>
      </p:sp>
    </p:spTree>
    <p:extLst>
      <p:ext uri="{BB962C8B-B14F-4D97-AF65-F5344CB8AC3E}">
        <p14:creationId xmlns:p14="http://schemas.microsoft.com/office/powerpoint/2010/main" val="1278975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0FEE0-5B1E-B5EE-E8A1-943C0BE77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Konfigurasi</a:t>
            </a:r>
            <a:r>
              <a:rPr lang="en-US" dirty="0"/>
              <a:t> Library di TOML (</a:t>
            </a:r>
            <a:r>
              <a:rPr lang="en-US" dirty="0" err="1"/>
              <a:t>tergantung</a:t>
            </a:r>
            <a:r>
              <a:rPr lang="en-US" dirty="0"/>
              <a:t> Version)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CD06183-6ACB-3123-63BA-5202134B81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311" y="1837982"/>
            <a:ext cx="4281993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56A4D9-1FE0-0F05-D870-3F4F9BB30925}"/>
              </a:ext>
            </a:extLst>
          </p:cNvPr>
          <p:cNvSpPr txBox="1"/>
          <p:nvPr/>
        </p:nvSpPr>
        <p:spPr>
          <a:xfrm>
            <a:off x="5446241" y="1514816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Pada file </a:t>
            </a:r>
            <a:r>
              <a:rPr lang="en-ID" dirty="0" err="1"/>
              <a:t>libs.version.toml</a:t>
            </a:r>
            <a:r>
              <a:rPr lang="en-ID" dirty="0"/>
              <a:t>, </a:t>
            </a:r>
            <a:r>
              <a:rPr lang="en-ID" dirty="0" err="1"/>
              <a:t>tambahkan</a:t>
            </a:r>
            <a:r>
              <a:rPr lang="en-ID" dirty="0"/>
              <a:t> </a:t>
            </a:r>
            <a:r>
              <a:rPr lang="en-ID" dirty="0" err="1"/>
              <a:t>kode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 pada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b="1" dirty="0"/>
              <a:t>[version]</a:t>
            </a:r>
            <a:r>
              <a:rPr lang="en-ID" dirty="0"/>
              <a:t> 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94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4D16-B67E-FC62-E065-E50011727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Penambahan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A4AC7-A36A-5D97-C15F-91754ABC7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Pada </a:t>
            </a:r>
            <a:r>
              <a:rPr lang="en-US" dirty="0" err="1"/>
              <a:t>bagian</a:t>
            </a:r>
            <a:r>
              <a:rPr lang="en-US" dirty="0"/>
              <a:t> version</a:t>
            </a:r>
          </a:p>
          <a:p>
            <a:pPr lvl="1"/>
            <a:r>
              <a:rPr lang="en-US" dirty="0" err="1"/>
              <a:t>kotlinParcelize</a:t>
            </a:r>
            <a:r>
              <a:rPr lang="en-US" dirty="0"/>
              <a:t> = "1.9.0”</a:t>
            </a:r>
          </a:p>
          <a:p>
            <a:endParaRPr lang="en-US" dirty="0"/>
          </a:p>
          <a:p>
            <a:r>
              <a:rPr lang="en-US" dirty="0"/>
              <a:t>Pada Bagian Plugins</a:t>
            </a:r>
          </a:p>
          <a:p>
            <a:pPr lvl="1"/>
            <a:r>
              <a:rPr lang="en-US" dirty="0" err="1"/>
              <a:t>kotlin-parcelize</a:t>
            </a:r>
            <a:r>
              <a:rPr lang="en-US" dirty="0"/>
              <a:t> = { id = "</a:t>
            </a:r>
            <a:r>
              <a:rPr lang="en-US" dirty="0" err="1"/>
              <a:t>org.jetbrains.kotlin.plugin.parcelize</a:t>
            </a:r>
            <a:r>
              <a:rPr lang="en-US" dirty="0"/>
              <a:t>", </a:t>
            </a:r>
            <a:r>
              <a:rPr lang="en-US" dirty="0" err="1"/>
              <a:t>version.ref</a:t>
            </a:r>
            <a:r>
              <a:rPr lang="en-US" dirty="0"/>
              <a:t> = "</a:t>
            </a:r>
            <a:r>
              <a:rPr lang="en-US" dirty="0" err="1"/>
              <a:t>kotlinParcelize</a:t>
            </a:r>
            <a:r>
              <a:rPr lang="en-US" dirty="0"/>
              <a:t>"}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Gunakan</a:t>
            </a:r>
            <a:r>
              <a:rPr lang="en-US" dirty="0"/>
              <a:t> Sync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sinkronisasi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211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C08ED-DDD1-FA76-C3E8-156F5A6CE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Konfigurasi</a:t>
            </a:r>
            <a:r>
              <a:rPr lang="en-US" dirty="0"/>
              <a:t> pada </a:t>
            </a:r>
            <a:r>
              <a:rPr lang="en-US" dirty="0" err="1"/>
              <a:t>BUILD.Gradle</a:t>
            </a:r>
            <a:r>
              <a:rPr lang="en-US" dirty="0"/>
              <a:t> (</a:t>
            </a:r>
            <a:r>
              <a:rPr lang="en-US" dirty="0" err="1"/>
              <a:t>tergantung</a:t>
            </a:r>
            <a:r>
              <a:rPr lang="en-US" dirty="0"/>
              <a:t> Version)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B94DF-F29C-0E73-119E-7FE094452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level module (Module: app) dan </a:t>
            </a:r>
            <a:r>
              <a:rPr lang="en-ID" dirty="0" err="1"/>
              <a:t>tambahkan</a:t>
            </a:r>
            <a:r>
              <a:rPr lang="en-ID" dirty="0"/>
              <a:t> plugin </a:t>
            </a:r>
            <a:r>
              <a:rPr lang="en-ID" dirty="0" err="1"/>
              <a:t>berikut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id("</a:t>
            </a:r>
            <a:r>
              <a:rPr lang="en-ID" dirty="0" err="1"/>
              <a:t>kotlin-parcelize</a:t>
            </a:r>
            <a:r>
              <a:rPr lang="en-ID" dirty="0"/>
              <a:t>") </a:t>
            </a:r>
          </a:p>
          <a:p>
            <a:r>
              <a:rPr lang="en-US" dirty="0"/>
              <a:t>Isi Plugins </a:t>
            </a:r>
            <a:r>
              <a:rPr lang="en-US" dirty="0" err="1"/>
              <a:t>berubah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spt</a:t>
            </a:r>
            <a:r>
              <a:rPr lang="en-US" dirty="0"/>
              <a:t> </a:t>
            </a:r>
            <a:r>
              <a:rPr lang="en-US" dirty="0" err="1"/>
              <a:t>ini</a:t>
            </a:r>
            <a:endParaRPr lang="en-US" dirty="0"/>
          </a:p>
          <a:p>
            <a:pPr marL="0" indent="0">
              <a:buNone/>
            </a:pPr>
            <a:r>
              <a:rPr lang="en-ID" dirty="0"/>
              <a:t>plugins { id("</a:t>
            </a:r>
            <a:r>
              <a:rPr lang="en-ID" dirty="0" err="1"/>
              <a:t>com.android.application</a:t>
            </a:r>
            <a:r>
              <a:rPr lang="en-ID" dirty="0"/>
              <a:t>") 			id("</a:t>
            </a:r>
            <a:r>
              <a:rPr lang="en-ID" dirty="0" err="1"/>
              <a:t>org.jetbrains.kotlin.android</a:t>
            </a:r>
            <a:r>
              <a:rPr lang="en-ID" dirty="0"/>
              <a:t>") </a:t>
            </a:r>
          </a:p>
          <a:p>
            <a:pPr marL="0" indent="0">
              <a:buNone/>
            </a:pPr>
            <a:r>
              <a:rPr lang="en-ID" dirty="0"/>
              <a:t>	id("</a:t>
            </a:r>
            <a:r>
              <a:rPr lang="en-ID" dirty="0" err="1"/>
              <a:t>kotlin-parcelize</a:t>
            </a:r>
            <a:r>
              <a:rPr lang="en-ID" dirty="0"/>
              <a:t>") 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572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3884B-4B54-A442-F689-957D7ED1E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Konseptual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D1ED4-F76C-9823-2DB7-58E67D55A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Penerapan RecyclerView">
            <a:extLst>
              <a:ext uri="{FF2B5EF4-FFF2-40B4-BE49-F238E27FC236}">
                <a16:creationId xmlns:a16="http://schemas.microsoft.com/office/drawing/2014/main" id="{0C7C5646-E9C9-F161-3CE2-DDBAE5051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635"/>
            <a:ext cx="12192000" cy="435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0608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9CABC-1354-BAE3-0140-0901F5AF3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Recycler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0189B-9838-FC94-6F63-C2610D31A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37389" cy="4351338"/>
          </a:xfrm>
        </p:spPr>
        <p:txBody>
          <a:bodyPr>
            <a:normAutofit fontScale="92500"/>
          </a:bodyPr>
          <a:lstStyle/>
          <a:p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menampilkan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item </a:t>
            </a:r>
            <a:r>
              <a:rPr lang="en-ID" dirty="0" err="1"/>
              <a:t>dalam</a:t>
            </a:r>
            <a:r>
              <a:rPr lang="en-ID" dirty="0"/>
              <a:t> daftar (list) yang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digulir</a:t>
            </a:r>
            <a:r>
              <a:rPr lang="en-ID" dirty="0"/>
              <a:t> (scroll), </a:t>
            </a:r>
            <a:r>
              <a:rPr lang="en-ID" dirty="0" err="1"/>
              <a:t>sebagian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item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terlihat</a:t>
            </a:r>
            <a:r>
              <a:rPr lang="en-ID" dirty="0"/>
              <a:t>.</a:t>
            </a:r>
          </a:p>
          <a:p>
            <a:r>
              <a:rPr lang="en-ID" dirty="0"/>
              <a:t> </a:t>
            </a:r>
            <a:r>
              <a:rPr lang="en-ID" dirty="0" err="1"/>
              <a:t>Misalnya</a:t>
            </a:r>
            <a:r>
              <a:rPr lang="en-ID" dirty="0"/>
              <a:t>, </a:t>
            </a:r>
            <a:r>
              <a:rPr lang="en-ID" dirty="0" err="1"/>
              <a:t>dalam</a:t>
            </a:r>
            <a:r>
              <a:rPr lang="en-ID" dirty="0"/>
              <a:t> daftar kata yang </a:t>
            </a:r>
            <a:r>
              <a:rPr lang="en-ID" dirty="0" err="1"/>
              <a:t>panjang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judul</a:t>
            </a:r>
            <a:r>
              <a:rPr lang="en-ID" dirty="0"/>
              <a:t> </a:t>
            </a:r>
            <a:r>
              <a:rPr lang="en-ID" dirty="0" err="1"/>
              <a:t>berita</a:t>
            </a:r>
            <a:r>
              <a:rPr lang="en-ID" dirty="0"/>
              <a:t>, user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sedikit</a:t>
            </a:r>
            <a:r>
              <a:rPr lang="en-ID" dirty="0"/>
              <a:t> item daftar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kalinya</a:t>
            </a:r>
            <a:endParaRPr lang="en-ID" dirty="0"/>
          </a:p>
          <a:p>
            <a:r>
              <a:rPr lang="en-ID" b="1" dirty="0" err="1"/>
              <a:t>RecyclerView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versi</a:t>
            </a:r>
            <a:r>
              <a:rPr lang="en-ID" dirty="0"/>
              <a:t> </a:t>
            </a:r>
            <a:r>
              <a:rPr lang="en-ID" b="1" dirty="0" err="1"/>
              <a:t>ListView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canggih</a:t>
            </a:r>
            <a:r>
              <a:rPr lang="en-ID" dirty="0"/>
              <a:t> dan </a:t>
            </a:r>
            <a:r>
              <a:rPr lang="en-ID" dirty="0" err="1"/>
              <a:t>fleksibel</a:t>
            </a:r>
            <a:r>
              <a:rPr lang="en-ID" dirty="0"/>
              <a:t>. Widget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kontainer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menampilkan</a:t>
            </a:r>
            <a:r>
              <a:rPr lang="en-ID" dirty="0"/>
              <a:t> </a:t>
            </a:r>
            <a:r>
              <a:rPr lang="en-ID" dirty="0" err="1"/>
              <a:t>rangkaian</a:t>
            </a:r>
            <a:r>
              <a:rPr lang="en-ID" dirty="0"/>
              <a:t> data </a:t>
            </a:r>
            <a:r>
              <a:rPr lang="en-ID" dirty="0" err="1"/>
              <a:t>besar</a:t>
            </a:r>
            <a:r>
              <a:rPr lang="en-ID" dirty="0"/>
              <a:t> yang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digulir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sangat </a:t>
            </a:r>
            <a:r>
              <a:rPr lang="en-ID" dirty="0" err="1"/>
              <a:t>efisien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mempertahankan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terbatas</a:t>
            </a:r>
            <a:endParaRPr lang="en-US" dirty="0"/>
          </a:p>
        </p:txBody>
      </p:sp>
      <p:pic>
        <p:nvPicPr>
          <p:cNvPr id="1026" name="Picture 2" descr="contoh Recycle view">
            <a:extLst>
              <a:ext uri="{FF2B5EF4-FFF2-40B4-BE49-F238E27FC236}">
                <a16:creationId xmlns:a16="http://schemas.microsoft.com/office/drawing/2014/main" id="{CF3BEDF9-B835-C1DC-A67A-D09678A0B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8140" y="1539649"/>
            <a:ext cx="2957361" cy="4637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2800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B051D-4F8C-7AED-90D9-8993F69B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List View vs </a:t>
            </a:r>
            <a:r>
              <a:rPr lang="en-ID" b="1" dirty="0" err="1"/>
              <a:t>RecyclerView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E1962-EC64-0362-5D21-3D908C8DE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67400" cy="4351338"/>
          </a:xfrm>
        </p:spPr>
        <p:txBody>
          <a:bodyPr>
            <a:normAutofit fontScale="77500" lnSpcReduction="20000"/>
          </a:bodyPr>
          <a:lstStyle/>
          <a:p>
            <a:r>
              <a:rPr lang="en-ID" dirty="0"/>
              <a:t>Pada </a:t>
            </a:r>
            <a:r>
              <a:rPr lang="en-ID" dirty="0" err="1"/>
              <a:t>aplikasi</a:t>
            </a:r>
            <a:r>
              <a:rPr lang="en-ID" dirty="0"/>
              <a:t>, </a:t>
            </a:r>
            <a:r>
              <a:rPr lang="en-ID" dirty="0" err="1"/>
              <a:t>interaksi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menampilkan</a:t>
            </a:r>
            <a:r>
              <a:rPr lang="en-ID" dirty="0"/>
              <a:t> data yang </a:t>
            </a:r>
            <a:r>
              <a:rPr lang="en-ID" dirty="0" err="1"/>
              <a:t>jumlahnya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umumnya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b="1" dirty="0"/>
              <a:t>list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digeser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atas</a:t>
            </a:r>
            <a:r>
              <a:rPr lang="en-ID" dirty="0"/>
              <a:t> dan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bawah</a:t>
            </a:r>
            <a:r>
              <a:rPr lang="en-ID" dirty="0"/>
              <a:t>.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menerapkan</a:t>
            </a:r>
            <a:r>
              <a:rPr lang="en-ID" dirty="0"/>
              <a:t> </a:t>
            </a:r>
            <a:r>
              <a:rPr lang="en-ID" dirty="0" err="1"/>
              <a:t>hal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, </a:t>
            </a:r>
            <a:r>
              <a:rPr lang="en-ID" dirty="0" err="1"/>
              <a:t>dibutuhkan</a:t>
            </a:r>
            <a:r>
              <a:rPr lang="en-ID" dirty="0"/>
              <a:t> </a:t>
            </a:r>
            <a:r>
              <a:rPr lang="en-ID" b="1" dirty="0" err="1"/>
              <a:t>RecyclerView</a:t>
            </a:r>
            <a:r>
              <a:rPr lang="en-ID" dirty="0"/>
              <a:t>.</a:t>
            </a:r>
          </a:p>
          <a:p>
            <a:r>
              <a:rPr lang="en-ID" dirty="0" err="1"/>
              <a:t>RecyclerView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pendahulunya</a:t>
            </a:r>
            <a:r>
              <a:rPr lang="en-ID" dirty="0"/>
              <a:t>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dirty="0" err="1"/>
              <a:t>ListView</a:t>
            </a:r>
            <a:r>
              <a:rPr lang="en-ID" dirty="0"/>
              <a:t>. </a:t>
            </a:r>
            <a:r>
              <a:rPr lang="en-ID" dirty="0" err="1"/>
              <a:t>Perbedaan</a:t>
            </a:r>
            <a:r>
              <a:rPr lang="en-ID" dirty="0"/>
              <a:t> </a:t>
            </a:r>
            <a:r>
              <a:rPr lang="en-ID" dirty="0" err="1"/>
              <a:t>signifikan</a:t>
            </a:r>
            <a:r>
              <a:rPr lang="en-ID" dirty="0"/>
              <a:t> </a:t>
            </a:r>
            <a:r>
              <a:rPr lang="en-ID" dirty="0" err="1"/>
              <a:t>diantara</a:t>
            </a:r>
            <a:r>
              <a:rPr lang="en-ID" dirty="0"/>
              <a:t> </a:t>
            </a:r>
            <a:r>
              <a:rPr lang="en-ID" dirty="0" err="1"/>
              <a:t>keduanya</a:t>
            </a:r>
            <a:r>
              <a:rPr lang="en-ID" dirty="0"/>
              <a:t> </a:t>
            </a:r>
            <a:r>
              <a:rPr lang="en-ID" dirty="0" err="1"/>
              <a:t>ialah</a:t>
            </a:r>
            <a:r>
              <a:rPr lang="en-ID" dirty="0"/>
              <a:t>, </a:t>
            </a:r>
            <a:r>
              <a:rPr lang="en-ID" dirty="0" err="1"/>
              <a:t>ListView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objek</a:t>
            </a:r>
            <a:r>
              <a:rPr lang="en-ID" dirty="0"/>
              <a:t> pada item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, </a:t>
            </a:r>
            <a:r>
              <a:rPr lang="en-ID" dirty="0" err="1"/>
              <a:t>sedangkan</a:t>
            </a:r>
            <a:r>
              <a:rPr lang="en-ID" dirty="0"/>
              <a:t> </a:t>
            </a:r>
            <a:r>
              <a:rPr lang="en-ID" dirty="0" err="1"/>
              <a:t>RecyclerView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. </a:t>
            </a:r>
            <a:r>
              <a:rPr lang="en-ID" dirty="0" err="1"/>
              <a:t>RecyclerView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b="1" dirty="0" err="1"/>
              <a:t>membuat</a:t>
            </a:r>
            <a:r>
              <a:rPr lang="en-ID" b="1" dirty="0"/>
              <a:t> </a:t>
            </a:r>
            <a:r>
              <a:rPr lang="en-ID" b="1" dirty="0" err="1"/>
              <a:t>objek</a:t>
            </a:r>
            <a:r>
              <a:rPr lang="en-ID" b="1" dirty="0"/>
              <a:t> </a:t>
            </a:r>
            <a:r>
              <a:rPr lang="en-ID" b="1" dirty="0" err="1"/>
              <a:t>sesuai</a:t>
            </a:r>
            <a:r>
              <a:rPr lang="en-ID" b="1" dirty="0"/>
              <a:t> </a:t>
            </a:r>
            <a:r>
              <a:rPr lang="en-ID" b="1" dirty="0" err="1"/>
              <a:t>dengan</a:t>
            </a:r>
            <a:r>
              <a:rPr lang="en-ID" b="1" dirty="0"/>
              <a:t> </a:t>
            </a:r>
            <a:r>
              <a:rPr lang="en-ID" b="1" dirty="0" err="1"/>
              <a:t>ukuran</a:t>
            </a:r>
            <a:r>
              <a:rPr lang="en-ID" b="1" dirty="0"/>
              <a:t> </a:t>
            </a:r>
            <a:r>
              <a:rPr lang="en-ID" b="1" dirty="0" err="1"/>
              <a:t>layar</a:t>
            </a:r>
            <a:r>
              <a:rPr lang="en-ID" dirty="0"/>
              <a:t> dan </a:t>
            </a:r>
            <a:r>
              <a:rPr lang="en-ID" dirty="0" err="1"/>
              <a:t>beberapa</a:t>
            </a:r>
            <a:r>
              <a:rPr lang="en-ID" dirty="0"/>
              <a:t> di </a:t>
            </a:r>
            <a:r>
              <a:rPr lang="en-ID" dirty="0" err="1"/>
              <a:t>atas</a:t>
            </a:r>
            <a:r>
              <a:rPr lang="en-ID" dirty="0"/>
              <a:t> dan </a:t>
            </a:r>
            <a:r>
              <a:rPr lang="en-ID" dirty="0" err="1"/>
              <a:t>bawahnya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.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namanya</a:t>
            </a:r>
            <a:r>
              <a:rPr lang="en-ID" dirty="0"/>
              <a:t>, </a:t>
            </a:r>
            <a:r>
              <a:rPr lang="en-ID" i="1" dirty="0"/>
              <a:t>recycle</a:t>
            </a:r>
            <a:r>
              <a:rPr lang="en-ID" dirty="0"/>
              <a:t>, </a:t>
            </a:r>
            <a:r>
              <a:rPr lang="en-ID" dirty="0" err="1"/>
              <a:t>RecyclerView</a:t>
            </a:r>
            <a:r>
              <a:rPr lang="en-ID" dirty="0"/>
              <a:t> </a:t>
            </a:r>
            <a:r>
              <a:rPr lang="en-ID" dirty="0" err="1"/>
              <a:t>kemudian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b="1" dirty="0" err="1"/>
              <a:t>menggunakan</a:t>
            </a:r>
            <a:r>
              <a:rPr lang="en-ID" b="1" dirty="0"/>
              <a:t> </a:t>
            </a:r>
            <a:r>
              <a:rPr lang="en-ID" b="1" dirty="0" err="1"/>
              <a:t>kembali</a:t>
            </a:r>
            <a:r>
              <a:rPr lang="en-ID" dirty="0"/>
              <a:t> item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terlihat</a:t>
            </a:r>
            <a:r>
              <a:rPr lang="en-ID" dirty="0"/>
              <a:t>.</a:t>
            </a:r>
          </a:p>
          <a:p>
            <a:endParaRPr lang="en-US" dirty="0"/>
          </a:p>
        </p:txBody>
      </p:sp>
      <p:pic>
        <p:nvPicPr>
          <p:cNvPr id="3076" name="Picture 4" descr="ListView &amp; RecyclerView">
            <a:extLst>
              <a:ext uri="{FF2B5EF4-FFF2-40B4-BE49-F238E27FC236}">
                <a16:creationId xmlns:a16="http://schemas.microsoft.com/office/drawing/2014/main" id="{FAAC5D99-B66B-BD6D-567C-652D0E5BB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706" y="365125"/>
            <a:ext cx="4854489" cy="581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3316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621C4-F84B-B63E-F7E4-7251003F6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Kebutuhan</a:t>
            </a:r>
            <a:r>
              <a:rPr lang="en-US" dirty="0"/>
              <a:t> Recycler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829D1-011D-15FC-6A7C-497F5C3DB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D" dirty="0" err="1"/>
              <a:t>RecyclerView</a:t>
            </a:r>
            <a:endParaRPr lang="en-ID" dirty="0"/>
          </a:p>
          <a:p>
            <a:pPr marL="514350" indent="-514350">
              <a:buFont typeface="+mj-lt"/>
              <a:buAutoNum type="arabicPeriod"/>
            </a:pPr>
            <a:r>
              <a:rPr lang="en-ID" dirty="0" err="1"/>
              <a:t>LayoutManager</a:t>
            </a:r>
            <a:endParaRPr lang="en-ID" dirty="0"/>
          </a:p>
          <a:p>
            <a:pPr marL="514350" indent="-514350">
              <a:buFont typeface="+mj-lt"/>
              <a:buAutoNum type="arabicPeriod"/>
            </a:pPr>
            <a:r>
              <a:rPr lang="en-ID" dirty="0"/>
              <a:t>Data source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/>
              <a:t>Layout item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 err="1"/>
              <a:t>RecyclerView.Adapter</a:t>
            </a:r>
            <a:endParaRPr lang="en-ID" dirty="0"/>
          </a:p>
          <a:p>
            <a:pPr marL="514350" indent="-514350">
              <a:buFont typeface="+mj-lt"/>
              <a:buAutoNum type="arabicPeriod"/>
            </a:pPr>
            <a:r>
              <a:rPr lang="en-ID" dirty="0" err="1"/>
              <a:t>RecyclerView.ViewHolder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510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5A173-289A-2C7B-CFE0-3F6C67F70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RecyclerView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110C2-7CE7-ACAD-1488-0F3345FED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ViewGroup</a:t>
            </a:r>
            <a:r>
              <a:rPr lang="en-ID" dirty="0"/>
              <a:t> yang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ditambahkan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layout XML.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663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90FE7-B556-A339-B4DE-47B71EDEE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LayoutManager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E4D97-4D71-2C04-D0A8-A5C43D001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78" y="1825625"/>
            <a:ext cx="7527325" cy="4351338"/>
          </a:xfrm>
        </p:spPr>
        <p:txBody>
          <a:bodyPr/>
          <a:lstStyle/>
          <a:p>
            <a:pPr marL="0" indent="0">
              <a:buNone/>
            </a:pPr>
            <a:r>
              <a:rPr lang="en-ID" dirty="0" err="1"/>
              <a:t>Fungsi</a:t>
            </a:r>
            <a:r>
              <a:rPr lang="en-ID" dirty="0"/>
              <a:t>: </a:t>
            </a:r>
            <a:r>
              <a:rPr lang="en-ID" dirty="0" err="1"/>
              <a:t>mengatur</a:t>
            </a:r>
            <a:r>
              <a:rPr lang="en-ID" dirty="0"/>
              <a:t> tata </a:t>
            </a:r>
            <a:r>
              <a:rPr lang="en-ID" dirty="0" err="1"/>
              <a:t>letak</a:t>
            </a:r>
            <a:r>
              <a:rPr lang="en-ID" dirty="0"/>
              <a:t> item pada </a:t>
            </a:r>
            <a:r>
              <a:rPr lang="en-ID" dirty="0" err="1"/>
              <a:t>RecyclerView</a:t>
            </a:r>
            <a:r>
              <a:rPr lang="en-ID" dirty="0"/>
              <a:t>. </a:t>
            </a:r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opsi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pilih</a:t>
            </a:r>
            <a:r>
              <a:rPr lang="en-ID" dirty="0"/>
              <a:t>, </a:t>
            </a:r>
            <a:r>
              <a:rPr lang="en-ID" dirty="0" err="1"/>
              <a:t>yaitu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LinearLayoutManager</a:t>
            </a:r>
            <a:r>
              <a:rPr lang="en-ID" dirty="0"/>
              <a:t> : </a:t>
            </a:r>
            <a:r>
              <a:rPr lang="en-ID" dirty="0" err="1"/>
              <a:t>menampilkan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kolom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linear.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GridLayoutManager</a:t>
            </a:r>
            <a:r>
              <a:rPr lang="en-ID" dirty="0"/>
              <a:t> : </a:t>
            </a:r>
            <a:r>
              <a:rPr lang="en-ID" dirty="0" err="1"/>
              <a:t>menampilkan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kolom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grid.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StaggeredLayoutManager</a:t>
            </a:r>
            <a:r>
              <a:rPr lang="en-ID" dirty="0"/>
              <a:t> : </a:t>
            </a:r>
            <a:r>
              <a:rPr lang="en-ID" dirty="0" err="1"/>
              <a:t>tampilan</a:t>
            </a:r>
            <a:r>
              <a:rPr lang="en-ID" dirty="0"/>
              <a:t> </a:t>
            </a:r>
            <a:r>
              <a:rPr lang="en-ID" dirty="0" err="1"/>
              <a:t>menyesuaikan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item.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098" name="Picture 2" descr="LayoutManager RecyclerView">
            <a:extLst>
              <a:ext uri="{FF2B5EF4-FFF2-40B4-BE49-F238E27FC236}">
                <a16:creationId xmlns:a16="http://schemas.microsoft.com/office/drawing/2014/main" id="{20011BF3-D67D-D7B7-A2F8-329A1A532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1233" y="1622471"/>
            <a:ext cx="3925330" cy="2069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7929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4AC50-0822-B438-98BF-F29913D6B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Data source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344B6-9621-F719-F7AF-937ECC56D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sumber</a:t>
            </a:r>
            <a:r>
              <a:rPr lang="en-ID" dirty="0"/>
              <a:t> data yang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ditampilkan</a:t>
            </a:r>
            <a:r>
              <a:rPr lang="en-ID" dirty="0"/>
              <a:t> pada </a:t>
            </a:r>
            <a:r>
              <a:rPr lang="en-ID" dirty="0" err="1"/>
              <a:t>RecyclerView</a:t>
            </a:r>
            <a:r>
              <a:rPr lang="en-ID" dirty="0"/>
              <a:t>, </a:t>
            </a:r>
            <a:r>
              <a:rPr lang="en-ID" dirty="0" err="1"/>
              <a:t>umumnya</a:t>
            </a:r>
            <a:r>
              <a:rPr lang="en-ID" dirty="0"/>
              <a:t> </a:t>
            </a:r>
            <a:r>
              <a:rPr lang="en-ID" dirty="0" err="1"/>
              <a:t>berupa</a:t>
            </a:r>
            <a:r>
              <a:rPr lang="en-ID" dirty="0"/>
              <a:t> </a:t>
            </a:r>
          </a:p>
          <a:p>
            <a:pPr lvl="1"/>
            <a:r>
              <a:rPr lang="en-ID" dirty="0" err="1"/>
              <a:t>Lokal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b="1" dirty="0"/>
              <a:t>List/</a:t>
            </a:r>
            <a:r>
              <a:rPr lang="en-ID" b="1" dirty="0" err="1"/>
              <a:t>ArrayList</a:t>
            </a:r>
            <a:r>
              <a:rPr lang="en-ID" dirty="0"/>
              <a:t>.</a:t>
            </a:r>
          </a:p>
          <a:p>
            <a:pPr lvl="1"/>
            <a:r>
              <a:rPr lang="en-ID" dirty="0"/>
              <a:t>Database </a:t>
            </a:r>
            <a:r>
              <a:rPr lang="en-ID" dirty="0" err="1"/>
              <a:t>lokal</a:t>
            </a:r>
            <a:r>
              <a:rPr lang="en-ID" dirty="0"/>
              <a:t> device android  (SQLite)</a:t>
            </a:r>
          </a:p>
          <a:p>
            <a:pPr lvl="1"/>
            <a:r>
              <a:rPr lang="en-ID" dirty="0"/>
              <a:t>API server yang di request </a:t>
            </a:r>
            <a:r>
              <a:rPr lang="en-ID" dirty="0" err="1"/>
              <a:t>melalu</a:t>
            </a:r>
            <a:r>
              <a:rPr lang="en-ID" dirty="0"/>
              <a:t> REST</a:t>
            </a:r>
          </a:p>
          <a:p>
            <a:pPr lvl="1"/>
            <a:endParaRPr lang="en-ID" dirty="0"/>
          </a:p>
          <a:p>
            <a:pPr marL="0" indent="0">
              <a:buNone/>
            </a:pPr>
            <a:r>
              <a:rPr lang="en-ID" dirty="0"/>
              <a:t>Data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di </a:t>
            </a:r>
            <a:r>
              <a:rPr lang="en-ID" dirty="0" err="1"/>
              <a:t>representasikan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file models </a:t>
            </a:r>
            <a:r>
              <a:rPr lang="en-ID" dirty="0" err="1"/>
              <a:t>dalam</a:t>
            </a:r>
            <a:r>
              <a:rPr lang="en-ID" dirty="0"/>
              <a:t> project android. Models di </a:t>
            </a:r>
            <a:r>
              <a:rPr lang="en-ID" dirty="0" err="1"/>
              <a:t>desain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data yang </a:t>
            </a:r>
            <a:r>
              <a:rPr lang="en-ID" dirty="0" err="1"/>
              <a:t>ditampilkan</a:t>
            </a:r>
            <a:r>
              <a:rPr lang="en-ID" dirty="0"/>
              <a:t> pada </a:t>
            </a:r>
            <a:r>
              <a:rPr lang="en-ID" dirty="0" err="1"/>
              <a:t>recyclerview</a:t>
            </a:r>
            <a:endParaRPr lang="en-ID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686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E024E-FC84-3FCC-9926-8177B33F3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 Item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91E1D-D433-B83C-47F6-F5B148C90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Tampilan</a:t>
            </a:r>
            <a:r>
              <a:rPr lang="en-ID" dirty="0"/>
              <a:t> layout XML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baris item.</a:t>
            </a:r>
          </a:p>
          <a:p>
            <a:r>
              <a:rPr lang="en-ID" dirty="0" err="1"/>
              <a:t>Semua</a:t>
            </a:r>
            <a:r>
              <a:rPr lang="en-ID" dirty="0"/>
              <a:t> list item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tampak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layout yang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semuanya</a:t>
            </a:r>
            <a:r>
              <a:rPr lang="en-ID" dirty="0"/>
              <a:t>. Layout item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dibuat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terpisah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layout </a:t>
            </a:r>
            <a:r>
              <a:rPr lang="en-ID" b="1" dirty="0"/>
              <a:t>activity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per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 item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dibuat</a:t>
            </a:r>
            <a:r>
              <a:rPr lang="en-ID" dirty="0"/>
              <a:t> dan </a:t>
            </a:r>
            <a:r>
              <a:rPr lang="en-ID" dirty="0" err="1"/>
              <a:t>diisi</a:t>
            </a:r>
            <a:r>
              <a:rPr lang="en-ID" dirty="0"/>
              <a:t> data</a:t>
            </a:r>
          </a:p>
          <a:p>
            <a:r>
              <a:rPr lang="en-ID" dirty="0"/>
              <a:t>pada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mendesain</a:t>
            </a:r>
            <a:r>
              <a:rPr lang="en-ID" dirty="0"/>
              <a:t> layout item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mendesain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baris </a:t>
            </a:r>
            <a:r>
              <a:rPr lang="en-ID" dirty="0" err="1"/>
              <a:t>recyclerview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, </a:t>
            </a:r>
            <a:r>
              <a:rPr lang="en-ID" dirty="0" err="1"/>
              <a:t>karena</a:t>
            </a:r>
            <a:r>
              <a:rPr lang="en-ID" dirty="0"/>
              <a:t> yang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memperbanyak</a:t>
            </a:r>
            <a:r>
              <a:rPr lang="en-ID" dirty="0"/>
              <a:t> dan </a:t>
            </a:r>
            <a:r>
              <a:rPr lang="en-ID" dirty="0" err="1"/>
              <a:t>mengulang</a:t>
            </a:r>
            <a:r>
              <a:rPr lang="en-ID" dirty="0"/>
              <a:t> layout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recyclerview</a:t>
            </a:r>
            <a:r>
              <a:rPr lang="en-ID" dirty="0"/>
              <a:t> </a:t>
            </a:r>
            <a:r>
              <a:rPr lang="en-ID" dirty="0" err="1"/>
              <a:t>nya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078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2B164-1C64-E45F-E6CB-8131063B5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Layout Item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4CFFA03-91C4-CDCF-0C2C-B573CCC422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5259" y="1807626"/>
            <a:ext cx="8178800" cy="41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323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4865-03B3-2051-69A2-DE6BBBF73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RecyclerView.Adapter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6EB67-4041-152D-8858-0456D3D05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i="1" dirty="0"/>
              <a:t>class</a:t>
            </a:r>
            <a:r>
              <a:rPr lang="en-ID" dirty="0"/>
              <a:t> yang </a:t>
            </a:r>
            <a:r>
              <a:rPr lang="en-ID" dirty="0" err="1"/>
              <a:t>berfungsi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b="1" dirty="0" err="1"/>
              <a:t>menghubungkan</a:t>
            </a:r>
            <a:r>
              <a:rPr lang="en-ID" dirty="0"/>
              <a:t> </a:t>
            </a:r>
            <a:r>
              <a:rPr lang="en-ID" dirty="0" err="1"/>
              <a:t>sumber</a:t>
            </a:r>
            <a:r>
              <a:rPr lang="en-ID" dirty="0"/>
              <a:t> data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RecyclerView</a:t>
            </a:r>
            <a:r>
              <a:rPr lang="en-ID" dirty="0"/>
              <a:t>.</a:t>
            </a:r>
          </a:p>
          <a:p>
            <a:r>
              <a:rPr lang="en-ID" dirty="0"/>
              <a:t>Adapter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ViewHolder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menampung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 yang </a:t>
            </a:r>
            <a:r>
              <a:rPr lang="en-ID" dirty="0" err="1"/>
              <a:t>menyusun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item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RecyclerView</a:t>
            </a:r>
            <a:r>
              <a:rPr lang="en-ID" dirty="0"/>
              <a:t>, dan </a:t>
            </a:r>
            <a:r>
              <a:rPr lang="en-ID" dirty="0" err="1"/>
              <a:t>mengikat</a:t>
            </a:r>
            <a:r>
              <a:rPr lang="en-ID" dirty="0"/>
              <a:t> data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ditampilkan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 yang </a:t>
            </a:r>
            <a:r>
              <a:rPr lang="en-ID" dirty="0" err="1"/>
              <a:t>menampilkannya</a:t>
            </a:r>
            <a:r>
              <a:rPr lang="en-ID" dirty="0"/>
              <a:t>.</a:t>
            </a:r>
          </a:p>
          <a:p>
            <a:r>
              <a:rPr lang="en-ID" dirty="0"/>
              <a:t>Pada </a:t>
            </a:r>
            <a:r>
              <a:rPr lang="en-ID" dirty="0" err="1"/>
              <a:t>umumnya</a:t>
            </a:r>
            <a:r>
              <a:rPr lang="en-ID" dirty="0"/>
              <a:t> Adapter </a:t>
            </a:r>
            <a:r>
              <a:rPr lang="en-ID" dirty="0" err="1"/>
              <a:t>menerima</a:t>
            </a:r>
            <a:r>
              <a:rPr lang="en-ID" dirty="0"/>
              <a:t> </a:t>
            </a:r>
            <a:r>
              <a:rPr lang="en-ID" dirty="0" err="1"/>
              <a:t>dua</a:t>
            </a:r>
            <a:r>
              <a:rPr lang="en-ID" dirty="0"/>
              <a:t> input </a:t>
            </a:r>
            <a:r>
              <a:rPr lang="en-ID" dirty="0" err="1"/>
              <a:t>yaitu</a:t>
            </a:r>
            <a:r>
              <a:rPr lang="en-ID" dirty="0"/>
              <a:t> data dan layout item yang </a:t>
            </a:r>
            <a:r>
              <a:rPr lang="en-ID" dirty="0" err="1"/>
              <a:t>digunakan</a:t>
            </a:r>
            <a:r>
              <a:rPr lang="en-ID" dirty="0"/>
              <a:t> pada adapter </a:t>
            </a:r>
            <a:r>
              <a:rPr lang="en-ID" dirty="0" err="1"/>
              <a:t>inilah</a:t>
            </a:r>
            <a:r>
              <a:rPr lang="en-ID" dirty="0"/>
              <a:t> data dan layout di </a:t>
            </a:r>
            <a:r>
              <a:rPr lang="en-ID" dirty="0" err="1"/>
              <a:t>hubungkan</a:t>
            </a:r>
            <a:r>
              <a:rPr lang="en-ID" dirty="0"/>
              <a:t>(binding)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581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BAD2A-DF47-58C8-9EC8-C64C2E2B5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</a:t>
            </a:r>
            <a:r>
              <a:rPr lang="en-ID" dirty="0" err="1"/>
              <a:t>RecyclerView.Adapter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090C5-DA87-4FD0-2055-6954D3813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function </a:t>
            </a:r>
            <a:r>
              <a:rPr lang="en-ID" dirty="0" err="1"/>
              <a:t>didalamnya</a:t>
            </a:r>
            <a:r>
              <a:rPr lang="en-ID" dirty="0"/>
              <a:t> : </a:t>
            </a:r>
          </a:p>
          <a:p>
            <a:pPr lvl="1"/>
            <a:r>
              <a:rPr lang="en-ID" dirty="0" err="1"/>
              <a:t>onCreateViewHolder</a:t>
            </a:r>
            <a:r>
              <a:rPr lang="en-ID" dirty="0"/>
              <a:t>() :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ViewHolder</a:t>
            </a:r>
            <a:r>
              <a:rPr lang="en-ID" dirty="0"/>
              <a:t> </a:t>
            </a:r>
            <a:r>
              <a:rPr lang="en-ID" dirty="0" err="1"/>
              <a:t>baru</a:t>
            </a:r>
            <a:r>
              <a:rPr lang="en-ID" dirty="0"/>
              <a:t> yang </a:t>
            </a:r>
            <a:r>
              <a:rPr lang="en-ID" dirty="0" err="1"/>
              <a:t>terhubung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layout item.</a:t>
            </a:r>
          </a:p>
          <a:p>
            <a:pPr lvl="1"/>
            <a:r>
              <a:rPr lang="en-ID" dirty="0" err="1"/>
              <a:t>onBindViewHolder</a:t>
            </a:r>
            <a:r>
              <a:rPr lang="en-ID" dirty="0"/>
              <a:t>() :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meng-</a:t>
            </a:r>
            <a:r>
              <a:rPr lang="en-ID" i="1" dirty="0"/>
              <a:t>attach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menetapkan</a:t>
            </a:r>
            <a:r>
              <a:rPr lang="en-ID" dirty="0"/>
              <a:t> </a:t>
            </a:r>
            <a:r>
              <a:rPr lang="en-ID" dirty="0" err="1"/>
              <a:t>sumber</a:t>
            </a:r>
            <a:r>
              <a:rPr lang="en-ID" dirty="0"/>
              <a:t> data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posisinya</a:t>
            </a:r>
            <a:r>
              <a:rPr lang="en-ID" dirty="0"/>
              <a:t>.</a:t>
            </a:r>
          </a:p>
          <a:p>
            <a:pPr lvl="1"/>
            <a:r>
              <a:rPr lang="en-ID" dirty="0" err="1"/>
              <a:t>getItemCount</a:t>
            </a:r>
            <a:r>
              <a:rPr lang="en-ID" dirty="0"/>
              <a:t>() :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menetapkan</a:t>
            </a:r>
            <a:r>
              <a:rPr lang="en-ID" dirty="0"/>
              <a:t> </a:t>
            </a:r>
            <a:r>
              <a:rPr lang="en-ID" dirty="0" err="1"/>
              <a:t>ukuran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jumlah</a:t>
            </a:r>
            <a:r>
              <a:rPr lang="en-ID" dirty="0"/>
              <a:t> data yang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ditampilkan</a:t>
            </a:r>
            <a:r>
              <a:rPr lang="en-ID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370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4ED27-BE6A-24BC-A9E7-A18B567EE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RecyclerView.ViewHolder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B684A-724D-670D-CD1A-4A42954CB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data </a:t>
            </a:r>
            <a:r>
              <a:rPr lang="en-ID" dirty="0" err="1"/>
              <a:t>ditampilkan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layout item</a:t>
            </a:r>
          </a:p>
          <a:p>
            <a:endParaRPr lang="en-US" dirty="0"/>
          </a:p>
        </p:txBody>
      </p:sp>
      <p:pic>
        <p:nvPicPr>
          <p:cNvPr id="5122" name="Picture 2" descr="contoh Recycle view">
            <a:extLst>
              <a:ext uri="{FF2B5EF4-FFF2-40B4-BE49-F238E27FC236}">
                <a16:creationId xmlns:a16="http://schemas.microsoft.com/office/drawing/2014/main" id="{77A3D54F-E75A-26E9-C4A7-A3785F182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12685"/>
            <a:ext cx="8980645" cy="2777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6251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8FD9F-DC8E-BC7B-9591-579BFF968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Langkah-</a:t>
            </a:r>
            <a:r>
              <a:rPr lang="en-ID" b="1" dirty="0" err="1"/>
              <a:t>langkah</a:t>
            </a:r>
            <a:r>
              <a:rPr lang="en-ID" b="1" dirty="0"/>
              <a:t> </a:t>
            </a:r>
            <a:r>
              <a:rPr lang="en-ID" b="1" dirty="0" err="1"/>
              <a:t>menggunakan</a:t>
            </a:r>
            <a:r>
              <a:rPr lang="en-ID" b="1" dirty="0"/>
              <a:t> </a:t>
            </a:r>
            <a:r>
              <a:rPr lang="en-ID" b="1" dirty="0" err="1"/>
              <a:t>RecyclerView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910F1-5D57-C511-6C13-C174E1622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Menambahkan</a:t>
            </a:r>
            <a:r>
              <a:rPr lang="en-ID" dirty="0"/>
              <a:t> </a:t>
            </a:r>
            <a:r>
              <a:rPr lang="en-ID" dirty="0" err="1"/>
              <a:t>RecyclerView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layout XML. </a:t>
            </a:r>
          </a:p>
          <a:p>
            <a:r>
              <a:rPr lang="en-ID" dirty="0" err="1"/>
              <a:t>Membuat</a:t>
            </a:r>
            <a:r>
              <a:rPr lang="en-ID" dirty="0"/>
              <a:t> layout XML </a:t>
            </a:r>
            <a:r>
              <a:rPr lang="en-ID" dirty="0" err="1"/>
              <a:t>untuk</a:t>
            </a:r>
            <a:r>
              <a:rPr lang="en-ID" dirty="0"/>
              <a:t> layout item. </a:t>
            </a:r>
          </a:p>
          <a:p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i="1" dirty="0"/>
              <a:t>class</a:t>
            </a:r>
            <a:r>
              <a:rPr lang="en-ID" dirty="0"/>
              <a:t> </a:t>
            </a:r>
            <a:r>
              <a:rPr lang="en-ID" dirty="0" err="1"/>
              <a:t>baru</a:t>
            </a:r>
            <a:r>
              <a:rPr lang="en-ID" dirty="0"/>
              <a:t> dan </a:t>
            </a:r>
            <a:r>
              <a:rPr lang="en-ID" dirty="0" err="1"/>
              <a:t>menambahkan</a:t>
            </a:r>
            <a:r>
              <a:rPr lang="en-ID" dirty="0"/>
              <a:t> </a:t>
            </a:r>
            <a:r>
              <a:rPr lang="en-ID" dirty="0" err="1"/>
              <a:t>pewarisan</a:t>
            </a:r>
            <a:r>
              <a:rPr lang="en-ID" dirty="0"/>
              <a:t> </a:t>
            </a:r>
            <a:r>
              <a:rPr lang="en-ID" dirty="0" err="1"/>
              <a:t>RecyclerView.Adapter</a:t>
            </a:r>
            <a:r>
              <a:rPr lang="en-ID" dirty="0"/>
              <a:t>. </a:t>
            </a:r>
          </a:p>
          <a:p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i="1" dirty="0"/>
              <a:t>inner class</a:t>
            </a:r>
            <a:r>
              <a:rPr lang="en-ID" dirty="0"/>
              <a:t> dan </a:t>
            </a:r>
            <a:r>
              <a:rPr lang="en-ID" dirty="0" err="1"/>
              <a:t>menambahkan</a:t>
            </a:r>
            <a:r>
              <a:rPr lang="en-ID" dirty="0"/>
              <a:t> </a:t>
            </a:r>
            <a:r>
              <a:rPr lang="en-ID" dirty="0" err="1"/>
              <a:t>pewarisan</a:t>
            </a:r>
            <a:r>
              <a:rPr lang="en-ID" dirty="0"/>
              <a:t> </a:t>
            </a:r>
            <a:r>
              <a:rPr lang="en-ID" dirty="0" err="1"/>
              <a:t>RecyclerView.ViewHolder</a:t>
            </a:r>
            <a:r>
              <a:rPr lang="en-ID" dirty="0"/>
              <a:t>. </a:t>
            </a:r>
          </a:p>
          <a:p>
            <a:r>
              <a:rPr lang="en-ID" dirty="0"/>
              <a:t>Pada </a:t>
            </a:r>
            <a:r>
              <a:rPr lang="en-ID" i="1" dirty="0"/>
              <a:t>method</a:t>
            </a:r>
            <a:r>
              <a:rPr lang="en-ID" dirty="0"/>
              <a:t> </a:t>
            </a:r>
            <a:r>
              <a:rPr lang="en-ID" dirty="0" err="1"/>
              <a:t>onCreate</a:t>
            </a:r>
            <a:r>
              <a:rPr lang="en-ID" dirty="0"/>
              <a:t>() </a:t>
            </a:r>
            <a:r>
              <a:rPr lang="en-ID" dirty="0" err="1"/>
              <a:t>dalam</a:t>
            </a:r>
            <a:r>
              <a:rPr lang="en-ID" dirty="0"/>
              <a:t> Activity, </a:t>
            </a:r>
            <a:r>
              <a:rPr lang="en-ID" dirty="0" err="1"/>
              <a:t>inisiasikan</a:t>
            </a:r>
            <a:r>
              <a:rPr lang="en-ID" dirty="0"/>
              <a:t> </a:t>
            </a:r>
            <a:r>
              <a:rPr lang="en-ID" dirty="0" err="1"/>
              <a:t>RecyclerView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adapter dan </a:t>
            </a:r>
            <a:r>
              <a:rPr lang="en-ID" dirty="0" err="1"/>
              <a:t>layoutManager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148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2BB8B3-527C-962C-2409-0DFE0729D1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Terima</a:t>
            </a:r>
            <a:r>
              <a:rPr lang="en-US" dirty="0"/>
              <a:t> Kasih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A40200B-91A5-85B2-0A4F-8493D501D8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03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708</Words>
  <Application>Microsoft Macintosh PowerPoint</Application>
  <PresentationFormat>Widescreen</PresentationFormat>
  <Paragraphs>73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RecyclerView</vt:lpstr>
      <vt:lpstr>Requirement</vt:lpstr>
      <vt:lpstr>Konfigurasi Library di TOML (tergantung Version)</vt:lpstr>
      <vt:lpstr>Penambahan</vt:lpstr>
      <vt:lpstr>Konfigurasi pada BUILD.Gradle (tergantung Version) </vt:lpstr>
      <vt:lpstr>Konseptual</vt:lpstr>
      <vt:lpstr>Recycler View</vt:lpstr>
      <vt:lpstr>List View vs RecyclerView </vt:lpstr>
      <vt:lpstr>Kebutuhan Recycler View</vt:lpstr>
      <vt:lpstr>RecyclerView</vt:lpstr>
      <vt:lpstr>LayoutManager</vt:lpstr>
      <vt:lpstr>Data source</vt:lpstr>
      <vt:lpstr>Layout Item</vt:lpstr>
      <vt:lpstr>Contoh Layout Item</vt:lpstr>
      <vt:lpstr>RecyclerView.Adapter</vt:lpstr>
      <vt:lpstr>Function RecyclerView.Adapter</vt:lpstr>
      <vt:lpstr>RecyclerView.ViewHolder</vt:lpstr>
      <vt:lpstr>Langkah-langkah menggunakan RecyclerView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RecyclerView</dc:title>
  <dc:creator>winarno</dc:creator>
  <cp:lastModifiedBy>winarno</cp:lastModifiedBy>
  <cp:revision>13</cp:revision>
  <dcterms:created xsi:type="dcterms:W3CDTF">2024-04-18T04:30:33Z</dcterms:created>
  <dcterms:modified xsi:type="dcterms:W3CDTF">2024-04-18T06:06:07Z</dcterms:modified>
</cp:coreProperties>
</file>