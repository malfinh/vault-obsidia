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8" r:id="rId3"/>
    <p:sldId id="290" r:id="rId4"/>
    <p:sldId id="291" r:id="rId5"/>
    <p:sldId id="292" r:id="rId6"/>
    <p:sldId id="293" r:id="rId7"/>
    <p:sldId id="300" r:id="rId8"/>
    <p:sldId id="294" r:id="rId9"/>
    <p:sldId id="295" r:id="rId10"/>
    <p:sldId id="296" r:id="rId11"/>
    <p:sldId id="297" r:id="rId12"/>
    <p:sldId id="298" r:id="rId13"/>
    <p:sldId id="299" r:id="rId14"/>
    <p:sldId id="301" r:id="rId15"/>
    <p:sldId id="302" r:id="rId16"/>
    <p:sldId id="277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lyan Hendrasuryawan" initials="BH" lastIdx="2" clrIdx="0">
    <p:extLst>
      <p:ext uri="{19B8F6BF-5375-455C-9EA6-DF929625EA0E}">
        <p15:presenceInfo xmlns:p15="http://schemas.microsoft.com/office/powerpoint/2012/main" userId="S::brilyan@bpklipi.id::6cc8fdd1-6bb4-48f4-8275-13f4201941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9719-90EE-4DEE-97EC-5DE16BF9FCC6}" type="datetimeFigureOut">
              <a:rPr lang="en-ID" smtClean="0"/>
              <a:t>18/05/2025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8FFF-A32B-4D5B-A182-D7C887EB80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9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14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73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37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78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0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6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0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png">
            <a:extLst>
              <a:ext uri="{FF2B5EF4-FFF2-40B4-BE49-F238E27FC236}">
                <a16:creationId xmlns:a16="http://schemas.microsoft.com/office/drawing/2014/main" id="{AABD62F7-89DB-3A76-32B2-AEE7CD274E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45785"/>
            <a:ext cx="2009637" cy="57606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E7F7608-BB46-7956-CF79-07A37BBC1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52" y="1052736"/>
            <a:ext cx="54360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PENGEMBANGAN APLIKASI BERGERAK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DDDDB-D103-5585-B926-9FC55D8163EC}"/>
              </a:ext>
            </a:extLst>
          </p:cNvPr>
          <p:cNvSpPr txBox="1"/>
          <p:nvPr/>
        </p:nvSpPr>
        <p:spPr>
          <a:xfrm>
            <a:off x="7013885" y="6287204"/>
            <a:ext cx="2130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>
                <a:latin typeface="Arial" pitchFamily="34" charset="0"/>
                <a:cs typeface="Arial" pitchFamily="34" charset="0"/>
              </a:rPr>
              <a:t>Team Teaching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FE3DC-D676-79DE-7234-5DDE84ABA746}"/>
              </a:ext>
            </a:extLst>
          </p:cNvPr>
          <p:cNvSpPr txBox="1"/>
          <p:nvPr/>
        </p:nvSpPr>
        <p:spPr>
          <a:xfrm>
            <a:off x="3563888" y="3388351"/>
            <a:ext cx="1499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Sensor</a:t>
            </a:r>
            <a:endParaRPr lang="id-ID" sz="3200" b="1" dirty="0"/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US" sz="240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86298-9533-C47E-921A-03300F14C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69975"/>
            <a:ext cx="5472608" cy="4446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B76E28-D1B0-8D63-2A15-AEAD4097B584}"/>
              </a:ext>
            </a:extLst>
          </p:cNvPr>
          <p:cNvSpPr txBox="1"/>
          <p:nvPr/>
        </p:nvSpPr>
        <p:spPr>
          <a:xfrm>
            <a:off x="539957" y="5733256"/>
            <a:ext cx="85370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Kebanyakan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Device Android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Built-in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terpasang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sensor-sensor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mengukur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gerakan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orientasi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2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dirty="0" err="1"/>
              <a:t>Paltform</a:t>
            </a:r>
            <a:r>
              <a:rPr lang="en-US" sz="2400" dirty="0"/>
              <a:t> Android </a:t>
            </a:r>
            <a:r>
              <a:rPr lang="en-US" sz="2400" dirty="0" err="1"/>
              <a:t>mendukung</a:t>
            </a:r>
            <a:r>
              <a:rPr lang="en-US" sz="2400" dirty="0"/>
              <a:t> 3 </a:t>
            </a:r>
            <a:r>
              <a:rPr lang="en-US" sz="2400" dirty="0" err="1"/>
              <a:t>Kategori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Sensor :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Motion Sensors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Environment Sensors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i-FI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Position Sensors</a:t>
            </a:r>
          </a:p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8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dirty="0"/>
              <a:t>Motion Sensor 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Sensor ini mengukur kekuatan akselerasi dan kekuatan rotasi sepanjang tiga sumbu. Kategori ini meliputi kecepatan, sensor gravitasi, giroskop,   dan sensor vektor rotasi.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0A9C6-789C-F44B-4B43-A9D0EE742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432" y="3183652"/>
            <a:ext cx="6120680" cy="347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5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dirty="0"/>
              <a:t>Environment Sensors 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Sensor ini mengukur berbagai parameter lingkungan, seperti suhu udara dan tekanan, pencahayaan, dan kelembaban. Kategori ini meliputi barometer, fotometer, dan termometer.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8703F2-FABE-BC75-DCF8-9E445D53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441" y="3075930"/>
            <a:ext cx="3387116" cy="363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1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dirty="0"/>
              <a:t>Position Sensors 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Sensor ini mengukur posisi fisik perangkat. Kategori ini meliputi sensor orientasi dan magnetometer.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17AC6-DA5E-74DA-F416-722EE6D7E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455" y="2794725"/>
            <a:ext cx="2583088" cy="396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5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C30F-0336-7200-D482-02B0C121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47B92CD1-3AB4-4940-AD79-DB551B7E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8670D8-E3FF-C82C-5606-E1FF846F541B}"/>
              </a:ext>
            </a:extLst>
          </p:cNvPr>
          <p:cNvSpPr txBox="1">
            <a:spLocks/>
          </p:cNvSpPr>
          <p:nvPr/>
        </p:nvSpPr>
        <p:spPr>
          <a:xfrm>
            <a:off x="294909" y="1678312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b="0" dirty="0" err="1"/>
              <a:t>Jenis</a:t>
            </a:r>
            <a:r>
              <a:rPr lang="en-US" sz="2400" b="0" dirty="0"/>
              <a:t> sensor pada platform Android juga </a:t>
            </a:r>
            <a:r>
              <a:rPr lang="en-US" sz="2400" b="0" dirty="0" err="1"/>
              <a:t>dapat</a:t>
            </a:r>
            <a:r>
              <a:rPr lang="en-US" sz="2400" b="0" dirty="0"/>
              <a:t> </a:t>
            </a:r>
            <a:r>
              <a:rPr lang="en-US" sz="2400" b="0" dirty="0" err="1"/>
              <a:t>dibedakan</a:t>
            </a:r>
            <a:r>
              <a:rPr lang="en-US" sz="2400" b="0" dirty="0"/>
              <a:t> </a:t>
            </a:r>
            <a:r>
              <a:rPr lang="en-US" sz="2400" b="0" dirty="0" err="1"/>
              <a:t>menjadi</a:t>
            </a:r>
            <a:r>
              <a:rPr lang="en-US" sz="2400" b="0" dirty="0"/>
              <a:t>:</a:t>
            </a:r>
          </a:p>
          <a:p>
            <a:endParaRPr lang="en-US" sz="2400" b="0" dirty="0"/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3B1BA-BFD7-8FD0-A6A1-4E23A931558A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679499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3C7262-13E7-DE0C-F3E6-893952180BC9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17A91-42EF-D5A9-4878-F2C026FA9999}"/>
              </a:ext>
            </a:extLst>
          </p:cNvPr>
          <p:cNvSpPr txBox="1"/>
          <p:nvPr/>
        </p:nvSpPr>
        <p:spPr>
          <a:xfrm>
            <a:off x="319268" y="2060267"/>
            <a:ext cx="83602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d-ID" sz="2000" b="1" dirty="0"/>
              <a:t>Hardware-</a:t>
            </a:r>
            <a:r>
              <a:rPr lang="id-ID" sz="2000" b="1" dirty="0" err="1"/>
              <a:t>based</a:t>
            </a:r>
            <a:r>
              <a:rPr lang="id-ID" sz="2000" b="1" dirty="0"/>
              <a:t> sensor</a:t>
            </a:r>
            <a:endParaRPr lang="en-US" sz="2000" b="1" dirty="0"/>
          </a:p>
          <a:p>
            <a:pPr marL="690563" indent="-342900" algn="just">
              <a:buFont typeface="Arial" panose="020B0604020202020204" pitchFamily="34" charset="0"/>
              <a:buChar char="•"/>
            </a:pPr>
            <a:r>
              <a:rPr lang="id-ID" sz="2000" dirty="0"/>
              <a:t>Sensor yang komponen fisiknya diintegrasikan ke perangkat Android. Data sensor didapatkan dengan mengukur secara langsung </a:t>
            </a:r>
            <a:r>
              <a:rPr lang="id-ID" sz="2000" dirty="0" err="1"/>
              <a:t>specific</a:t>
            </a:r>
            <a:r>
              <a:rPr lang="id-ID" sz="2000" dirty="0"/>
              <a:t> </a:t>
            </a:r>
            <a:r>
              <a:rPr lang="id-ID" sz="2000" dirty="0" err="1"/>
              <a:t>environmental</a:t>
            </a:r>
            <a:r>
              <a:rPr lang="id-ID" sz="2000" dirty="0"/>
              <a:t> </a:t>
            </a:r>
            <a:r>
              <a:rPr lang="id-ID" sz="2000" dirty="0" err="1"/>
              <a:t>properties</a:t>
            </a:r>
            <a:r>
              <a:rPr lang="id-ID" sz="2000" dirty="0"/>
              <a:t>, misalnya </a:t>
            </a:r>
            <a:r>
              <a:rPr lang="id-ID" sz="2000" dirty="0" err="1"/>
              <a:t>acceleration</a:t>
            </a:r>
            <a:r>
              <a:rPr lang="id-ID" sz="2000" dirty="0"/>
              <a:t>, kekuatan medan magnet, atau perubahan sudut kemiringan perangkat.</a:t>
            </a:r>
            <a:endParaRPr lang="en-US" sz="2000" dirty="0"/>
          </a:p>
          <a:p>
            <a:pPr algn="just"/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d-ID" sz="2000" b="1" dirty="0" err="1"/>
              <a:t>Sofware-based</a:t>
            </a:r>
            <a:r>
              <a:rPr lang="id-ID" sz="2000" b="1" dirty="0"/>
              <a:t> sensor</a:t>
            </a:r>
            <a:endParaRPr lang="en-US" sz="2000" b="1" dirty="0"/>
          </a:p>
          <a:p>
            <a:pPr marL="690563" indent="-342900" algn="just">
              <a:buFont typeface="Arial" panose="020B0604020202020204" pitchFamily="34" charset="0"/>
              <a:buChar char="•"/>
            </a:pPr>
            <a:r>
              <a:rPr lang="id-ID" sz="2000" dirty="0"/>
              <a:t>Disebut juga virtual sensor. Sensor ini tidak memiliki komponen fisik namun meniru perilaku </a:t>
            </a:r>
            <a:r>
              <a:rPr lang="id-ID" sz="2000" dirty="0" err="1"/>
              <a:t>hadrware-based</a:t>
            </a:r>
            <a:r>
              <a:rPr lang="id-ID" sz="2000" dirty="0"/>
              <a:t> sensor. Data diperoleh dari satu atau gabungan beberapa </a:t>
            </a:r>
            <a:r>
              <a:rPr lang="id-ID" sz="2000" dirty="0" err="1"/>
              <a:t>hardware-based</a:t>
            </a:r>
            <a:r>
              <a:rPr lang="id-ID" sz="2000" dirty="0"/>
              <a:t> sensor. Contoh </a:t>
            </a:r>
            <a:r>
              <a:rPr lang="id-ID" sz="2000" dirty="0" err="1"/>
              <a:t>sofware-based</a:t>
            </a:r>
            <a:r>
              <a:rPr lang="id-ID" sz="2000" dirty="0"/>
              <a:t> sensor adalah linear </a:t>
            </a:r>
            <a:r>
              <a:rPr lang="id-ID" sz="2000" dirty="0" err="1"/>
              <a:t>acceleration</a:t>
            </a:r>
            <a:r>
              <a:rPr lang="id-ID" sz="2000" dirty="0"/>
              <a:t> sensor dan </a:t>
            </a:r>
            <a:r>
              <a:rPr lang="id-ID" sz="2000" dirty="0" err="1"/>
              <a:t>the</a:t>
            </a:r>
            <a:r>
              <a:rPr lang="id-ID" sz="2000" dirty="0"/>
              <a:t> </a:t>
            </a:r>
            <a:r>
              <a:rPr lang="id-ID" sz="2000" dirty="0" err="1"/>
              <a:t>gravity</a:t>
            </a:r>
            <a:r>
              <a:rPr lang="id-ID" sz="2000" dirty="0"/>
              <a:t> sensor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60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49091" y="1304081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r>
              <a:rPr lang="en-US" sz="2400" dirty="0" err="1"/>
              <a:t>Menggunakan</a:t>
            </a:r>
            <a:r>
              <a:rPr lang="en-US" sz="2400" dirty="0"/>
              <a:t> Sensor 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960D0-9A0D-34E6-59C5-35CFD6B4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589115"/>
            <a:ext cx="6649106" cy="504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1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Orientation Sensor VS Proximity Sensor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4B1C1-4780-93BD-2689-274971786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469" y="2030730"/>
            <a:ext cx="6865620" cy="279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6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Orientation Sensor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C8C7-9D0F-0482-6825-B94006DA7356}"/>
              </a:ext>
            </a:extLst>
          </p:cNvPr>
          <p:cNvSpPr txBox="1"/>
          <p:nvPr/>
        </p:nvSpPr>
        <p:spPr>
          <a:xfrm>
            <a:off x="515615" y="1534924"/>
            <a:ext cx="86283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Orientation Sensor merupakan perpaduan antara Accelerometer sensor dan Geomagnetic sensor. Berdasarkan dua sensor tersebut, maka akan muncul data tiga dimensi, yaitu:</a:t>
            </a:r>
          </a:p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3E9F32-61E8-CEAC-9090-948637662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2" y="2859629"/>
            <a:ext cx="4099560" cy="29456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536FEF-AD6D-E442-1407-F523246D64A7}"/>
              </a:ext>
            </a:extLst>
          </p:cNvPr>
          <p:cNvSpPr txBox="1"/>
          <p:nvPr/>
        </p:nvSpPr>
        <p:spPr>
          <a:xfrm>
            <a:off x="4932040" y="2838652"/>
            <a:ext cx="4211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Azimuth : Sudut yang terbentuk antara arah kutub utara dengan sumbu Y pada device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Pitch : Sudut berdasarkan sumbu 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Roll : Sudut berdasarkan sumbu Y	 	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55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Orientation Sensor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C8C7-9D0F-0482-6825-B94006DA7356}"/>
              </a:ext>
            </a:extLst>
          </p:cNvPr>
          <p:cNvSpPr txBox="1"/>
          <p:nvPr/>
        </p:nvSpPr>
        <p:spPr>
          <a:xfrm>
            <a:off x="515615" y="1534924"/>
            <a:ext cx="86283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Contoh penggunaan dalam aplikasi</a:t>
            </a:r>
          </a:p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24A956-9596-0490-8E21-BE95335B9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015249"/>
            <a:ext cx="3672408" cy="473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37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Proximity Sensor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C8C7-9D0F-0482-6825-B94006DA7356}"/>
              </a:ext>
            </a:extLst>
          </p:cNvPr>
          <p:cNvSpPr txBox="1"/>
          <p:nvPr/>
        </p:nvSpPr>
        <p:spPr>
          <a:xfrm>
            <a:off x="322919" y="1539817"/>
            <a:ext cx="88527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Proximity Sensor merupakan sensor jarak yang biasanya digunakan pada ponsel berlayar sentuh dan berada di bagian depan dengan dua lensa mirip kamera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Sensor ini akan menghasilkan 1 data yang berupa </a:t>
            </a:r>
            <a:r>
              <a:rPr lang="fi-FI" sz="2000" i="1" dirty="0"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/jarak sensor  dengan benda terdekat dalam satuan cm atau bisa berupa Boolean saja.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921C5E-12AD-6EBE-EF11-6DFE41F0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26" y="3526995"/>
            <a:ext cx="5420162" cy="284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0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Proximity Sensor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DA8DC-D5C9-DF14-DEF0-5C795FBEAD57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741BD-0D7E-C0A5-AE44-940192272649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C8C7-9D0F-0482-6825-B94006DA7356}"/>
              </a:ext>
            </a:extLst>
          </p:cNvPr>
          <p:cNvSpPr txBox="1"/>
          <p:nvPr/>
        </p:nvSpPr>
        <p:spPr>
          <a:xfrm>
            <a:off x="355981" y="1565121"/>
            <a:ext cx="8788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Contoh penggunaan dalam aplikasi :</a:t>
            </a:r>
          </a:p>
          <a:p>
            <a:pPr algn="just"/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Ketika mengangkat telepon, dan device menempel di kulit, </a:t>
            </a:r>
            <a:r>
              <a:rPr lang="fi-FI" b="1" dirty="0">
                <a:latin typeface="Arial" panose="020B0604020202020204" pitchFamily="34" charset="0"/>
                <a:cs typeface="Arial" panose="020B0604020202020204" pitchFamily="34" charset="0"/>
              </a:rPr>
              <a:t>touch screen off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sehingga gesekan tidak mengganggu panggilan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4D77E-94EB-64EE-D518-AEDDE438D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656598"/>
            <a:ext cx="3456384" cy="34658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05722C-465E-FBA9-49FD-F2B62FEBD73B}"/>
              </a:ext>
            </a:extLst>
          </p:cNvPr>
          <p:cNvSpPr txBox="1"/>
          <p:nvPr/>
        </p:nvSpPr>
        <p:spPr>
          <a:xfrm>
            <a:off x="755576" y="6191726"/>
            <a:ext cx="8788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Auto Off Screen ketika flipcase ditutup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7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10BE1-FCD9-555B-ED8F-18AF0581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8538EFFB-C0BC-D1BC-2FA0-AF9AE7C2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EF8280-78D7-94A3-7A18-23A10BC0A702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Sensor-sensor yang </a:t>
            </a:r>
            <a:r>
              <a:rPr lang="en-US" sz="2400" dirty="0" err="1"/>
              <a:t>tersedia</a:t>
            </a:r>
            <a:r>
              <a:rPr lang="en-US" sz="2400" dirty="0"/>
              <a:t> di platform Android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A2C8-9718-6931-BF79-EF33364F97A2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92C7D9-188A-D500-7691-8E740B0C224F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9E033-41CC-754F-43E9-E92871266D7F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166167-9766-0070-DF4A-E8C2C7E3AB02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D1D833-E689-2DCC-464D-877DD7C70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" y="1637989"/>
            <a:ext cx="9144000" cy="441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6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0C42-5F9E-C090-F146-BFBA0816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76D64F4-A6B8-5131-3743-A98AB26D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pPr algn="ctr"/>
            <a:r>
              <a:rPr lang="en-US" sz="3200" dirty="0"/>
              <a:t>Sensor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15CD38-ABE2-758D-E75C-74AF05069D2D}"/>
              </a:ext>
            </a:extLst>
          </p:cNvPr>
          <p:cNvSpPr txBox="1">
            <a:spLocks/>
          </p:cNvSpPr>
          <p:nvPr/>
        </p:nvSpPr>
        <p:spPr>
          <a:xfrm>
            <a:off x="467544" y="1481845"/>
            <a:ext cx="8676456" cy="1665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Sensor-sensor yang </a:t>
            </a:r>
            <a:r>
              <a:rPr lang="en-US" sz="2400" dirty="0" err="1"/>
              <a:t>tersedia</a:t>
            </a:r>
            <a:r>
              <a:rPr lang="en-US" sz="2400" dirty="0"/>
              <a:t> di platform Android</a:t>
            </a:r>
          </a:p>
          <a:p>
            <a:endParaRPr lang="en-US" sz="2400" dirty="0"/>
          </a:p>
          <a:p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092E-7C15-ABBA-CCA0-0C66586457C6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9EF9B2-3269-2EEE-3D8C-3B4127E07CF4}"/>
              </a:ext>
            </a:extLst>
          </p:cNvPr>
          <p:cNvSpPr txBox="1">
            <a:spLocks/>
          </p:cNvSpPr>
          <p:nvPr/>
        </p:nvSpPr>
        <p:spPr>
          <a:xfrm>
            <a:off x="330221" y="1412776"/>
            <a:ext cx="8483557" cy="5040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800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823F4-F14E-DBBC-C210-B1E004B2CD1D}"/>
              </a:ext>
            </a:extLst>
          </p:cNvPr>
          <p:cNvSpPr txBox="1"/>
          <p:nvPr/>
        </p:nvSpPr>
        <p:spPr>
          <a:xfrm>
            <a:off x="550504" y="2167989"/>
            <a:ext cx="8397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CF171-DDAD-D88D-656C-FB28C8A6A50C}"/>
              </a:ext>
            </a:extLst>
          </p:cNvPr>
          <p:cNvSpPr txBox="1"/>
          <p:nvPr/>
        </p:nvSpPr>
        <p:spPr>
          <a:xfrm>
            <a:off x="319267" y="2060267"/>
            <a:ext cx="8774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i-FI" sz="2000" dirty="0">
                <a:latin typeface="Arial" panose="020B0604020202020204" pitchFamily="34" charset="0"/>
                <a:cs typeface="Arial" panose="020B0604020202020204" pitchFamily="34" charset="0"/>
              </a:rPr>
              <a:t>	 	 	 	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4413D-F030-14AD-F068-FBAD41A3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481846"/>
            <a:ext cx="9057795" cy="516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8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B574-4F84-6139-CA0D-8EF9456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43" y="1772816"/>
            <a:ext cx="6564313" cy="410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791676-2319-6047-CD74-AC8635E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69975"/>
          </a:xfrm>
        </p:spPr>
        <p:txBody>
          <a:bodyPr/>
          <a:lstStyle/>
          <a:p>
            <a:pPr algn="ctr"/>
            <a:r>
              <a:rPr lang="id-ID" sz="4400" b="1" kern="0" dirty="0">
                <a:solidFill>
                  <a:srgbClr val="4985E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Terima Kasih</a:t>
            </a:r>
            <a:endParaRPr lang="en-ID" sz="4400" b="1" kern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6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8818</TotalTime>
  <Words>565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Sensor</vt:lpstr>
      <vt:lpstr>Terima Kasih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Arif Rohmadi</cp:lastModifiedBy>
  <cp:revision>167</cp:revision>
  <dcterms:created xsi:type="dcterms:W3CDTF">2014-04-01T16:35:38Z</dcterms:created>
  <dcterms:modified xsi:type="dcterms:W3CDTF">2025-05-18T05:59:00Z</dcterms:modified>
</cp:coreProperties>
</file>