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3" r:id="rId21"/>
    <p:sldId id="276" r:id="rId22"/>
    <p:sldId id="277" r:id="rId23"/>
    <p:sldId id="278" r:id="rId24"/>
    <p:sldId id="279" r:id="rId25"/>
    <p:sldId id="280" r:id="rId26"/>
    <p:sldId id="274" r:id="rId2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D99C6-7B50-4A48-8B00-0DA6BDAA5BAB}" v="19" dt="2026-02-22T04:21:59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f Rohmadi" userId="7ac86e76-d45a-43aa-833d-7b563e006102" providerId="ADAL" clId="{A72D99C6-7B50-4A48-8B00-0DA6BDAA5BAB}"/>
    <pc:docChg chg="undo custSel addSld modSld">
      <pc:chgData name="Arif Rohmadi" userId="7ac86e76-d45a-43aa-833d-7b563e006102" providerId="ADAL" clId="{A72D99C6-7B50-4A48-8B00-0DA6BDAA5BAB}" dt="2026-02-22T04:21:06.487" v="987" actId="34135"/>
      <pc:docMkLst>
        <pc:docMk/>
      </pc:docMkLst>
      <pc:sldChg chg="addSp modSp mod setBg">
        <pc:chgData name="Arif Rohmadi" userId="7ac86e76-d45a-43aa-833d-7b563e006102" providerId="ADAL" clId="{A72D99C6-7B50-4A48-8B00-0DA6BDAA5BAB}" dt="2026-02-22T01:47:02.421" v="0" actId="26606"/>
        <pc:sldMkLst>
          <pc:docMk/>
          <pc:sldMk cId="208454143" sldId="256"/>
        </pc:sldMkLst>
        <pc:spChg chg="mo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2" creationId="{3A95A01D-B90F-354E-93CD-1547CB96B014}"/>
          </ac:spMkLst>
        </pc:spChg>
        <pc:spChg chg="mo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3" creationId="{BF0C7F2B-1ACA-B705-69C6-8EDD8330DDEB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8" creationId="{1A3C89F8-0D2F-47FF-B903-151248265F47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10" creationId="{C5CB530E-515E-412C-9DF1-5F8FFBD6F383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12" creationId="{712D4376-A578-4FF1-94FC-245E7A6A489F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14" creationId="{AEA7509D-F04F-40CB-A0B3-EEF16499CC9F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18" creationId="{508BEF50-7B1E-49A4-BC19-5F4F1D755E64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20" creationId="{3FBAD350-5664-4811-A208-657FB882D350}"/>
          </ac:spMkLst>
        </pc:spChg>
        <pc:spChg chg="add">
          <ac:chgData name="Arif Rohmadi" userId="7ac86e76-d45a-43aa-833d-7b563e006102" providerId="ADAL" clId="{A72D99C6-7B50-4A48-8B00-0DA6BDAA5BAB}" dt="2026-02-22T01:47:02.421" v="0" actId="26606"/>
          <ac:spMkLst>
            <pc:docMk/>
            <pc:sldMk cId="208454143" sldId="256"/>
            <ac:spMk id="22" creationId="{C39ADB8F-D187-49D7-BDCF-C1B6DC727068}"/>
          </ac:spMkLst>
        </pc:spChg>
        <pc:cxnChg chg="add">
          <ac:chgData name="Arif Rohmadi" userId="7ac86e76-d45a-43aa-833d-7b563e006102" providerId="ADAL" clId="{A72D99C6-7B50-4A48-8B00-0DA6BDAA5BAB}" dt="2026-02-22T01:47:02.421" v="0" actId="26606"/>
          <ac:cxnSpMkLst>
            <pc:docMk/>
            <pc:sldMk cId="208454143" sldId="256"/>
            <ac:cxnSpMk id="16" creationId="{56020367-4FD5-4596-8E10-C5F095CD8DBF}"/>
          </ac:cxnSpMkLst>
        </pc:cxnChg>
      </pc:sldChg>
      <pc:sldChg chg="modSp mod">
        <pc:chgData name="Arif Rohmadi" userId="7ac86e76-d45a-43aa-833d-7b563e006102" providerId="ADAL" clId="{A72D99C6-7B50-4A48-8B00-0DA6BDAA5BAB}" dt="2026-02-22T01:51:10.531" v="134" actId="179"/>
        <pc:sldMkLst>
          <pc:docMk/>
          <pc:sldMk cId="268614729" sldId="257"/>
        </pc:sldMkLst>
        <pc:spChg chg="mod">
          <ac:chgData name="Arif Rohmadi" userId="7ac86e76-d45a-43aa-833d-7b563e006102" providerId="ADAL" clId="{A72D99C6-7B50-4A48-8B00-0DA6BDAA5BAB}" dt="2026-02-22T01:49:02.131" v="23" actId="20577"/>
          <ac:spMkLst>
            <pc:docMk/>
            <pc:sldMk cId="268614729" sldId="257"/>
            <ac:spMk id="2" creationId="{E0F24680-2B4B-8A01-E36F-FB26D9CBAE96}"/>
          </ac:spMkLst>
        </pc:spChg>
        <pc:spChg chg="mod">
          <ac:chgData name="Arif Rohmadi" userId="7ac86e76-d45a-43aa-833d-7b563e006102" providerId="ADAL" clId="{A72D99C6-7B50-4A48-8B00-0DA6BDAA5BAB}" dt="2026-02-22T01:51:10.531" v="134" actId="179"/>
          <ac:spMkLst>
            <pc:docMk/>
            <pc:sldMk cId="268614729" sldId="257"/>
            <ac:spMk id="3" creationId="{97329C1F-B0CD-DF9D-FCE5-117F794C5C49}"/>
          </ac:spMkLst>
        </pc:spChg>
      </pc:sldChg>
      <pc:sldChg chg="modSp new mod">
        <pc:chgData name="Arif Rohmadi" userId="7ac86e76-d45a-43aa-833d-7b563e006102" providerId="ADAL" clId="{A72D99C6-7B50-4A48-8B00-0DA6BDAA5BAB}" dt="2026-02-22T01:52:08.157" v="161" actId="20577"/>
        <pc:sldMkLst>
          <pc:docMk/>
          <pc:sldMk cId="2546439167" sldId="258"/>
        </pc:sldMkLst>
        <pc:spChg chg="mod">
          <ac:chgData name="Arif Rohmadi" userId="7ac86e76-d45a-43aa-833d-7b563e006102" providerId="ADAL" clId="{A72D99C6-7B50-4A48-8B00-0DA6BDAA5BAB}" dt="2026-02-22T01:51:20.841" v="149" actId="20577"/>
          <ac:spMkLst>
            <pc:docMk/>
            <pc:sldMk cId="2546439167" sldId="258"/>
            <ac:spMk id="2" creationId="{5DFB5B38-C471-4737-6BF0-82BEAA020E50}"/>
          </ac:spMkLst>
        </pc:spChg>
        <pc:spChg chg="mod">
          <ac:chgData name="Arif Rohmadi" userId="7ac86e76-d45a-43aa-833d-7b563e006102" providerId="ADAL" clId="{A72D99C6-7B50-4A48-8B00-0DA6BDAA5BAB}" dt="2026-02-22T01:52:08.157" v="161" actId="20577"/>
          <ac:spMkLst>
            <pc:docMk/>
            <pc:sldMk cId="2546439167" sldId="258"/>
            <ac:spMk id="3" creationId="{F9B572B2-9322-88EF-4433-EBFE5787DE56}"/>
          </ac:spMkLst>
        </pc:spChg>
      </pc:sldChg>
      <pc:sldChg chg="modSp new mod">
        <pc:chgData name="Arif Rohmadi" userId="7ac86e76-d45a-43aa-833d-7b563e006102" providerId="ADAL" clId="{A72D99C6-7B50-4A48-8B00-0DA6BDAA5BAB}" dt="2026-02-22T01:58:55.696" v="237" actId="5793"/>
        <pc:sldMkLst>
          <pc:docMk/>
          <pc:sldMk cId="4208845119" sldId="259"/>
        </pc:sldMkLst>
        <pc:spChg chg="mod">
          <ac:chgData name="Arif Rohmadi" userId="7ac86e76-d45a-43aa-833d-7b563e006102" providerId="ADAL" clId="{A72D99C6-7B50-4A48-8B00-0DA6BDAA5BAB}" dt="2026-02-22T01:57:33.341" v="172" actId="20577"/>
          <ac:spMkLst>
            <pc:docMk/>
            <pc:sldMk cId="4208845119" sldId="259"/>
            <ac:spMk id="2" creationId="{1E8804AD-5DD5-8117-15E0-8AEDF56CC989}"/>
          </ac:spMkLst>
        </pc:spChg>
        <pc:spChg chg="mod">
          <ac:chgData name="Arif Rohmadi" userId="7ac86e76-d45a-43aa-833d-7b563e006102" providerId="ADAL" clId="{A72D99C6-7B50-4A48-8B00-0DA6BDAA5BAB}" dt="2026-02-22T01:58:55.696" v="237" actId="5793"/>
          <ac:spMkLst>
            <pc:docMk/>
            <pc:sldMk cId="4208845119" sldId="259"/>
            <ac:spMk id="3" creationId="{7218D81F-79FF-4B84-0A18-D3F9E4B686A1}"/>
          </ac:spMkLst>
        </pc:spChg>
      </pc:sldChg>
      <pc:sldChg chg="addSp delSp modSp new mod">
        <pc:chgData name="Arif Rohmadi" userId="7ac86e76-d45a-43aa-833d-7b563e006102" providerId="ADAL" clId="{A72D99C6-7B50-4A48-8B00-0DA6BDAA5BAB}" dt="2026-02-22T02:17:01.108" v="256" actId="14100"/>
        <pc:sldMkLst>
          <pc:docMk/>
          <pc:sldMk cId="1683589481" sldId="260"/>
        </pc:sldMkLst>
        <pc:spChg chg="add del mod">
          <ac:chgData name="Arif Rohmadi" userId="7ac86e76-d45a-43aa-833d-7b563e006102" providerId="ADAL" clId="{A72D99C6-7B50-4A48-8B00-0DA6BDAA5BAB}" dt="2026-02-22T02:16:17.808" v="253" actId="12"/>
          <ac:spMkLst>
            <pc:docMk/>
            <pc:sldMk cId="1683589481" sldId="260"/>
            <ac:spMk id="3" creationId="{15584E02-7921-490D-4D11-C30956FD0DCB}"/>
          </ac:spMkLst>
        </pc:spChg>
        <pc:spChg chg="add mod">
          <ac:chgData name="Arif Rohmadi" userId="7ac86e76-d45a-43aa-833d-7b563e006102" providerId="ADAL" clId="{A72D99C6-7B50-4A48-8B00-0DA6BDAA5BAB}" dt="2026-02-22T02:07:56.622" v="241"/>
          <ac:spMkLst>
            <pc:docMk/>
            <pc:sldMk cId="1683589481" sldId="260"/>
            <ac:spMk id="4" creationId="{DE8F88CE-3FFD-4940-B3CC-ADFBCC14E729}"/>
          </ac:spMkLst>
        </pc:spChg>
        <pc:picChg chg="add mod">
          <ac:chgData name="Arif Rohmadi" userId="7ac86e76-d45a-43aa-833d-7b563e006102" providerId="ADAL" clId="{A72D99C6-7B50-4A48-8B00-0DA6BDAA5BAB}" dt="2026-02-22T02:17:01.108" v="256" actId="14100"/>
          <ac:picMkLst>
            <pc:docMk/>
            <pc:sldMk cId="1683589481" sldId="260"/>
            <ac:picMk id="6" creationId="{8B98520E-C06F-F51B-0BBD-75E44A853C55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2:28:07.351" v="324" actId="20577"/>
        <pc:sldMkLst>
          <pc:docMk/>
          <pc:sldMk cId="3525734246" sldId="261"/>
        </pc:sldMkLst>
        <pc:spChg chg="mod">
          <ac:chgData name="Arif Rohmadi" userId="7ac86e76-d45a-43aa-833d-7b563e006102" providerId="ADAL" clId="{A72D99C6-7B50-4A48-8B00-0DA6BDAA5BAB}" dt="2026-02-22T02:24:01.867" v="312" actId="20577"/>
          <ac:spMkLst>
            <pc:docMk/>
            <pc:sldMk cId="3525734246" sldId="261"/>
            <ac:spMk id="2" creationId="{7FF129C6-0A07-8BEE-8716-C59B7C9C1B16}"/>
          </ac:spMkLst>
        </pc:spChg>
        <pc:spChg chg="mod">
          <ac:chgData name="Arif Rohmadi" userId="7ac86e76-d45a-43aa-833d-7b563e006102" providerId="ADAL" clId="{A72D99C6-7B50-4A48-8B00-0DA6BDAA5BAB}" dt="2026-02-22T02:24:49.798" v="313"/>
          <ac:spMkLst>
            <pc:docMk/>
            <pc:sldMk cId="3525734246" sldId="261"/>
            <ac:spMk id="3" creationId="{7E4F4759-D02E-EDD7-FEB8-DB661F06EDEC}"/>
          </ac:spMkLst>
        </pc:spChg>
        <pc:spChg chg="add mod">
          <ac:chgData name="Arif Rohmadi" userId="7ac86e76-d45a-43aa-833d-7b563e006102" providerId="ADAL" clId="{A72D99C6-7B50-4A48-8B00-0DA6BDAA5BAB}" dt="2026-02-22T02:28:07.351" v="324" actId="20577"/>
          <ac:spMkLst>
            <pc:docMk/>
            <pc:sldMk cId="3525734246" sldId="261"/>
            <ac:spMk id="5" creationId="{3C4E248A-046E-5027-E07D-B7E979D8E4EF}"/>
          </ac:spMkLst>
        </pc:spChg>
      </pc:sldChg>
      <pc:sldChg chg="modSp new mod">
        <pc:chgData name="Arif Rohmadi" userId="7ac86e76-d45a-43aa-833d-7b563e006102" providerId="ADAL" clId="{A72D99C6-7B50-4A48-8B00-0DA6BDAA5BAB}" dt="2026-02-22T02:19:40.368" v="276" actId="20577"/>
        <pc:sldMkLst>
          <pc:docMk/>
          <pc:sldMk cId="3136143767" sldId="262"/>
        </pc:sldMkLst>
        <pc:spChg chg="mod">
          <ac:chgData name="Arif Rohmadi" userId="7ac86e76-d45a-43aa-833d-7b563e006102" providerId="ADAL" clId="{A72D99C6-7B50-4A48-8B00-0DA6BDAA5BAB}" dt="2026-02-22T02:18:15.677" v="270" actId="20577"/>
          <ac:spMkLst>
            <pc:docMk/>
            <pc:sldMk cId="3136143767" sldId="262"/>
            <ac:spMk id="2" creationId="{162EB2A8-7609-9783-380F-D7FC3EA13799}"/>
          </ac:spMkLst>
        </pc:spChg>
        <pc:spChg chg="mod">
          <ac:chgData name="Arif Rohmadi" userId="7ac86e76-d45a-43aa-833d-7b563e006102" providerId="ADAL" clId="{A72D99C6-7B50-4A48-8B00-0DA6BDAA5BAB}" dt="2026-02-22T02:19:40.368" v="276" actId="20577"/>
          <ac:spMkLst>
            <pc:docMk/>
            <pc:sldMk cId="3136143767" sldId="262"/>
            <ac:spMk id="3" creationId="{B69BD7F1-1B0C-91B0-6174-B37303BE61FE}"/>
          </ac:spMkLst>
        </pc:spChg>
      </pc:sldChg>
      <pc:sldChg chg="addSp modSp new mod">
        <pc:chgData name="Arif Rohmadi" userId="7ac86e76-d45a-43aa-833d-7b563e006102" providerId="ADAL" clId="{A72D99C6-7B50-4A48-8B00-0DA6BDAA5BAB}" dt="2026-02-22T02:23:42.491" v="297" actId="20577"/>
        <pc:sldMkLst>
          <pc:docMk/>
          <pc:sldMk cId="1682140744" sldId="263"/>
        </pc:sldMkLst>
        <pc:spChg chg="mod">
          <ac:chgData name="Arif Rohmadi" userId="7ac86e76-d45a-43aa-833d-7b563e006102" providerId="ADAL" clId="{A72D99C6-7B50-4A48-8B00-0DA6BDAA5BAB}" dt="2026-02-22T02:23:42.491" v="297" actId="20577"/>
          <ac:spMkLst>
            <pc:docMk/>
            <pc:sldMk cId="1682140744" sldId="263"/>
            <ac:spMk id="2" creationId="{A1390C5C-799B-8840-E888-7E450576FA9F}"/>
          </ac:spMkLst>
        </pc:spChg>
        <pc:spChg chg="mod">
          <ac:chgData name="Arif Rohmadi" userId="7ac86e76-d45a-43aa-833d-7b563e006102" providerId="ADAL" clId="{A72D99C6-7B50-4A48-8B00-0DA6BDAA5BAB}" dt="2026-02-22T02:22:46.302" v="280" actId="12"/>
          <ac:spMkLst>
            <pc:docMk/>
            <pc:sldMk cId="1682140744" sldId="263"/>
            <ac:spMk id="3" creationId="{C8B8EC35-462C-8645-F7FB-DAEF1F4FA31F}"/>
          </ac:spMkLst>
        </pc:spChg>
        <pc:picChg chg="add mod">
          <ac:chgData name="Arif Rohmadi" userId="7ac86e76-d45a-43aa-833d-7b563e006102" providerId="ADAL" clId="{A72D99C6-7B50-4A48-8B00-0DA6BDAA5BAB}" dt="2026-02-22T02:23:26.513" v="284" actId="1076"/>
          <ac:picMkLst>
            <pc:docMk/>
            <pc:sldMk cId="1682140744" sldId="263"/>
            <ac:picMk id="5" creationId="{F66189C3-4CA1-5264-5547-949603A9F762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2:38:29.282" v="414" actId="14100"/>
        <pc:sldMkLst>
          <pc:docMk/>
          <pc:sldMk cId="4105252613" sldId="264"/>
        </pc:sldMkLst>
        <pc:spChg chg="mod">
          <ac:chgData name="Arif Rohmadi" userId="7ac86e76-d45a-43aa-833d-7b563e006102" providerId="ADAL" clId="{A72D99C6-7B50-4A48-8B00-0DA6BDAA5BAB}" dt="2026-02-22T02:28:37.221" v="347" actId="20577"/>
          <ac:spMkLst>
            <pc:docMk/>
            <pc:sldMk cId="4105252613" sldId="264"/>
            <ac:spMk id="2" creationId="{9E13D288-A497-1C9B-3968-9C1424E51A0D}"/>
          </ac:spMkLst>
        </pc:spChg>
        <pc:spChg chg="mod">
          <ac:chgData name="Arif Rohmadi" userId="7ac86e76-d45a-43aa-833d-7b563e006102" providerId="ADAL" clId="{A72D99C6-7B50-4A48-8B00-0DA6BDAA5BAB}" dt="2026-02-22T02:36:06.295" v="402"/>
          <ac:spMkLst>
            <pc:docMk/>
            <pc:sldMk cId="4105252613" sldId="264"/>
            <ac:spMk id="3" creationId="{90171984-2625-3DF6-88F3-94550397F932}"/>
          </ac:spMkLst>
        </pc:spChg>
        <pc:spChg chg="add mod">
          <ac:chgData name="Arif Rohmadi" userId="7ac86e76-d45a-43aa-833d-7b563e006102" providerId="ADAL" clId="{A72D99C6-7B50-4A48-8B00-0DA6BDAA5BAB}" dt="2026-02-22T02:38:29.282" v="414" actId="14100"/>
          <ac:spMkLst>
            <pc:docMk/>
            <pc:sldMk cId="4105252613" sldId="264"/>
            <ac:spMk id="5" creationId="{EEA83E1B-05AA-5B98-978F-1564C6D57872}"/>
          </ac:spMkLst>
        </pc:spChg>
      </pc:sldChg>
      <pc:sldChg chg="addSp modSp new mod">
        <pc:chgData name="Arif Rohmadi" userId="7ac86e76-d45a-43aa-833d-7b563e006102" providerId="ADAL" clId="{A72D99C6-7B50-4A48-8B00-0DA6BDAA5BAB}" dt="2026-02-22T02:48:12.009" v="444" actId="1076"/>
        <pc:sldMkLst>
          <pc:docMk/>
          <pc:sldMk cId="20888555" sldId="265"/>
        </pc:sldMkLst>
        <pc:spChg chg="mod">
          <ac:chgData name="Arif Rohmadi" userId="7ac86e76-d45a-43aa-833d-7b563e006102" providerId="ADAL" clId="{A72D99C6-7B50-4A48-8B00-0DA6BDAA5BAB}" dt="2026-02-22T02:47:35.304" v="437" actId="20577"/>
          <ac:spMkLst>
            <pc:docMk/>
            <pc:sldMk cId="20888555" sldId="265"/>
            <ac:spMk id="2" creationId="{3EF95240-D13E-6D25-417F-FA66B064271E}"/>
          </ac:spMkLst>
        </pc:spChg>
        <pc:spChg chg="mod">
          <ac:chgData name="Arif Rohmadi" userId="7ac86e76-d45a-43aa-833d-7b563e006102" providerId="ADAL" clId="{A72D99C6-7B50-4A48-8B00-0DA6BDAA5BAB}" dt="2026-02-22T02:47:40.178" v="438" actId="5793"/>
          <ac:spMkLst>
            <pc:docMk/>
            <pc:sldMk cId="20888555" sldId="265"/>
            <ac:spMk id="3" creationId="{5328952F-A5D9-7506-11E6-DA6C6C8E0C6E}"/>
          </ac:spMkLst>
        </pc:spChg>
        <pc:picChg chg="add mod">
          <ac:chgData name="Arif Rohmadi" userId="7ac86e76-d45a-43aa-833d-7b563e006102" providerId="ADAL" clId="{A72D99C6-7B50-4A48-8B00-0DA6BDAA5BAB}" dt="2026-02-22T02:48:12.009" v="444" actId="1076"/>
          <ac:picMkLst>
            <pc:docMk/>
            <pc:sldMk cId="20888555" sldId="265"/>
            <ac:picMk id="5" creationId="{F04CAA85-13ED-F193-7589-B2EC159FCC17}"/>
          </ac:picMkLst>
        </pc:picChg>
      </pc:sldChg>
      <pc:sldChg chg="addSp delSp modSp new mod">
        <pc:chgData name="Arif Rohmadi" userId="7ac86e76-d45a-43aa-833d-7b563e006102" providerId="ADAL" clId="{A72D99C6-7B50-4A48-8B00-0DA6BDAA5BAB}" dt="2026-02-22T02:53:37.445" v="511" actId="20577"/>
        <pc:sldMkLst>
          <pc:docMk/>
          <pc:sldMk cId="837417002" sldId="266"/>
        </pc:sldMkLst>
        <pc:spChg chg="mod">
          <ac:chgData name="Arif Rohmadi" userId="7ac86e76-d45a-43aa-833d-7b563e006102" providerId="ADAL" clId="{A72D99C6-7B50-4A48-8B00-0DA6BDAA5BAB}" dt="2026-02-22T02:53:37.445" v="511" actId="20577"/>
          <ac:spMkLst>
            <pc:docMk/>
            <pc:sldMk cId="837417002" sldId="266"/>
            <ac:spMk id="3" creationId="{19C38586-5792-EA6E-A819-61ECD9119DF2}"/>
          </ac:spMkLst>
        </pc:spChg>
        <pc:spChg chg="add del mod">
          <ac:chgData name="Arif Rohmadi" userId="7ac86e76-d45a-43aa-833d-7b563e006102" providerId="ADAL" clId="{A72D99C6-7B50-4A48-8B00-0DA6BDAA5BAB}" dt="2026-02-22T02:50:38.532" v="487"/>
          <ac:spMkLst>
            <pc:docMk/>
            <pc:sldMk cId="837417002" sldId="266"/>
            <ac:spMk id="5" creationId="{5F98E6A8-B6DD-F9D8-6268-0AF78E7D47D5}"/>
          </ac:spMkLst>
        </pc:spChg>
        <pc:spChg chg="add del">
          <ac:chgData name="Arif Rohmadi" userId="7ac86e76-d45a-43aa-833d-7b563e006102" providerId="ADAL" clId="{A72D99C6-7B50-4A48-8B00-0DA6BDAA5BAB}" dt="2026-02-22T02:53:03.319" v="490" actId="22"/>
          <ac:spMkLst>
            <pc:docMk/>
            <pc:sldMk cId="837417002" sldId="266"/>
            <ac:spMk id="7" creationId="{81EAC981-B5E6-6C98-309B-DCE0F37230B2}"/>
          </ac:spMkLst>
        </pc:spChg>
      </pc:sldChg>
      <pc:sldChg chg="modSp new mod">
        <pc:chgData name="Arif Rohmadi" userId="7ac86e76-d45a-43aa-833d-7b563e006102" providerId="ADAL" clId="{A72D99C6-7B50-4A48-8B00-0DA6BDAA5BAB}" dt="2026-02-22T03:24:23.468" v="530" actId="12"/>
        <pc:sldMkLst>
          <pc:docMk/>
          <pc:sldMk cId="3195395148" sldId="267"/>
        </pc:sldMkLst>
        <pc:spChg chg="mod">
          <ac:chgData name="Arif Rohmadi" userId="7ac86e76-d45a-43aa-833d-7b563e006102" providerId="ADAL" clId="{A72D99C6-7B50-4A48-8B00-0DA6BDAA5BAB}" dt="2026-02-22T03:23:39.426" v="528" actId="20577"/>
          <ac:spMkLst>
            <pc:docMk/>
            <pc:sldMk cId="3195395148" sldId="267"/>
            <ac:spMk id="2" creationId="{0958DE8E-6746-F64D-8023-FB0715FF50E6}"/>
          </ac:spMkLst>
        </pc:spChg>
        <pc:spChg chg="mod">
          <ac:chgData name="Arif Rohmadi" userId="7ac86e76-d45a-43aa-833d-7b563e006102" providerId="ADAL" clId="{A72D99C6-7B50-4A48-8B00-0DA6BDAA5BAB}" dt="2026-02-22T03:24:23.468" v="530" actId="12"/>
          <ac:spMkLst>
            <pc:docMk/>
            <pc:sldMk cId="3195395148" sldId="267"/>
            <ac:spMk id="3" creationId="{B3A208E6-0947-7494-567F-63DFCD427E92}"/>
          </ac:spMkLst>
        </pc:spChg>
      </pc:sldChg>
      <pc:sldChg chg="addSp modSp new mod">
        <pc:chgData name="Arif Rohmadi" userId="7ac86e76-d45a-43aa-833d-7b563e006102" providerId="ADAL" clId="{A72D99C6-7B50-4A48-8B00-0DA6BDAA5BAB}" dt="2026-02-22T03:25:34.440" v="562" actId="14100"/>
        <pc:sldMkLst>
          <pc:docMk/>
          <pc:sldMk cId="260812748" sldId="268"/>
        </pc:sldMkLst>
        <pc:spChg chg="mod">
          <ac:chgData name="Arif Rohmadi" userId="7ac86e76-d45a-43aa-833d-7b563e006102" providerId="ADAL" clId="{A72D99C6-7B50-4A48-8B00-0DA6BDAA5BAB}" dt="2026-02-22T03:25:14.721" v="554" actId="20577"/>
          <ac:spMkLst>
            <pc:docMk/>
            <pc:sldMk cId="260812748" sldId="268"/>
            <ac:spMk id="2" creationId="{BB1202C0-2616-9090-32F0-14615D231AA6}"/>
          </ac:spMkLst>
        </pc:spChg>
        <pc:spChg chg="mod">
          <ac:chgData name="Arif Rohmadi" userId="7ac86e76-d45a-43aa-833d-7b563e006102" providerId="ADAL" clId="{A72D99C6-7B50-4A48-8B00-0DA6BDAA5BAB}" dt="2026-02-22T03:25:30.220" v="561" actId="14100"/>
          <ac:spMkLst>
            <pc:docMk/>
            <pc:sldMk cId="260812748" sldId="268"/>
            <ac:spMk id="3" creationId="{8FFFA775-AA81-D055-2698-4BB49A5DA2A1}"/>
          </ac:spMkLst>
        </pc:spChg>
        <pc:picChg chg="add mod">
          <ac:chgData name="Arif Rohmadi" userId="7ac86e76-d45a-43aa-833d-7b563e006102" providerId="ADAL" clId="{A72D99C6-7B50-4A48-8B00-0DA6BDAA5BAB}" dt="2026-02-22T03:25:34.440" v="562" actId="14100"/>
          <ac:picMkLst>
            <pc:docMk/>
            <pc:sldMk cId="260812748" sldId="268"/>
            <ac:picMk id="5" creationId="{9605A120-1892-E607-A3E9-772161B5D6F8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3:26:19.783" v="569" actId="14100"/>
        <pc:sldMkLst>
          <pc:docMk/>
          <pc:sldMk cId="2297362935" sldId="269"/>
        </pc:sldMkLst>
        <pc:spChg chg="mod">
          <ac:chgData name="Arif Rohmadi" userId="7ac86e76-d45a-43aa-833d-7b563e006102" providerId="ADAL" clId="{A72D99C6-7B50-4A48-8B00-0DA6BDAA5BAB}" dt="2026-02-22T03:25:52.081" v="564"/>
          <ac:spMkLst>
            <pc:docMk/>
            <pc:sldMk cId="2297362935" sldId="269"/>
            <ac:spMk id="2" creationId="{5BF7275C-8ABA-C1D7-2425-D13B558E0C42}"/>
          </ac:spMkLst>
        </pc:spChg>
        <pc:spChg chg="mod">
          <ac:chgData name="Arif Rohmadi" userId="7ac86e76-d45a-43aa-833d-7b563e006102" providerId="ADAL" clId="{A72D99C6-7B50-4A48-8B00-0DA6BDAA5BAB}" dt="2026-02-22T03:25:53.924" v="565" actId="5793"/>
          <ac:spMkLst>
            <pc:docMk/>
            <pc:sldMk cId="2297362935" sldId="269"/>
            <ac:spMk id="3" creationId="{1AA6C999-80A9-7F16-2F3D-2255F0DC9FA8}"/>
          </ac:spMkLst>
        </pc:spChg>
        <pc:picChg chg="add mod">
          <ac:chgData name="Arif Rohmadi" userId="7ac86e76-d45a-43aa-833d-7b563e006102" providerId="ADAL" clId="{A72D99C6-7B50-4A48-8B00-0DA6BDAA5BAB}" dt="2026-02-22T03:26:19.783" v="569" actId="14100"/>
          <ac:picMkLst>
            <pc:docMk/>
            <pc:sldMk cId="2297362935" sldId="269"/>
            <ac:picMk id="5" creationId="{C6A6FB50-8C21-4DA5-94F1-A6780DA7A72F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3:26:51.071" v="576" actId="14100"/>
        <pc:sldMkLst>
          <pc:docMk/>
          <pc:sldMk cId="430866872" sldId="270"/>
        </pc:sldMkLst>
        <pc:spChg chg="mod">
          <ac:chgData name="Arif Rohmadi" userId="7ac86e76-d45a-43aa-833d-7b563e006102" providerId="ADAL" clId="{A72D99C6-7B50-4A48-8B00-0DA6BDAA5BAB}" dt="2026-02-22T03:26:32.893" v="571"/>
          <ac:spMkLst>
            <pc:docMk/>
            <pc:sldMk cId="430866872" sldId="270"/>
            <ac:spMk id="2" creationId="{7A273A56-B16B-A379-DA6A-5CD3A4E028F3}"/>
          </ac:spMkLst>
        </pc:spChg>
        <pc:spChg chg="mod">
          <ac:chgData name="Arif Rohmadi" userId="7ac86e76-d45a-43aa-833d-7b563e006102" providerId="ADAL" clId="{A72D99C6-7B50-4A48-8B00-0DA6BDAA5BAB}" dt="2026-02-22T03:26:33.844" v="572" actId="5793"/>
          <ac:spMkLst>
            <pc:docMk/>
            <pc:sldMk cId="430866872" sldId="270"/>
            <ac:spMk id="3" creationId="{8B799625-951A-4957-9B27-96715A2810EC}"/>
          </ac:spMkLst>
        </pc:spChg>
        <pc:picChg chg="add mod">
          <ac:chgData name="Arif Rohmadi" userId="7ac86e76-d45a-43aa-833d-7b563e006102" providerId="ADAL" clId="{A72D99C6-7B50-4A48-8B00-0DA6BDAA5BAB}" dt="2026-02-22T03:26:51.071" v="576" actId="14100"/>
          <ac:picMkLst>
            <pc:docMk/>
            <pc:sldMk cId="430866872" sldId="270"/>
            <ac:picMk id="5" creationId="{C6905C26-25FB-A681-C685-8A1F2470CA5B}"/>
          </ac:picMkLst>
        </pc:picChg>
      </pc:sldChg>
      <pc:sldChg chg="addSp delSp modSp new mod">
        <pc:chgData name="Arif Rohmadi" userId="7ac86e76-d45a-43aa-833d-7b563e006102" providerId="ADAL" clId="{A72D99C6-7B50-4A48-8B00-0DA6BDAA5BAB}" dt="2026-02-22T03:34:03.043" v="602" actId="1076"/>
        <pc:sldMkLst>
          <pc:docMk/>
          <pc:sldMk cId="1928493135" sldId="271"/>
        </pc:sldMkLst>
        <pc:spChg chg="mod">
          <ac:chgData name="Arif Rohmadi" userId="7ac86e76-d45a-43aa-833d-7b563e006102" providerId="ADAL" clId="{A72D99C6-7B50-4A48-8B00-0DA6BDAA5BAB}" dt="2026-02-22T03:27:09.970" v="594" actId="20577"/>
          <ac:spMkLst>
            <pc:docMk/>
            <pc:sldMk cId="1928493135" sldId="271"/>
            <ac:spMk id="2" creationId="{DA023F66-FCCA-986B-E08E-B9C2E6EBDC81}"/>
          </ac:spMkLst>
        </pc:spChg>
        <pc:spChg chg="mod">
          <ac:chgData name="Arif Rohmadi" userId="7ac86e76-d45a-43aa-833d-7b563e006102" providerId="ADAL" clId="{A72D99C6-7B50-4A48-8B00-0DA6BDAA5BAB}" dt="2026-02-22T03:27:11.490" v="595" actId="5793"/>
          <ac:spMkLst>
            <pc:docMk/>
            <pc:sldMk cId="1928493135" sldId="271"/>
            <ac:spMk id="3" creationId="{759AB608-873F-F6FF-7E8C-B5C854850197}"/>
          </ac:spMkLst>
        </pc:spChg>
        <pc:picChg chg="add del mod">
          <ac:chgData name="Arif Rohmadi" userId="7ac86e76-d45a-43aa-833d-7b563e006102" providerId="ADAL" clId="{A72D99C6-7B50-4A48-8B00-0DA6BDAA5BAB}" dt="2026-02-22T03:33:59.376" v="600" actId="478"/>
          <ac:picMkLst>
            <pc:docMk/>
            <pc:sldMk cId="1928493135" sldId="271"/>
            <ac:picMk id="5" creationId="{CC6645C0-1897-A35D-5BC5-10E15CBB890F}"/>
          </ac:picMkLst>
        </pc:picChg>
        <pc:picChg chg="add mod">
          <ac:chgData name="Arif Rohmadi" userId="7ac86e76-d45a-43aa-833d-7b563e006102" providerId="ADAL" clId="{A72D99C6-7B50-4A48-8B00-0DA6BDAA5BAB}" dt="2026-02-22T03:34:03.043" v="602" actId="1076"/>
          <ac:picMkLst>
            <pc:docMk/>
            <pc:sldMk cId="1928493135" sldId="271"/>
            <ac:picMk id="7" creationId="{32EBF987-0FAB-CC61-09C4-615EB34C6F79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3:36:54.504" v="641" actId="1076"/>
        <pc:sldMkLst>
          <pc:docMk/>
          <pc:sldMk cId="1321719693" sldId="272"/>
        </pc:sldMkLst>
        <pc:spChg chg="mod">
          <ac:chgData name="Arif Rohmadi" userId="7ac86e76-d45a-43aa-833d-7b563e006102" providerId="ADAL" clId="{A72D99C6-7B50-4A48-8B00-0DA6BDAA5BAB}" dt="2026-02-22T03:35:36.929" v="612" actId="20577"/>
          <ac:spMkLst>
            <pc:docMk/>
            <pc:sldMk cId="1321719693" sldId="272"/>
            <ac:spMk id="2" creationId="{5D7A7F9A-CC07-124B-ACDD-8E1A30613D06}"/>
          </ac:spMkLst>
        </pc:spChg>
        <pc:spChg chg="mod">
          <ac:chgData name="Arif Rohmadi" userId="7ac86e76-d45a-43aa-833d-7b563e006102" providerId="ADAL" clId="{A72D99C6-7B50-4A48-8B00-0DA6BDAA5BAB}" dt="2026-02-22T03:36:43.722" v="636" actId="5793"/>
          <ac:spMkLst>
            <pc:docMk/>
            <pc:sldMk cId="1321719693" sldId="272"/>
            <ac:spMk id="3" creationId="{8F049A4A-FB10-8F2E-BF50-F447AA2163C8}"/>
          </ac:spMkLst>
        </pc:spChg>
        <pc:picChg chg="add mod">
          <ac:chgData name="Arif Rohmadi" userId="7ac86e76-d45a-43aa-833d-7b563e006102" providerId="ADAL" clId="{A72D99C6-7B50-4A48-8B00-0DA6BDAA5BAB}" dt="2026-02-22T03:36:54.504" v="641" actId="1076"/>
          <ac:picMkLst>
            <pc:docMk/>
            <pc:sldMk cId="1321719693" sldId="272"/>
            <ac:picMk id="5" creationId="{70D05016-F3AD-4F1E-8DC5-0EED5C36E4BD}"/>
          </ac:picMkLst>
        </pc:picChg>
      </pc:sldChg>
      <pc:sldChg chg="modSp new mod">
        <pc:chgData name="Arif Rohmadi" userId="7ac86e76-d45a-43aa-833d-7b563e006102" providerId="ADAL" clId="{A72D99C6-7B50-4A48-8B00-0DA6BDAA5BAB}" dt="2026-02-22T03:47:02.534" v="691" actId="20577"/>
        <pc:sldMkLst>
          <pc:docMk/>
          <pc:sldMk cId="1571859839" sldId="273"/>
        </pc:sldMkLst>
        <pc:spChg chg="mod">
          <ac:chgData name="Arif Rohmadi" userId="7ac86e76-d45a-43aa-833d-7b563e006102" providerId="ADAL" clId="{A72D99C6-7B50-4A48-8B00-0DA6BDAA5BAB}" dt="2026-02-22T03:35:46.810" v="617" actId="20577"/>
          <ac:spMkLst>
            <pc:docMk/>
            <pc:sldMk cId="1571859839" sldId="273"/>
            <ac:spMk id="2" creationId="{EFD6C4CF-B5DD-ADE7-CDB6-03FB7836FB43}"/>
          </ac:spMkLst>
        </pc:spChg>
        <pc:spChg chg="mod">
          <ac:chgData name="Arif Rohmadi" userId="7ac86e76-d45a-43aa-833d-7b563e006102" providerId="ADAL" clId="{A72D99C6-7B50-4A48-8B00-0DA6BDAA5BAB}" dt="2026-02-22T03:47:02.534" v="691" actId="20577"/>
          <ac:spMkLst>
            <pc:docMk/>
            <pc:sldMk cId="1571859839" sldId="273"/>
            <ac:spMk id="3" creationId="{D7AD697D-8E1C-6A1B-D6FC-000F91C48252}"/>
          </ac:spMkLst>
        </pc:spChg>
      </pc:sldChg>
      <pc:sldChg chg="addSp modSp new mod">
        <pc:chgData name="Arif Rohmadi" userId="7ac86e76-d45a-43aa-833d-7b563e006102" providerId="ADAL" clId="{A72D99C6-7B50-4A48-8B00-0DA6BDAA5BAB}" dt="2026-02-22T04:17:20.940" v="848" actId="14100"/>
        <pc:sldMkLst>
          <pc:docMk/>
          <pc:sldMk cId="3684770674" sldId="274"/>
        </pc:sldMkLst>
        <pc:spChg chg="mod">
          <ac:chgData name="Arif Rohmadi" userId="7ac86e76-d45a-43aa-833d-7b563e006102" providerId="ADAL" clId="{A72D99C6-7B50-4A48-8B00-0DA6BDAA5BAB}" dt="2026-02-22T03:35:53.651" v="635" actId="20577"/>
          <ac:spMkLst>
            <pc:docMk/>
            <pc:sldMk cId="3684770674" sldId="274"/>
            <ac:spMk id="2" creationId="{19F7961A-4AED-54C5-62F1-6FD2BDBAE96A}"/>
          </ac:spMkLst>
        </pc:spChg>
        <pc:spChg chg="mod">
          <ac:chgData name="Arif Rohmadi" userId="7ac86e76-d45a-43aa-833d-7b563e006102" providerId="ADAL" clId="{A72D99C6-7B50-4A48-8B00-0DA6BDAA5BAB}" dt="2026-02-22T04:14:37.848" v="808" actId="20577"/>
          <ac:spMkLst>
            <pc:docMk/>
            <pc:sldMk cId="3684770674" sldId="274"/>
            <ac:spMk id="3" creationId="{523FF083-EBC1-9902-6BC5-5AEAD2FCE332}"/>
          </ac:spMkLst>
        </pc:spChg>
        <pc:spChg chg="add mod">
          <ac:chgData name="Arif Rohmadi" userId="7ac86e76-d45a-43aa-833d-7b563e006102" providerId="ADAL" clId="{A72D99C6-7B50-4A48-8B00-0DA6BDAA5BAB}" dt="2026-02-22T04:14:31.049" v="805" actId="1076"/>
          <ac:spMkLst>
            <pc:docMk/>
            <pc:sldMk cId="3684770674" sldId="274"/>
            <ac:spMk id="5" creationId="{2F5823C8-B3CD-2725-9C68-8DBA3AA15FA7}"/>
          </ac:spMkLst>
        </pc:spChg>
        <pc:spChg chg="add mod">
          <ac:chgData name="Arif Rohmadi" userId="7ac86e76-d45a-43aa-833d-7b563e006102" providerId="ADAL" clId="{A72D99C6-7B50-4A48-8B00-0DA6BDAA5BAB}" dt="2026-02-22T04:17:05.392" v="845" actId="20577"/>
          <ac:spMkLst>
            <pc:docMk/>
            <pc:sldMk cId="3684770674" sldId="274"/>
            <ac:spMk id="9" creationId="{7EF2421E-540D-B580-848E-FEE9C384B913}"/>
          </ac:spMkLst>
        </pc:spChg>
        <pc:picChg chg="add mod">
          <ac:chgData name="Arif Rohmadi" userId="7ac86e76-d45a-43aa-833d-7b563e006102" providerId="ADAL" clId="{A72D99C6-7B50-4A48-8B00-0DA6BDAA5BAB}" dt="2026-02-22T04:16:13.111" v="811" actId="14100"/>
          <ac:picMkLst>
            <pc:docMk/>
            <pc:sldMk cId="3684770674" sldId="274"/>
            <ac:picMk id="7" creationId="{40B6B533-AAB5-8FDE-0F2E-6621A117CB29}"/>
          </ac:picMkLst>
        </pc:picChg>
        <pc:picChg chg="add mod">
          <ac:chgData name="Arif Rohmadi" userId="7ac86e76-d45a-43aa-833d-7b563e006102" providerId="ADAL" clId="{A72D99C6-7B50-4A48-8B00-0DA6BDAA5BAB}" dt="2026-02-22T04:17:20.940" v="848" actId="14100"/>
          <ac:picMkLst>
            <pc:docMk/>
            <pc:sldMk cId="3684770674" sldId="274"/>
            <ac:picMk id="11" creationId="{295BB26C-36C3-5FD3-B6C8-068228E0632F}"/>
          </ac:picMkLst>
        </pc:picChg>
      </pc:sldChg>
      <pc:sldChg chg="addSp delSp modSp new mod">
        <pc:chgData name="Arif Rohmadi" userId="7ac86e76-d45a-43aa-833d-7b563e006102" providerId="ADAL" clId="{A72D99C6-7B50-4A48-8B00-0DA6BDAA5BAB}" dt="2026-02-22T03:42:13.104" v="650" actId="1076"/>
        <pc:sldMkLst>
          <pc:docMk/>
          <pc:sldMk cId="3597253745" sldId="275"/>
        </pc:sldMkLst>
        <pc:spChg chg="del mod">
          <ac:chgData name="Arif Rohmadi" userId="7ac86e76-d45a-43aa-833d-7b563e006102" providerId="ADAL" clId="{A72D99C6-7B50-4A48-8B00-0DA6BDAA5BAB}" dt="2026-02-22T03:40:29.193" v="644" actId="22"/>
          <ac:spMkLst>
            <pc:docMk/>
            <pc:sldMk cId="3597253745" sldId="275"/>
            <ac:spMk id="3" creationId="{C2771D3B-643C-360F-164E-587E1B0C0D62}"/>
          </ac:spMkLst>
        </pc:spChg>
        <pc:picChg chg="add mod ord">
          <ac:chgData name="Arif Rohmadi" userId="7ac86e76-d45a-43aa-833d-7b563e006102" providerId="ADAL" clId="{A72D99C6-7B50-4A48-8B00-0DA6BDAA5BAB}" dt="2026-02-22T03:40:49.951" v="646" actId="14100"/>
          <ac:picMkLst>
            <pc:docMk/>
            <pc:sldMk cId="3597253745" sldId="275"/>
            <ac:picMk id="5" creationId="{3E44E3E1-0E1C-D2F8-97D9-B8EA966C2A92}"/>
          </ac:picMkLst>
        </pc:picChg>
        <pc:picChg chg="add mod">
          <ac:chgData name="Arif Rohmadi" userId="7ac86e76-d45a-43aa-833d-7b563e006102" providerId="ADAL" clId="{A72D99C6-7B50-4A48-8B00-0DA6BDAA5BAB}" dt="2026-02-22T03:42:13.104" v="650" actId="1076"/>
          <ac:picMkLst>
            <pc:docMk/>
            <pc:sldMk cId="3597253745" sldId="275"/>
            <ac:picMk id="7" creationId="{87025460-724E-A132-C10D-3C0F11AA1A36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3:46:14.205" v="670" actId="14100"/>
        <pc:sldMkLst>
          <pc:docMk/>
          <pc:sldMk cId="2210496238" sldId="276"/>
        </pc:sldMkLst>
        <pc:spChg chg="mod">
          <ac:chgData name="Arif Rohmadi" userId="7ac86e76-d45a-43aa-833d-7b563e006102" providerId="ADAL" clId="{A72D99C6-7B50-4A48-8B00-0DA6BDAA5BAB}" dt="2026-02-22T03:44:04.126" v="666" actId="20577"/>
          <ac:spMkLst>
            <pc:docMk/>
            <pc:sldMk cId="2210496238" sldId="276"/>
            <ac:spMk id="2" creationId="{32CFB24D-77CE-DF5B-2215-6958C7C04584}"/>
          </ac:spMkLst>
        </pc:spChg>
        <pc:spChg chg="mod">
          <ac:chgData name="Arif Rohmadi" userId="7ac86e76-d45a-43aa-833d-7b563e006102" providerId="ADAL" clId="{A72D99C6-7B50-4A48-8B00-0DA6BDAA5BAB}" dt="2026-02-22T03:46:09.143" v="667" actId="5793"/>
          <ac:spMkLst>
            <pc:docMk/>
            <pc:sldMk cId="2210496238" sldId="276"/>
            <ac:spMk id="3" creationId="{29C87B8A-F11F-31A6-EF32-3F10A5991A21}"/>
          </ac:spMkLst>
        </pc:spChg>
        <pc:picChg chg="add mod">
          <ac:chgData name="Arif Rohmadi" userId="7ac86e76-d45a-43aa-833d-7b563e006102" providerId="ADAL" clId="{A72D99C6-7B50-4A48-8B00-0DA6BDAA5BAB}" dt="2026-02-22T03:46:14.205" v="670" actId="14100"/>
          <ac:picMkLst>
            <pc:docMk/>
            <pc:sldMk cId="2210496238" sldId="276"/>
            <ac:picMk id="5" creationId="{C3A6C4AB-8ECC-A052-0ADE-4060E7630721}"/>
          </ac:picMkLst>
        </pc:picChg>
      </pc:sldChg>
      <pc:sldChg chg="addSp delSp modSp new mod">
        <pc:chgData name="Arif Rohmadi" userId="7ac86e76-d45a-43aa-833d-7b563e006102" providerId="ADAL" clId="{A72D99C6-7B50-4A48-8B00-0DA6BDAA5BAB}" dt="2026-02-22T03:58:11.121" v="710" actId="14100"/>
        <pc:sldMkLst>
          <pc:docMk/>
          <pc:sldMk cId="576765756" sldId="277"/>
        </pc:sldMkLst>
        <pc:spChg chg="mod">
          <ac:chgData name="Arif Rohmadi" userId="7ac86e76-d45a-43aa-833d-7b563e006102" providerId="ADAL" clId="{A72D99C6-7B50-4A48-8B00-0DA6BDAA5BAB}" dt="2026-02-22T03:46:35.163" v="681" actId="20577"/>
          <ac:spMkLst>
            <pc:docMk/>
            <pc:sldMk cId="576765756" sldId="277"/>
            <ac:spMk id="2" creationId="{A1544B43-1373-EF23-A516-8A533B78CD04}"/>
          </ac:spMkLst>
        </pc:spChg>
        <pc:spChg chg="mod">
          <ac:chgData name="Arif Rohmadi" userId="7ac86e76-d45a-43aa-833d-7b563e006102" providerId="ADAL" clId="{A72D99C6-7B50-4A48-8B00-0DA6BDAA5BAB}" dt="2026-02-22T03:46:36.613" v="682" actId="5793"/>
          <ac:spMkLst>
            <pc:docMk/>
            <pc:sldMk cId="576765756" sldId="277"/>
            <ac:spMk id="3" creationId="{C34D71F3-DFDD-430B-E193-A211759D4741}"/>
          </ac:spMkLst>
        </pc:spChg>
        <pc:picChg chg="add mod">
          <ac:chgData name="Arif Rohmadi" userId="7ac86e76-d45a-43aa-833d-7b563e006102" providerId="ADAL" clId="{A72D99C6-7B50-4A48-8B00-0DA6BDAA5BAB}" dt="2026-02-22T03:52:32.845" v="695" actId="1076"/>
          <ac:picMkLst>
            <pc:docMk/>
            <pc:sldMk cId="576765756" sldId="277"/>
            <ac:picMk id="5" creationId="{EEA9105C-4A9A-32DD-85B1-C4D8D76BBAC8}"/>
          </ac:picMkLst>
        </pc:picChg>
        <pc:picChg chg="add mod">
          <ac:chgData name="Arif Rohmadi" userId="7ac86e76-d45a-43aa-833d-7b563e006102" providerId="ADAL" clId="{A72D99C6-7B50-4A48-8B00-0DA6BDAA5BAB}" dt="2026-02-22T03:53:15.242" v="699" actId="14100"/>
          <ac:picMkLst>
            <pc:docMk/>
            <pc:sldMk cId="576765756" sldId="277"/>
            <ac:picMk id="7" creationId="{3A09B1D2-212E-82EC-5A56-0E3283351F6A}"/>
          </ac:picMkLst>
        </pc:picChg>
        <pc:picChg chg="add del mod">
          <ac:chgData name="Arif Rohmadi" userId="7ac86e76-d45a-43aa-833d-7b563e006102" providerId="ADAL" clId="{A72D99C6-7B50-4A48-8B00-0DA6BDAA5BAB}" dt="2026-02-22T03:55:13.564" v="703" actId="478"/>
          <ac:picMkLst>
            <pc:docMk/>
            <pc:sldMk cId="576765756" sldId="277"/>
            <ac:picMk id="9" creationId="{6371B5A6-8A69-18A4-C5E4-9C476C11F6BB}"/>
          </ac:picMkLst>
        </pc:picChg>
        <pc:picChg chg="add mod">
          <ac:chgData name="Arif Rohmadi" userId="7ac86e76-d45a-43aa-833d-7b563e006102" providerId="ADAL" clId="{A72D99C6-7B50-4A48-8B00-0DA6BDAA5BAB}" dt="2026-02-22T03:55:30.220" v="707" actId="1076"/>
          <ac:picMkLst>
            <pc:docMk/>
            <pc:sldMk cId="576765756" sldId="277"/>
            <ac:picMk id="11" creationId="{B8C247BC-9F66-6E64-80C3-A334E813B1D3}"/>
          </ac:picMkLst>
        </pc:picChg>
        <pc:picChg chg="add mod">
          <ac:chgData name="Arif Rohmadi" userId="7ac86e76-d45a-43aa-833d-7b563e006102" providerId="ADAL" clId="{A72D99C6-7B50-4A48-8B00-0DA6BDAA5BAB}" dt="2026-02-22T03:58:11.121" v="710" actId="14100"/>
          <ac:picMkLst>
            <pc:docMk/>
            <pc:sldMk cId="576765756" sldId="277"/>
            <ac:picMk id="13" creationId="{7C5D2FF0-8930-94E8-CA30-6849E2D39436}"/>
          </ac:picMkLst>
        </pc:picChg>
      </pc:sldChg>
      <pc:sldChg chg="addSp delSp modSp new mod">
        <pc:chgData name="Arif Rohmadi" userId="7ac86e76-d45a-43aa-833d-7b563e006102" providerId="ADAL" clId="{A72D99C6-7B50-4A48-8B00-0DA6BDAA5BAB}" dt="2026-02-22T04:02:00.616" v="743" actId="1076"/>
        <pc:sldMkLst>
          <pc:docMk/>
          <pc:sldMk cId="2439220867" sldId="278"/>
        </pc:sldMkLst>
        <pc:spChg chg="mod">
          <ac:chgData name="Arif Rohmadi" userId="7ac86e76-d45a-43aa-833d-7b563e006102" providerId="ADAL" clId="{A72D99C6-7B50-4A48-8B00-0DA6BDAA5BAB}" dt="2026-02-22T03:58:40.291" v="729" actId="20577"/>
          <ac:spMkLst>
            <pc:docMk/>
            <pc:sldMk cId="2439220867" sldId="278"/>
            <ac:spMk id="2" creationId="{63CB17BC-2AA6-2E7D-B6CF-F81006035603}"/>
          </ac:spMkLst>
        </pc:spChg>
        <pc:spChg chg="del mod">
          <ac:chgData name="Arif Rohmadi" userId="7ac86e76-d45a-43aa-833d-7b563e006102" providerId="ADAL" clId="{A72D99C6-7B50-4A48-8B00-0DA6BDAA5BAB}" dt="2026-02-22T03:59:53.907" v="731" actId="22"/>
          <ac:spMkLst>
            <pc:docMk/>
            <pc:sldMk cId="2439220867" sldId="278"/>
            <ac:spMk id="3" creationId="{A90EA9D7-35D4-51AC-5592-1CD281C8BB5F}"/>
          </ac:spMkLst>
        </pc:spChg>
        <pc:picChg chg="add mod ord">
          <ac:chgData name="Arif Rohmadi" userId="7ac86e76-d45a-43aa-833d-7b563e006102" providerId="ADAL" clId="{A72D99C6-7B50-4A48-8B00-0DA6BDAA5BAB}" dt="2026-02-22T03:59:59.028" v="734" actId="14100"/>
          <ac:picMkLst>
            <pc:docMk/>
            <pc:sldMk cId="2439220867" sldId="278"/>
            <ac:picMk id="5" creationId="{EC5110CA-EEF9-8EDD-8906-F1DC7D67DE6B}"/>
          </ac:picMkLst>
        </pc:picChg>
        <pc:picChg chg="add del mod">
          <ac:chgData name="Arif Rohmadi" userId="7ac86e76-d45a-43aa-833d-7b563e006102" providerId="ADAL" clId="{A72D99C6-7B50-4A48-8B00-0DA6BDAA5BAB}" dt="2026-02-22T04:00:25.498" v="738" actId="478"/>
          <ac:picMkLst>
            <pc:docMk/>
            <pc:sldMk cId="2439220867" sldId="278"/>
            <ac:picMk id="7" creationId="{706D22C5-DA4F-791B-6500-3C4C59FB0692}"/>
          </ac:picMkLst>
        </pc:picChg>
        <pc:picChg chg="add mod">
          <ac:chgData name="Arif Rohmadi" userId="7ac86e76-d45a-43aa-833d-7b563e006102" providerId="ADAL" clId="{A72D99C6-7B50-4A48-8B00-0DA6BDAA5BAB}" dt="2026-02-22T04:02:00.616" v="743" actId="1076"/>
          <ac:picMkLst>
            <pc:docMk/>
            <pc:sldMk cId="2439220867" sldId="278"/>
            <ac:picMk id="9" creationId="{C4E81696-EE41-8F60-4369-58A2F5343F7E}"/>
          </ac:picMkLst>
        </pc:picChg>
      </pc:sldChg>
      <pc:sldChg chg="addSp modSp new mod">
        <pc:chgData name="Arif Rohmadi" userId="7ac86e76-d45a-43aa-833d-7b563e006102" providerId="ADAL" clId="{A72D99C6-7B50-4A48-8B00-0DA6BDAA5BAB}" dt="2026-02-22T04:05:41.947" v="761" actId="14100"/>
        <pc:sldMkLst>
          <pc:docMk/>
          <pc:sldMk cId="3901682630" sldId="279"/>
        </pc:sldMkLst>
        <pc:spChg chg="mod">
          <ac:chgData name="Arif Rohmadi" userId="7ac86e76-d45a-43aa-833d-7b563e006102" providerId="ADAL" clId="{A72D99C6-7B50-4A48-8B00-0DA6BDAA5BAB}" dt="2026-02-22T04:04:29.955" v="750" actId="20577"/>
          <ac:spMkLst>
            <pc:docMk/>
            <pc:sldMk cId="3901682630" sldId="279"/>
            <ac:spMk id="2" creationId="{1A15A6E5-3658-670A-3271-15C94E266733}"/>
          </ac:spMkLst>
        </pc:spChg>
        <pc:spChg chg="mod">
          <ac:chgData name="Arif Rohmadi" userId="7ac86e76-d45a-43aa-833d-7b563e006102" providerId="ADAL" clId="{A72D99C6-7B50-4A48-8B00-0DA6BDAA5BAB}" dt="2026-02-22T04:04:58.655" v="756" actId="20577"/>
          <ac:spMkLst>
            <pc:docMk/>
            <pc:sldMk cId="3901682630" sldId="279"/>
            <ac:spMk id="3" creationId="{44D3A401-60C7-8F92-E5C0-DE04C8CD2A6B}"/>
          </ac:spMkLst>
        </pc:spChg>
        <pc:picChg chg="add mod">
          <ac:chgData name="Arif Rohmadi" userId="7ac86e76-d45a-43aa-833d-7b563e006102" providerId="ADAL" clId="{A72D99C6-7B50-4A48-8B00-0DA6BDAA5BAB}" dt="2026-02-22T04:05:41.947" v="761" actId="14100"/>
          <ac:picMkLst>
            <pc:docMk/>
            <pc:sldMk cId="3901682630" sldId="279"/>
            <ac:picMk id="5" creationId="{AB6DF4A3-1DF8-C757-0189-EBEF9C8261EC}"/>
          </ac:picMkLst>
        </pc:picChg>
        <pc:picChg chg="add mod">
          <ac:chgData name="Arif Rohmadi" userId="7ac86e76-d45a-43aa-833d-7b563e006102" providerId="ADAL" clId="{A72D99C6-7B50-4A48-8B00-0DA6BDAA5BAB}" dt="2026-02-22T04:05:38.704" v="760" actId="14100"/>
          <ac:picMkLst>
            <pc:docMk/>
            <pc:sldMk cId="3901682630" sldId="279"/>
            <ac:picMk id="7" creationId="{D6EE385F-DE3F-F88C-CB2E-E16648A7D5B4}"/>
          </ac:picMkLst>
        </pc:picChg>
      </pc:sldChg>
      <pc:sldChg chg="addSp delSp modSp new mod setBg">
        <pc:chgData name="Arif Rohmadi" userId="7ac86e76-d45a-43aa-833d-7b563e006102" providerId="ADAL" clId="{A72D99C6-7B50-4A48-8B00-0DA6BDAA5BAB}" dt="2026-02-22T04:10:22.228" v="788" actId="1076"/>
        <pc:sldMkLst>
          <pc:docMk/>
          <pc:sldMk cId="3398374640" sldId="280"/>
        </pc:sldMkLst>
        <pc:spChg chg="mod">
          <ac:chgData name="Arif Rohmadi" userId="7ac86e76-d45a-43aa-833d-7b563e006102" providerId="ADAL" clId="{A72D99C6-7B50-4A48-8B00-0DA6BDAA5BAB}" dt="2026-02-22T04:06:01.675" v="770" actId="20577"/>
          <ac:spMkLst>
            <pc:docMk/>
            <pc:sldMk cId="3398374640" sldId="280"/>
            <ac:spMk id="2" creationId="{EA8E78B3-9CC9-A57F-8F54-F8AA9D53FA2B}"/>
          </ac:spMkLst>
        </pc:spChg>
        <pc:spChg chg="mod">
          <ac:chgData name="Arif Rohmadi" userId="7ac86e76-d45a-43aa-833d-7b563e006102" providerId="ADAL" clId="{A72D99C6-7B50-4A48-8B00-0DA6BDAA5BAB}" dt="2026-02-22T04:06:03.906" v="771" actId="5793"/>
          <ac:spMkLst>
            <pc:docMk/>
            <pc:sldMk cId="3398374640" sldId="280"/>
            <ac:spMk id="3" creationId="{FE9DDE76-3EEF-7F97-7533-1371CD0166F0}"/>
          </ac:spMkLst>
        </pc:spChg>
        <pc:spChg chg="add">
          <ac:chgData name="Arif Rohmadi" userId="7ac86e76-d45a-43aa-833d-7b563e006102" providerId="ADAL" clId="{A72D99C6-7B50-4A48-8B00-0DA6BDAA5BAB}" dt="2026-02-22T04:06:20.382" v="772"/>
          <ac:spMkLst>
            <pc:docMk/>
            <pc:sldMk cId="3398374640" sldId="280"/>
            <ac:spMk id="4" creationId="{1657E1EC-FEC9-4876-225B-35AFD91A627D}"/>
          </ac:spMkLst>
        </pc:spChg>
        <pc:spChg chg="add del">
          <ac:chgData name="Arif Rohmadi" userId="7ac86e76-d45a-43aa-833d-7b563e006102" providerId="ADAL" clId="{A72D99C6-7B50-4A48-8B00-0DA6BDAA5BAB}" dt="2026-02-22T04:07:00.943" v="775" actId="22"/>
          <ac:spMkLst>
            <pc:docMk/>
            <pc:sldMk cId="3398374640" sldId="280"/>
            <ac:spMk id="6" creationId="{E166C493-4BB3-94BD-0BD0-BE9C081D9C4E}"/>
          </ac:spMkLst>
        </pc:spChg>
        <pc:picChg chg="add mod">
          <ac:chgData name="Arif Rohmadi" userId="7ac86e76-d45a-43aa-833d-7b563e006102" providerId="ADAL" clId="{A72D99C6-7B50-4A48-8B00-0DA6BDAA5BAB}" dt="2026-02-22T04:07:15.627" v="778" actId="14100"/>
          <ac:picMkLst>
            <pc:docMk/>
            <pc:sldMk cId="3398374640" sldId="280"/>
            <ac:picMk id="8" creationId="{9D9E5650-CECF-E4FD-7D6C-B7B393056B55}"/>
          </ac:picMkLst>
        </pc:picChg>
        <pc:picChg chg="add mod">
          <ac:chgData name="Arif Rohmadi" userId="7ac86e76-d45a-43aa-833d-7b563e006102" providerId="ADAL" clId="{A72D99C6-7B50-4A48-8B00-0DA6BDAA5BAB}" dt="2026-02-22T04:08:00.079" v="781" actId="14100"/>
          <ac:picMkLst>
            <pc:docMk/>
            <pc:sldMk cId="3398374640" sldId="280"/>
            <ac:picMk id="10" creationId="{6EDAE641-B820-F3D4-CFE3-AD89C277D6E9}"/>
          </ac:picMkLst>
        </pc:picChg>
        <pc:picChg chg="add mod">
          <ac:chgData name="Arif Rohmadi" userId="7ac86e76-d45a-43aa-833d-7b563e006102" providerId="ADAL" clId="{A72D99C6-7B50-4A48-8B00-0DA6BDAA5BAB}" dt="2026-02-22T04:09:45.891" v="784" actId="14100"/>
          <ac:picMkLst>
            <pc:docMk/>
            <pc:sldMk cId="3398374640" sldId="280"/>
            <ac:picMk id="12" creationId="{643A804A-B9A4-433D-0547-7AD4D2F55D20}"/>
          </ac:picMkLst>
        </pc:picChg>
        <pc:picChg chg="add mod">
          <ac:chgData name="Arif Rohmadi" userId="7ac86e76-d45a-43aa-833d-7b563e006102" providerId="ADAL" clId="{A72D99C6-7B50-4A48-8B00-0DA6BDAA5BAB}" dt="2026-02-22T04:10:22.228" v="788" actId="1076"/>
          <ac:picMkLst>
            <pc:docMk/>
            <pc:sldMk cId="3398374640" sldId="280"/>
            <ac:picMk id="14" creationId="{22973593-E2D3-508E-C407-D02D7F93F361}"/>
          </ac:picMkLst>
        </pc:picChg>
      </pc:sldChg>
      <pc:sldChg chg="modSp new mod">
        <pc:chgData name="Arif Rohmadi" userId="7ac86e76-d45a-43aa-833d-7b563e006102" providerId="ADAL" clId="{A72D99C6-7B50-4A48-8B00-0DA6BDAA5BAB}" dt="2026-02-22T04:21:06.487" v="987" actId="34135"/>
        <pc:sldMkLst>
          <pc:docMk/>
          <pc:sldMk cId="1976469019" sldId="281"/>
        </pc:sldMkLst>
        <pc:spChg chg="mod">
          <ac:chgData name="Arif Rohmadi" userId="7ac86e76-d45a-43aa-833d-7b563e006102" providerId="ADAL" clId="{A72D99C6-7B50-4A48-8B00-0DA6BDAA5BAB}" dt="2026-02-22T04:19:29.676" v="983" actId="20577"/>
          <ac:spMkLst>
            <pc:docMk/>
            <pc:sldMk cId="1976469019" sldId="281"/>
            <ac:spMk id="2" creationId="{26A375A3-2F80-BD4D-0320-DCB10746DACA}"/>
          </ac:spMkLst>
        </pc:spChg>
        <pc:spChg chg="mod">
          <ac:chgData name="Arif Rohmadi" userId="7ac86e76-d45a-43aa-833d-7b563e006102" providerId="ADAL" clId="{A72D99C6-7B50-4A48-8B00-0DA6BDAA5BAB}" dt="2026-02-22T04:21:06.487" v="987" actId="34135"/>
          <ac:spMkLst>
            <pc:docMk/>
            <pc:sldMk cId="1976469019" sldId="281"/>
            <ac:spMk id="3" creationId="{2D9ED0E6-31F1-2A2A-5EF9-9D1030955E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5A9B-5187-70CC-23FD-96C686689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81B37-980E-D98D-C5E9-15556B5CB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02A15-57D8-1E99-4D87-860C3D3B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162DE-DA0A-9BD8-1134-7F1C0406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E4F11-60F9-CFBC-D3CB-5A58E037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323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D05D-5608-EA5A-59E9-CD056CF3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9689-02D3-ECF4-DD43-187C23D5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D79F0-03BB-AD99-CB38-0D677380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DFAD1-2C1C-2A3B-C940-83A11E25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593B2-E58E-8FD2-DFB4-BE9065DF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221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B2C2-CCA5-268A-1E0E-D818AFCD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44C3-B09C-24E3-8A1A-1CEDA4E29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CF57-B80F-0D46-4DE4-F9CD64BA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0657-FAB8-6770-C48F-EEACEAE6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9C71-9D97-20C1-4758-F5352C5E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679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377E-F7AB-BD15-F09F-59352BF4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544E-EEDE-0A69-AF53-53E64EC0E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3C3FC-7011-F942-90A6-1659CF734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45693-34A8-CDF4-5A1D-866E65A9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9058B-9E2D-7AA2-57D2-D8F1C531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60DE2-96AF-3EB3-7915-AEC52D6B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979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7A5E-6F32-1600-EC48-A6EC6129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BDDA6-76FC-EFD0-1204-0899F7CBC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DF13E-3DA8-1402-F4C5-5E9155592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BE18F-93D2-DBDF-D7DF-CEEE08188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293A6-A5EF-6EAB-8F1C-18011181C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15FE2-AF76-F361-463F-DF56321F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BED9E-D78A-F97A-C5ED-A31721A4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9E49D-2B0E-463B-FA9D-7D697E22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090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9CB0-3E7A-5724-6F78-8F55E273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ADC39-2650-B188-D4C5-39167AD2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D12A8-6C2B-9DB4-0AD0-1D4D9B7B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C1F6B-4705-8B91-8EFD-8999514F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852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CEEA8-52C7-D986-532A-D151704F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66265-E0A6-4908-CA65-B2131B3F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423C2-2BD7-6C0F-630F-A27C1A40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6825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DBE1-2CE1-1816-3154-CF19B13E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C233B-6CDA-B164-0992-D1AC8DB9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4B0F9-E6E6-5C40-A8FE-A589042A6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FDF96-3B13-A0C4-905A-F7E3FA97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320-AEBF-61E0-6507-23732332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E7541-2E20-CFE1-D54D-BB82D9BE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175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C198-B6A2-25E5-CB4D-0C9F73356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B2072-935B-0338-7615-F68ED96FB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2D2B4-2A3B-DE50-9873-3926D11E1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01D11-4BD7-BC75-3134-CDCC21CB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72F51-E29F-3BCC-D2D7-1ABEC8D8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15CC4-A711-13B6-C3BE-066EBB23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5315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CC72-641A-2BE2-6C84-DDBC9D88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BCE8B-2A36-C1EE-AC08-6AEDDC194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8F80-F506-F98B-03D8-DFAEF02A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496D-3811-7501-4E0D-6375E55B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6CA51-5123-A939-AA38-314A285F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7671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FC378-77E3-B842-D616-F8D3884E8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8695D-1285-C4C2-40C8-5472CDDA0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5600B-B687-D9D6-4E82-2CB38BE3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3A64-A733-4B2F-3BB7-FBF95560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2DC57-CD9C-EE4F-AB23-5D431C37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480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34B99-5A75-874D-9B70-E067DF1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E5595-FB9E-7F21-1787-46D297ACF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55AF5-3CC1-CA35-B72C-9209694F2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049DA-2A51-4E3D-BE26-50211453860E}" type="datetimeFigureOut">
              <a:rPr lang="id-ID" smtClean="0"/>
              <a:t>22/02/2026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5F9A-0279-AD41-9F4D-93F8ED7BC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1E2E2-7F7E-B22E-C190-D39F5EA29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C25B8-0AAD-4515-B0D2-4843DB8C822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252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12" Type="http://schemas.openxmlformats.org/officeDocument/2006/relationships/slide" Target="slide2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20.xml"/><Relationship Id="rId5" Type="http://schemas.openxmlformats.org/officeDocument/2006/relationships/slide" Target="slide8.xml"/><Relationship Id="rId10" Type="http://schemas.openxmlformats.org/officeDocument/2006/relationships/slide" Target="slide18.xml"/><Relationship Id="rId4" Type="http://schemas.openxmlformats.org/officeDocument/2006/relationships/slide" Target="slide7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ww.jetbrains.com/idea/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.kotlinlang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5A01D-B90F-354E-93CD-1547CB9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Kotlin Introduction</a:t>
            </a:r>
            <a:endParaRPr lang="id-ID" sz="8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C7F2B-1ACA-B705-69C6-8EDD8330D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Tim Teaching</a:t>
            </a:r>
            <a:endParaRPr lang="id-ID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75A3-2F80-BD4D-0320-DCB10746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D0E6-31F1-2A2A-5EF9-9D1030955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hlinkClick r:id="rId2" action="ppaction://hlinksldjump"/>
              </a:rPr>
              <a:t>What is Kotlin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Why is Kotlin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Syntax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Output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Comments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Variables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Data Types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Operators</a:t>
            </a:r>
            <a:endParaRPr lang="en-US" dirty="0"/>
          </a:p>
          <a:p>
            <a:r>
              <a:rPr lang="en-US" dirty="0">
                <a:hlinkClick r:id="rId10" action="ppaction://hlinksldjump"/>
              </a:rPr>
              <a:t>Conditions</a:t>
            </a:r>
            <a:endParaRPr lang="en-US" dirty="0"/>
          </a:p>
          <a:p>
            <a:r>
              <a:rPr lang="en-US" dirty="0">
                <a:hlinkClick r:id="rId11" action="ppaction://hlinksldjump"/>
              </a:rPr>
              <a:t>Loop</a:t>
            </a:r>
            <a:endParaRPr lang="en-US" dirty="0"/>
          </a:p>
          <a:p>
            <a:r>
              <a:rPr lang="en-US" dirty="0">
                <a:hlinkClick r:id="rId12" action="ppaction://hlinksldjump"/>
              </a:rPr>
              <a:t>Functions</a:t>
            </a:r>
            <a:endParaRPr lang="en-US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7646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4680-2B4B-8A01-E36F-FB26D9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Kotlin?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9C1F-B0CD-DF9D-FCE5-117F794C5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noProof="0" dirty="0"/>
              <a:t>Kotlin is a modern, trending programming language.</a:t>
            </a:r>
          </a:p>
          <a:p>
            <a:pPr>
              <a:buFontTx/>
              <a:buChar char="-"/>
            </a:pPr>
            <a:r>
              <a:rPr lang="en-US" noProof="0" dirty="0"/>
              <a:t>Released 2016 by JetBrains</a:t>
            </a:r>
          </a:p>
          <a:p>
            <a:pPr marL="0" indent="0">
              <a:buNone/>
            </a:pPr>
            <a:r>
              <a:rPr lang="en-US" noProof="0" dirty="0"/>
              <a:t>- </a:t>
            </a:r>
            <a:r>
              <a:rPr lang="en-US" noProof="0" dirty="0">
                <a:solidFill>
                  <a:srgbClr val="000000"/>
                </a:solidFill>
                <a:latin typeface="Segoe UI" panose="020B0502040204020203" pitchFamily="34" charset="0"/>
              </a:rPr>
              <a:t>B</a:t>
            </a:r>
            <a:r>
              <a:rPr lang="en-US" b="0" i="0" noProof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ecome very popular since it is compatible with Java</a:t>
            </a:r>
            <a:endParaRPr lang="en-US" noProof="0" dirty="0"/>
          </a:p>
          <a:p>
            <a:pPr>
              <a:buFontTx/>
              <a:buChar char="-"/>
            </a:pPr>
            <a:r>
              <a:rPr lang="en-US" noProof="0" dirty="0"/>
              <a:t>Kotlin is used for:</a:t>
            </a:r>
          </a:p>
          <a:p>
            <a:pPr marL="568325"/>
            <a:r>
              <a:rPr lang="en-US" noProof="0" dirty="0"/>
              <a:t>Mobile applications (specially android apps)</a:t>
            </a:r>
          </a:p>
          <a:p>
            <a:pPr marL="568325"/>
            <a:r>
              <a:rPr lang="en-US" noProof="0" dirty="0"/>
              <a:t>Web development</a:t>
            </a:r>
          </a:p>
          <a:p>
            <a:pPr marL="568325"/>
            <a:r>
              <a:rPr lang="en-US" noProof="0" dirty="0"/>
              <a:t>Server side applications</a:t>
            </a:r>
          </a:p>
          <a:p>
            <a:pPr marL="568325"/>
            <a:r>
              <a:rPr lang="en-US" noProof="0" dirty="0"/>
              <a:t>Data science</a:t>
            </a:r>
          </a:p>
          <a:p>
            <a:pPr marL="568325"/>
            <a:r>
              <a:rPr lang="en-US" noProof="0" dirty="0"/>
              <a:t>And much, much more!</a:t>
            </a:r>
          </a:p>
        </p:txBody>
      </p:sp>
    </p:spTree>
    <p:extLst>
      <p:ext uri="{BB962C8B-B14F-4D97-AF65-F5344CB8AC3E}">
        <p14:creationId xmlns:p14="http://schemas.microsoft.com/office/powerpoint/2010/main" val="26861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5B38-C471-4737-6BF0-82BEAA02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Kotlin?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72B2-9322-88EF-4433-EBFE5787D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Fully compatible with Java</a:t>
            </a:r>
          </a:p>
          <a:p>
            <a:pPr marL="0" indent="0">
              <a:buNone/>
            </a:pPr>
            <a:r>
              <a:rPr lang="en-US" dirty="0"/>
              <a:t>- Works on different platforms (Windows, Mac, Linux, Raspberry Pi, etc.)</a:t>
            </a:r>
          </a:p>
          <a:p>
            <a:pPr marL="0" indent="0">
              <a:buNone/>
            </a:pPr>
            <a:r>
              <a:rPr lang="en-US" dirty="0"/>
              <a:t>- Concise and safe</a:t>
            </a:r>
          </a:p>
          <a:p>
            <a:pPr marL="0" indent="0">
              <a:buNone/>
            </a:pPr>
            <a:r>
              <a:rPr lang="en-US" dirty="0"/>
              <a:t>- Easy to learn, especially if you already know Java</a:t>
            </a:r>
          </a:p>
          <a:p>
            <a:pPr marL="0" indent="0">
              <a:buNone/>
            </a:pPr>
            <a:r>
              <a:rPr lang="en-US" dirty="0"/>
              <a:t>- Free to use</a:t>
            </a:r>
          </a:p>
          <a:p>
            <a:pPr marL="0" indent="0">
              <a:buNone/>
            </a:pPr>
            <a:r>
              <a:rPr lang="en-US" dirty="0"/>
              <a:t>- Big community/support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4643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04AD-5DD5-8117-15E0-8AEDF56C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IDE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8D81F-79FF-4B84-0A18-D3F9E4B6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Intellij</a:t>
            </a:r>
            <a:r>
              <a:rPr lang="en-US" dirty="0"/>
              <a:t> IDEA </a:t>
            </a:r>
            <a:r>
              <a:rPr lang="en-US" dirty="0">
                <a:hlinkClick r:id="rId2"/>
              </a:rPr>
              <a:t>https://www.jetbrains.com/idea/download/</a:t>
            </a:r>
            <a:endParaRPr lang="en-US" dirty="0"/>
          </a:p>
          <a:p>
            <a:r>
              <a:rPr lang="en-US" dirty="0"/>
              <a:t>Visual Studio Code </a:t>
            </a:r>
            <a:r>
              <a:rPr lang="en-US" dirty="0">
                <a:hlinkClick r:id="rId3"/>
              </a:rPr>
              <a:t>https://code.visualstudio.com/</a:t>
            </a:r>
            <a:endParaRPr lang="en-US" dirty="0"/>
          </a:p>
          <a:p>
            <a:r>
              <a:rPr lang="en-US" dirty="0"/>
              <a:t>Playground </a:t>
            </a:r>
            <a:r>
              <a:rPr lang="en-US" dirty="0">
                <a:hlinkClick r:id="rId4"/>
              </a:rPr>
              <a:t>https://play.kotlinlang.org/</a:t>
            </a:r>
            <a:endParaRPr lang="en-US" dirty="0"/>
          </a:p>
          <a:p>
            <a:r>
              <a:rPr lang="en-US" dirty="0"/>
              <a:t>Etc.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0884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A52F-D328-EF2E-A5F5-7D038318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4E02-7921-490D-4D11-C30956FD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8520E-C06F-F51B-0BBD-75E44A853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4880"/>
            <a:ext cx="2240356" cy="50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8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B2A8-7609-9783-380F-D7FC3EA1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Syntax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D7F1-1B0C-91B0-6174-B37303BE6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 keyword is used to declare a function. </a:t>
            </a:r>
            <a:br>
              <a:rPr lang="en-US" dirty="0"/>
            </a:br>
            <a:r>
              <a:rPr lang="en-US" dirty="0"/>
              <a:t>A function is a block of code designed to perform a particular task</a:t>
            </a:r>
          </a:p>
          <a:p>
            <a:endParaRPr lang="en-US" dirty="0"/>
          </a:p>
          <a:p>
            <a:r>
              <a:rPr lang="en-US" dirty="0"/>
              <a:t>The main() function is used to execute code. </a:t>
            </a:r>
            <a:br>
              <a:rPr lang="en-US" dirty="0"/>
            </a:br>
            <a:r>
              <a:rPr lang="en-US" dirty="0"/>
              <a:t>Any code inside the main() function's curly brackets {} will be executed.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3614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0C5C-799B-8840-E888-7E450576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Output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8EC35-462C-8645-F7FB-DAEF1F4FA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World"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"Saya sedang berhitung: 3 + 3 = 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awesome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189C3-4CA1-5264-5547-949603A9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83" y="1825625"/>
            <a:ext cx="4421212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29C6-0A07-8BEE-8716-C59B7C9C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Comments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F4759-D02E-EDD7-FEB8-DB661F06E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Single-line comments starts with two forward slashes (//)</a:t>
            </a:r>
          </a:p>
          <a:p>
            <a:r>
              <a:rPr lang="en-US" dirty="0"/>
              <a:t>Multi-line comments start with /* and ends with */.</a:t>
            </a: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E248A-046E-5027-E07D-B7E979D8E4EF}"/>
              </a:ext>
            </a:extLst>
          </p:cNvPr>
          <p:cNvSpPr txBox="1"/>
          <p:nvPr/>
        </p:nvSpPr>
        <p:spPr>
          <a:xfrm>
            <a:off x="934720" y="3194596"/>
            <a:ext cx="725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("baris ini tidak akan dieksekusi")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("baris ini tidak dieksekusi")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("baris ini juga tidak dieksekusi")*/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73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D288-A497-1C9B-3968-9C1424E5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Variables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1984-2625-3DF6-88F3-94550397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var</a:t>
            </a:r>
            <a:r>
              <a:rPr lang="en-US" dirty="0"/>
              <a:t> or </a:t>
            </a:r>
            <a:r>
              <a:rPr lang="en-US" b="1" dirty="0" err="1"/>
              <a:t>val</a:t>
            </a:r>
            <a:r>
              <a:rPr lang="en-US" dirty="0"/>
              <a:t>, and assign a value to it with the equal sign (</a:t>
            </a:r>
            <a:r>
              <a:rPr lang="en-US" b="1" dirty="0"/>
              <a:t>=</a:t>
            </a:r>
            <a:r>
              <a:rPr lang="en-US" dirty="0"/>
              <a:t>)</a:t>
            </a:r>
          </a:p>
          <a:p>
            <a:r>
              <a:rPr lang="en-US" b="1" dirty="0"/>
              <a:t>var</a:t>
            </a:r>
            <a:r>
              <a:rPr lang="en-US" dirty="0"/>
              <a:t> variables can be changed</a:t>
            </a:r>
          </a:p>
          <a:p>
            <a:r>
              <a:rPr lang="en-US" b="1" dirty="0" err="1"/>
              <a:t>val</a:t>
            </a:r>
            <a:r>
              <a:rPr lang="en-US" dirty="0"/>
              <a:t> variables cannot be changed</a:t>
            </a:r>
          </a:p>
          <a:p>
            <a:r>
              <a:rPr lang="en-US" dirty="0"/>
              <a:t>variables in Kotlin do not need to be declared with a specified type (like "String" for text or "Int" for numbers</a:t>
            </a: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83E1B-05AA-5B98-978F-1564C6D57872}"/>
              </a:ext>
            </a:extLst>
          </p:cNvPr>
          <p:cNvSpPr txBox="1"/>
          <p:nvPr/>
        </p:nvSpPr>
        <p:spPr>
          <a:xfrm>
            <a:off x="838200" y="4484916"/>
            <a:ext cx="3754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birthyear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(birthyear)</a:t>
            </a:r>
          </a:p>
        </p:txBody>
      </p:sp>
    </p:spTree>
    <p:extLst>
      <p:ext uri="{BB962C8B-B14F-4D97-AF65-F5344CB8AC3E}">
        <p14:creationId xmlns:p14="http://schemas.microsoft.com/office/powerpoint/2010/main" val="4105252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5240-D13E-6D25-417F-FA66B064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Data Types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952F-A5D9-7506-11E6-DA6C6C8E0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CAA85-13ED-F193-7589-B2EC159FC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1018"/>
            <a:ext cx="10114280" cy="460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A693-471F-0C8A-33BB-AAAB19DE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38586-5792-EA6E-A819-61ECD9119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 = 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myDoubleNum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5.99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myLetter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'D'          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Char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myBoolean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myText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convert numeric data types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x: Int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y: Long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x.toLong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3741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DE8E-6746-F64D-8023-FB0715FF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Kotlin Operators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208E6-0947-7494-567F-63DFCD427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Arithmetic</a:t>
            </a:r>
            <a:r>
              <a:rPr lang="id-ID" dirty="0"/>
              <a:t> </a:t>
            </a:r>
            <a:r>
              <a:rPr lang="id-ID" dirty="0" err="1"/>
              <a:t>Operators</a:t>
            </a:r>
            <a:r>
              <a:rPr lang="id-ID" dirty="0"/>
              <a:t> (operator matematika)</a:t>
            </a:r>
          </a:p>
          <a:p>
            <a:r>
              <a:rPr lang="id-ID" dirty="0" err="1"/>
              <a:t>Assignment</a:t>
            </a:r>
            <a:r>
              <a:rPr lang="id-ID" dirty="0"/>
              <a:t> </a:t>
            </a:r>
            <a:r>
              <a:rPr lang="id-ID" dirty="0" err="1"/>
              <a:t>Operators</a:t>
            </a:r>
            <a:r>
              <a:rPr lang="id-ID" dirty="0"/>
              <a:t> (operator penugasan)</a:t>
            </a:r>
          </a:p>
          <a:p>
            <a:r>
              <a:rPr lang="id-ID" dirty="0" err="1"/>
              <a:t>Comparison</a:t>
            </a:r>
            <a:r>
              <a:rPr lang="id-ID" dirty="0"/>
              <a:t> </a:t>
            </a:r>
            <a:r>
              <a:rPr lang="id-ID" dirty="0" err="1"/>
              <a:t>Operators</a:t>
            </a:r>
            <a:r>
              <a:rPr lang="id-ID" dirty="0"/>
              <a:t> (operator perbandingan)</a:t>
            </a:r>
          </a:p>
          <a:p>
            <a:r>
              <a:rPr lang="id-ID" dirty="0" err="1"/>
              <a:t>Logical</a:t>
            </a:r>
            <a:r>
              <a:rPr lang="id-ID" dirty="0"/>
              <a:t> </a:t>
            </a:r>
            <a:r>
              <a:rPr lang="id-ID" dirty="0" err="1"/>
              <a:t>Operators</a:t>
            </a:r>
            <a:r>
              <a:rPr lang="id-ID" dirty="0"/>
              <a:t> (operator logika)</a:t>
            </a:r>
          </a:p>
        </p:txBody>
      </p:sp>
    </p:spTree>
    <p:extLst>
      <p:ext uri="{BB962C8B-B14F-4D97-AF65-F5344CB8AC3E}">
        <p14:creationId xmlns:p14="http://schemas.microsoft.com/office/powerpoint/2010/main" val="3195395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2C0-2616-9090-32F0-14615D23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A775-AA81-D055-2698-4BB49A5DA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5A120-1892-E607-A3E9-772161B5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05" y="1885734"/>
            <a:ext cx="7840763" cy="42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275C-8ABA-C1D7-2425-D13B558E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Assignment</a:t>
            </a:r>
            <a:r>
              <a:rPr lang="id-ID" dirty="0"/>
              <a:t> </a:t>
            </a:r>
            <a:r>
              <a:rPr lang="id-ID" dirty="0" err="1"/>
              <a:t>Operators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6C999-80A9-7F16-2F3D-2255F0DC9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6FB50-8C21-4DA5-94F1-A6780DA7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7480" cy="380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62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3A56-B16B-A379-DA6A-5CD3A4E0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Comparison</a:t>
            </a:r>
            <a:r>
              <a:rPr lang="id-ID" dirty="0"/>
              <a:t> </a:t>
            </a:r>
            <a:r>
              <a:rPr lang="id-ID" dirty="0" err="1"/>
              <a:t>Operators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9625-951A-4957-9B27-96715A28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05C26-25FB-A681-C685-8A1F2470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72" y="1825624"/>
            <a:ext cx="7444898" cy="38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66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3F66-FCCA-986B-E08E-B9C2E6EB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B608-873F-F6FF-7E8C-B5C85485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EBF987-0FAB-CC61-09C4-615EB34C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802328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93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7F9A-CC07-124B-ACDD-8E1A3061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9A4A-FB10-8F2E-BF50-F447AA21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05016-F3AD-4F1E-8DC5-0EED5C36E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250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19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5FFA-BA73-D8B5-A56C-D432553F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44E3E1-0E1C-D2F8-97D9-B8EA966C2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4760"/>
            <a:ext cx="3459480" cy="35747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25460-724E-A132-C10D-3C0F11AA1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678" y="1804760"/>
            <a:ext cx="2282601" cy="9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53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C4CF-B5DD-ADE7-CDB6-03FB7836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D697D-8E1C-6A1B-D6FC-000F91C4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Do While</a:t>
            </a:r>
          </a:p>
          <a:p>
            <a:r>
              <a:rPr lang="en-US" dirty="0"/>
              <a:t>For Loop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7185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B24D-77CE-DF5B-2215-6958C7C0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87B8A-F11F-31A6-EF32-3F10A5991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6C4AB-8ECC-A052-0ADE-4060E7630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0498"/>
            <a:ext cx="3906520" cy="408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96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4B43-1373-EF23-A516-8A533B78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71F3-DFDD-430B-E193-A211759D4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9105C-4A9A-32DD-85B1-C4D8D76B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076148" cy="1287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9B1D2-212E-82EC-5A56-0E3283351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654" y="1916700"/>
            <a:ext cx="3867866" cy="1447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C247BC-9F66-6E64-80C3-A334E813B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1960"/>
            <a:ext cx="2646680" cy="17735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D2FF0-8930-94E8-CA30-6849E2D39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933" y="4001294"/>
            <a:ext cx="2314707" cy="173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65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B17BC-2AA6-2E7D-B6CF-F8100603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and Continue</a:t>
            </a:r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5110CA-EEF9-8EDD-8906-F1DC7D67D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1542"/>
            <a:ext cx="3002280" cy="26482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E81696-EE41-8F60-4369-58A2F5343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399" y="1897757"/>
            <a:ext cx="2568401" cy="265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20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A6E5-3658-670A-3271-15C94E26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A401-60C7-8F92-E5C0-DE04C8CD2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Arrays are used to store multiple values in a single variable, instead of creating separate variables for each 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DF4A3-1DF8-C757-0189-EBEF9C826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90682"/>
            <a:ext cx="5453862" cy="2648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EE385F-DE3F-F88C-CB2E-E16648A7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794" y="2990682"/>
            <a:ext cx="1493605" cy="86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82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78B3-9CC9-A57F-8F54-F8AA9D53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DDE76-3EEF-7F97-7533-1371CD016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9E5650-CECF-E4FD-7D6C-B7B39305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631342" cy="18014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DAE641-B820-F3D4-CFE3-AD89C277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16" y="3762056"/>
            <a:ext cx="1420563" cy="1852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3A804A-B9A4-433D-0547-7AD4D2F55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175" y="2188148"/>
            <a:ext cx="3344904" cy="1240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973593-E2D3-508E-C407-D02D7F93F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175" y="3762056"/>
            <a:ext cx="971601" cy="17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74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961A-4AED-54C5-62F1-6FD2BDB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FF083-EBC1-9902-6BC5-5AEAD2FC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block of code which only runs when it is called</a:t>
            </a:r>
          </a:p>
          <a:p>
            <a:r>
              <a:rPr lang="en-US" dirty="0"/>
              <a:t>functions are used to perform certain actions, and they are also known as methods.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823C8-B3CD-2725-9C68-8DBA3AA15FA7}"/>
              </a:ext>
            </a:extLst>
          </p:cNvPr>
          <p:cNvSpPr txBox="1"/>
          <p:nvPr/>
        </p:nvSpPr>
        <p:spPr>
          <a:xfrm>
            <a:off x="838200" y="375137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 learning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kotlin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myFunction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B6B533-AAB5-8FDE-0F2E-6621A117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6059696"/>
            <a:ext cx="2421215" cy="351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F2421E-540D-B580-848E-FEE9C384B913}"/>
              </a:ext>
            </a:extLst>
          </p:cNvPr>
          <p:cNvSpPr txBox="1"/>
          <p:nvPr/>
        </p:nvSpPr>
        <p:spPr>
          <a:xfrm>
            <a:off x="6096000" y="375137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greeting(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"Welcome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greeting(“Joko Susilo”)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5BB26C-36C3-5FD3-B6C8-068228E0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5999618"/>
            <a:ext cx="2536905" cy="35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7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614</Words>
  <Application>Microsoft Office PowerPoint</Application>
  <PresentationFormat>Widescreen</PresentationFormat>
  <Paragraphs>115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Segoe UI</vt:lpstr>
      <vt:lpstr>Office Theme</vt:lpstr>
      <vt:lpstr>Kotlin Introduction</vt:lpstr>
      <vt:lpstr>Contents</vt:lpstr>
      <vt:lpstr>What is Kotlin?</vt:lpstr>
      <vt:lpstr>Why Use Kotlin?</vt:lpstr>
      <vt:lpstr>Kotlin IDE</vt:lpstr>
      <vt:lpstr>PowerPoint Presentation</vt:lpstr>
      <vt:lpstr>Kotlin Syntax</vt:lpstr>
      <vt:lpstr>Kotlin Output</vt:lpstr>
      <vt:lpstr>Kotlin Comments</vt:lpstr>
      <vt:lpstr>Kotlin Variables</vt:lpstr>
      <vt:lpstr>Kotlin Data Types</vt:lpstr>
      <vt:lpstr>PowerPoint Presentation</vt:lpstr>
      <vt:lpstr>Kotlin Operators</vt:lpstr>
      <vt:lpstr>Arithmetic Operators</vt:lpstr>
      <vt:lpstr>Assignment Operators</vt:lpstr>
      <vt:lpstr>Comparison Operators</vt:lpstr>
      <vt:lpstr>Logical Operators</vt:lpstr>
      <vt:lpstr>Conditions</vt:lpstr>
      <vt:lpstr>PowerPoint Presentation</vt:lpstr>
      <vt:lpstr>Loop</vt:lpstr>
      <vt:lpstr>When</vt:lpstr>
      <vt:lpstr>While Loop</vt:lpstr>
      <vt:lpstr>Break and Continue</vt:lpstr>
      <vt:lpstr>Arrays</vt:lpstr>
      <vt:lpstr>For Loop</vt:lpstr>
      <vt:lpstr>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Arif Rohmadi</dc:creator>
  <cp:lastModifiedBy>Arif Rohmadi</cp:lastModifiedBy>
  <cp:revision>3</cp:revision>
  <dcterms:created xsi:type="dcterms:W3CDTF">2026-02-22T01:35:12Z</dcterms:created>
  <dcterms:modified xsi:type="dcterms:W3CDTF">2026-02-22T04:22:00Z</dcterms:modified>
</cp:coreProperties>
</file>