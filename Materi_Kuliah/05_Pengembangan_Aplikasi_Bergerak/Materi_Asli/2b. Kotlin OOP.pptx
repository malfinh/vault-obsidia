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2" r:id="rId17"/>
    <p:sldId id="270" r:id="rId1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f Rohmadi" userId="7ac86e76-d45a-43aa-833d-7b563e006102" providerId="ADAL" clId="{80292AC6-50B9-44DE-AF0D-A0303AFE452C}"/>
    <pc:docChg chg="custSel addSld modSld">
      <pc:chgData name="Arif Rohmadi" userId="7ac86e76-d45a-43aa-833d-7b563e006102" providerId="ADAL" clId="{80292AC6-50B9-44DE-AF0D-A0303AFE452C}" dt="2026-03-01T22:34:19.270" v="10" actId="1076"/>
      <pc:docMkLst>
        <pc:docMk/>
      </pc:docMkLst>
      <pc:sldChg chg="addSp delSp modSp new mod">
        <pc:chgData name="Arif Rohmadi" userId="7ac86e76-d45a-43aa-833d-7b563e006102" providerId="ADAL" clId="{80292AC6-50B9-44DE-AF0D-A0303AFE452C}" dt="2026-03-01T22:34:19.270" v="10" actId="1076"/>
        <pc:sldMkLst>
          <pc:docMk/>
          <pc:sldMk cId="2913229734" sldId="272"/>
        </pc:sldMkLst>
        <pc:spChg chg="del">
          <ac:chgData name="Arif Rohmadi" userId="7ac86e76-d45a-43aa-833d-7b563e006102" providerId="ADAL" clId="{80292AC6-50B9-44DE-AF0D-A0303AFE452C}" dt="2026-03-01T22:33:38.320" v="4" actId="478"/>
          <ac:spMkLst>
            <pc:docMk/>
            <pc:sldMk cId="2913229734" sldId="272"/>
            <ac:spMk id="2" creationId="{3DCB5275-B315-31A5-0C9A-81DA750AD3F8}"/>
          </ac:spMkLst>
        </pc:spChg>
        <pc:spChg chg="del mod">
          <ac:chgData name="Arif Rohmadi" userId="7ac86e76-d45a-43aa-833d-7b563e006102" providerId="ADAL" clId="{80292AC6-50B9-44DE-AF0D-A0303AFE452C}" dt="2026-03-01T22:33:41.008" v="5" actId="478"/>
          <ac:spMkLst>
            <pc:docMk/>
            <pc:sldMk cId="2913229734" sldId="272"/>
            <ac:spMk id="3" creationId="{5D152D2B-717A-2BE7-6112-DF953A6053B3}"/>
          </ac:spMkLst>
        </pc:spChg>
        <pc:spChg chg="add del mod">
          <ac:chgData name="Arif Rohmadi" userId="7ac86e76-d45a-43aa-833d-7b563e006102" providerId="ADAL" clId="{80292AC6-50B9-44DE-AF0D-A0303AFE452C}" dt="2026-03-01T22:34:13.906" v="8"/>
          <ac:spMkLst>
            <pc:docMk/>
            <pc:sldMk cId="2913229734" sldId="272"/>
            <ac:spMk id="5" creationId="{E0BE6468-AE1F-2AD0-1BAE-D9B84D224132}"/>
          </ac:spMkLst>
        </pc:spChg>
        <pc:spChg chg="add mod">
          <ac:chgData name="Arif Rohmadi" userId="7ac86e76-d45a-43aa-833d-7b563e006102" providerId="ADAL" clId="{80292AC6-50B9-44DE-AF0D-A0303AFE452C}" dt="2026-03-01T22:34:19.270" v="10" actId="1076"/>
          <ac:spMkLst>
            <pc:docMk/>
            <pc:sldMk cId="2913229734" sldId="272"/>
            <ac:spMk id="7" creationId="{C4F99F73-2CAD-981E-71D0-3335C28BDF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5C09-6621-CACC-C6A7-41C3B9AF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806A4-B900-706B-ED07-407264D90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82452-977A-8507-63F7-1EF043BF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63472-D171-6D69-8898-A81E96B1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4A843-6206-06A8-0ABF-F9DF43F5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8323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205F-BDC7-F788-17E0-C2110908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967D3-1DB9-9442-43A9-8540284B2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17A9F-D522-3770-2CAE-7C8D5F52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C98EB-8756-FC26-A1A3-EA5B2183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66548-EA5C-7365-CDA3-B945115D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909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F824-129E-0BDC-7E24-5CE4BF7D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3F8A2-7A21-6BDA-35BE-451A08119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CD87E-E9AC-4A70-D0F3-70F66F1F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813D6-8DA0-B592-505C-A288C705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FF91D-E984-ABE0-98DA-A702E17D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0138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BA2B-5EC4-ADAB-5DA3-7EBB39AC3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25A17-9CDB-8A4E-041D-10F504053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4434F-A85D-4D57-DA94-3796E60EF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EA998-CEF1-A251-663B-CEEBFA6E1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328E4-F4E0-C2E6-ACAC-886BA909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C6B01-A980-AD60-DC08-7711B63B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536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ABE0-7B71-6231-D6CA-EB0EA272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1D392-2A06-0F2D-4439-D6378ECD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9615E-9A1F-A58B-22E3-2A1A43A1C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ABC4E2-C85F-15F3-6D61-C20951482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657CA-8EED-0A0E-1C73-C6515FF34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A4CF7-0025-E932-3DE4-760ED11BC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2E56E7-341C-C066-AEA4-19F65F3B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9E4E8-9C49-E8C8-A800-AEC5A0A5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265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9B44-91AB-D643-0083-E797F380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794909-02A6-005E-1ED1-9F0B91A5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D5E56-C2D8-C8DD-BAA7-96CA6DE5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037B6-5E03-02A3-3F3E-F839A648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0099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FA05F4-742F-9AED-C9EE-F82B0537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36665-E55A-B570-4E5B-0865290E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2658C-775C-DDD0-1B34-FAA3A7DC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8553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79DD-B6AA-A9CB-F783-FAA25837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A07A0-CDAD-0D9F-4C49-7EC3A1D18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73ED3-629A-FDCD-6FEE-BAB94C2BF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F1F63-32E7-BE13-F9CD-B7DFF1F66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C5A98-299A-F3FE-3A72-4681DCE0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3DC32-4A86-E290-3F5E-64D64A7D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75489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4505-7C1C-730D-AD73-D6605A90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FCEED-BB9F-743E-7D15-24050A670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C6060-E42C-8E87-9304-A872C4649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C174D-FAB5-9CD0-3C08-981B5BAC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C889C-2B58-3D20-12E9-C3C0ADFD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B1C12-9ABE-C8AF-F42D-D3EBDF9D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5912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A9AC-8197-5294-EAA8-A14B0AC1F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0EA40-1241-C8B9-BABA-9174FE92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3A0B8-3047-AC9C-A0EC-1445949F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BA5E2-1AE0-F2E9-E227-89F1B5DF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078E4-730D-9CCB-4CDF-F1423CEC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13092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5B1AC-5630-ABA2-FFAB-01B092F89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13EB4-B900-3420-CC89-0AB73460B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31005-D101-49A2-261E-1DC51F06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6C989-22B4-3B64-231B-29845161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B4115-C7E2-57BF-4DF1-F01E6739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862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89D60-341C-2DF4-E233-55C2A1B3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B75F1-854E-39E9-7366-C59786812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7DC3E-3E1A-2F14-55D3-19D03B446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F54E1-BDB9-4068-B55A-1A181D01D7C8}" type="datetimeFigureOut">
              <a:rPr lang="id-ID" smtClean="0"/>
              <a:t>02/03/2026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8F979-364C-E155-A1AB-860C5A7B0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024EF-7B46-41CF-53CA-948C141E8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7192F-A467-4E9A-BDA6-B851DE5D062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193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hip.pressbooks.pub/writingcentersandwellness/back-matter/acknowledgements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825C3-BDBE-1BDE-3933-4471A2A25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Kotlin OOP</a:t>
            </a:r>
            <a:endParaRPr lang="id-ID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851E5-65C0-06EA-3CD0-4D997BE73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Tim Teaching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582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01EC-6687-9243-117A-CAB41A6F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OOP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4E9D6-1A4C-3DE6-1E48-353E195E4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 stands for Object-Oriented Programming.</a:t>
            </a:r>
          </a:p>
          <a:p>
            <a:r>
              <a:rPr lang="en-US" dirty="0"/>
              <a:t>Procedural programming: writing procedures or methods that perform operations on the data.</a:t>
            </a:r>
          </a:p>
          <a:p>
            <a:r>
              <a:rPr lang="en-US" dirty="0"/>
              <a:t>object-oriented programming is about creating objects that contain both data and methods.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7490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32D9-5D53-24C6-89DB-3CD9FFA6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E92F-9C46-7E2A-F884-2D2B2B40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Object-oriented programming has several advantages over procedural programming:</a:t>
            </a:r>
          </a:p>
          <a:p>
            <a:r>
              <a:rPr lang="en-US" dirty="0"/>
              <a:t>OOP is faster and easier to execute</a:t>
            </a:r>
          </a:p>
          <a:p>
            <a:r>
              <a:rPr lang="en-US" dirty="0"/>
              <a:t>OOP provides a clear structure for the programs</a:t>
            </a:r>
          </a:p>
          <a:p>
            <a:r>
              <a:rPr lang="en-US" dirty="0"/>
              <a:t>OOP helps to keep the Kotlin code DRY "Don't Repeat Yourself", and makes the code easier to maintain, modify and debug</a:t>
            </a:r>
          </a:p>
          <a:p>
            <a:r>
              <a:rPr lang="en-US" dirty="0"/>
              <a:t>OOP makes it possible to create full reusable applications with less code and shorter development time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387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139A-F4CF-147B-076D-3D4E901A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Objects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C921-44E2-358F-1430-A09AD2AF7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class: a template for objects</a:t>
            </a:r>
          </a:p>
          <a:p>
            <a:pPr marL="0" indent="0">
              <a:buNone/>
            </a:pPr>
            <a:r>
              <a:rPr lang="en-US" dirty="0"/>
              <a:t>object: an instance of a class</a:t>
            </a: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32ACC-7280-0FA7-5993-58A0E51B3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66" y="3058940"/>
            <a:ext cx="1087906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8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8B4D4-4A0F-822A-647C-F8B1A351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29D4-FD51-B689-90CA-E6A4C01DA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E3C1A-021F-14FF-1153-6546DFD5A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886213" cy="1181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C0E48B-8DD1-0F91-9FBE-DBF7DBACC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542" y="370661"/>
            <a:ext cx="3359698" cy="4560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0CFA16-404F-7514-B2FE-875C67431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858" y="365125"/>
            <a:ext cx="2195999" cy="551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F26236-1CA0-1A04-7457-F9DF36215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80" y="4991705"/>
            <a:ext cx="7011378" cy="1495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B329A9-957E-C591-8DDE-D9B3DB3B0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340" y="6128703"/>
            <a:ext cx="1413688" cy="29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0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BA7E-C656-72F3-CDC7-7AF0222C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09D59-0175-9439-AAA6-535E648F8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is like a special function, and it is defined by using two </a:t>
            </a:r>
            <a:r>
              <a:rPr lang="en-US" dirty="0" err="1"/>
              <a:t>parantheses</a:t>
            </a:r>
            <a:r>
              <a:rPr lang="en-US" dirty="0"/>
              <a:t> () after the class name</a:t>
            </a:r>
          </a:p>
          <a:p>
            <a:r>
              <a:rPr lang="en-US" dirty="0"/>
              <a:t>You can specify the properties inside of the </a:t>
            </a:r>
            <a:r>
              <a:rPr lang="en-US" dirty="0" err="1"/>
              <a:t>parantheses</a:t>
            </a:r>
            <a:r>
              <a:rPr lang="en-US" dirty="0"/>
              <a:t> (like passing parameters into a regular function)</a:t>
            </a:r>
          </a:p>
          <a:p>
            <a:r>
              <a:rPr lang="en-US" dirty="0"/>
              <a:t>The constructor will initialize the properties when you create an object of a class</a:t>
            </a:r>
          </a:p>
          <a:p>
            <a:r>
              <a:rPr lang="en-US" dirty="0"/>
              <a:t>Just remember to specify the type of the property/variable</a:t>
            </a:r>
            <a:endParaRPr lang="id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7C3A5-F21F-F1B3-CA96-AD829793A62A}"/>
              </a:ext>
            </a:extLst>
          </p:cNvPr>
          <p:cNvSpPr txBox="1"/>
          <p:nvPr/>
        </p:nvSpPr>
        <p:spPr>
          <a:xfrm>
            <a:off x="1798320" y="5523915"/>
            <a:ext cx="9230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Car2 (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model: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Int)</a:t>
            </a:r>
          </a:p>
        </p:txBody>
      </p:sp>
    </p:spTree>
    <p:extLst>
      <p:ext uri="{BB962C8B-B14F-4D97-AF65-F5344CB8AC3E}">
        <p14:creationId xmlns:p14="http://schemas.microsoft.com/office/powerpoint/2010/main" val="3019311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5BBC-AB15-CB6C-E278-974150C8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85F11-FDA3-4FE0-5361-98B4E2C5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Kotlin, it is possible to inherit class properties and functions from one class to another.</a:t>
            </a:r>
          </a:p>
          <a:p>
            <a:r>
              <a:rPr lang="en-US" dirty="0"/>
              <a:t>In Inheritance, there are 2 categories: superclass and subclass</a:t>
            </a:r>
          </a:p>
          <a:p>
            <a:r>
              <a:rPr lang="en-US" dirty="0"/>
              <a:t>superclass (parent): the class being inherited from</a:t>
            </a:r>
          </a:p>
          <a:p>
            <a:r>
              <a:rPr lang="en-US" dirty="0"/>
              <a:t>subclass (child): the class that inherits from another class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478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1DE53A-81E9-BD85-C69F-953558CA1AD8}"/>
              </a:ext>
            </a:extLst>
          </p:cNvPr>
          <p:cNvSpPr txBox="1"/>
          <p:nvPr/>
        </p:nvSpPr>
        <p:spPr>
          <a:xfrm>
            <a:off x="838200" y="54870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Inheritance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superclass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ParentClass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ChildClass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myObj.myFunction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B64B0D-0195-556D-5FED-4C32899D0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560" y="4389180"/>
            <a:ext cx="795540" cy="32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0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E21C-8D88-A3F1-75A7-C3D69144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E8A1-43B7-A7F6-0328-E6B55E141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Encapsulation is the bundling of data (properties) and methods (functions) that operate on the data into a single unit (class)</a:t>
            </a:r>
          </a:p>
          <a:p>
            <a:r>
              <a:rPr lang="en-US" dirty="0"/>
              <a:t>Kotlin supports encapsulation through access modifiers:</a:t>
            </a:r>
          </a:p>
          <a:p>
            <a:pPr marL="233363" indent="0">
              <a:buNone/>
            </a:pPr>
            <a:r>
              <a:rPr lang="en-US" b="1" dirty="0"/>
              <a:t>public (default)</a:t>
            </a:r>
            <a:r>
              <a:rPr lang="en-US" dirty="0"/>
              <a:t>: accessible from anywhere.</a:t>
            </a:r>
          </a:p>
          <a:p>
            <a:pPr marL="233363" indent="0">
              <a:buNone/>
            </a:pPr>
            <a:r>
              <a:rPr lang="en-US" b="1" dirty="0"/>
              <a:t>private</a:t>
            </a:r>
            <a:r>
              <a:rPr lang="en-US" dirty="0"/>
              <a:t>: accessible only within the same class.</a:t>
            </a:r>
          </a:p>
          <a:p>
            <a:pPr marL="233363" indent="0">
              <a:buNone/>
            </a:pPr>
            <a:r>
              <a:rPr lang="en-US" b="1" dirty="0"/>
              <a:t>protected</a:t>
            </a:r>
            <a:r>
              <a:rPr lang="en-US" dirty="0"/>
              <a:t>: accessible within the same class and its subclasses.</a:t>
            </a:r>
          </a:p>
          <a:p>
            <a:pPr marL="233363" indent="0">
              <a:buNone/>
            </a:pPr>
            <a:r>
              <a:rPr lang="en-US" b="1" dirty="0"/>
              <a:t>internal</a:t>
            </a:r>
            <a:r>
              <a:rPr lang="en-US" dirty="0"/>
              <a:t>: accessible within the same module (a set of Kotlin files compiled together).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3895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5A99FF-82C1-B9EC-E251-9B8FEB97820C}"/>
              </a:ext>
            </a:extLst>
          </p:cNvPr>
          <p:cNvSpPr txBox="1"/>
          <p:nvPr/>
        </p:nvSpPr>
        <p:spPr>
          <a:xfrm>
            <a:off x="1127760" y="1825625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privateVar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 = </a:t>
            </a:r>
            <a:r>
              <a:rPr lang="id-ID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id-ID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protectedVar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 = </a:t>
            </a:r>
            <a:r>
              <a:rPr lang="id-ID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id-ID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internal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internalVar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 = </a:t>
            </a:r>
            <a:r>
              <a:rPr lang="id-ID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id-ID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publicVar</a:t>
            </a:r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 = </a:t>
            </a:r>
            <a:r>
              <a:rPr lang="id-ID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id-ID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577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EA39F-F4C1-1953-568F-530122A6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A8F5-66E9-8039-A98B-B80F36AA1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Polymorphism allows objects of different types to be treated as objects of a common superclass.</a:t>
            </a:r>
          </a:p>
          <a:p>
            <a:r>
              <a:rPr lang="en-US" b="1" dirty="0"/>
              <a:t>Method overriding</a:t>
            </a:r>
            <a:r>
              <a:rPr lang="en-US" dirty="0"/>
              <a:t>: a form of polymorphism where a subclass provides a specific implementation of a method that is already defined in its superclass.</a:t>
            </a:r>
          </a:p>
          <a:p>
            <a:r>
              <a:rPr lang="en-US" b="1" dirty="0"/>
              <a:t>Method overloading</a:t>
            </a:r>
            <a:r>
              <a:rPr lang="en-US" dirty="0"/>
              <a:t>: another form of polymorphism where multiple methods can have the same name but different parameter lists within the same class.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12791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79AD-1A5A-1200-67EF-061F0222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072"/>
            <a:ext cx="10515600" cy="1092617"/>
          </a:xfrm>
        </p:spPr>
        <p:txBody>
          <a:bodyPr/>
          <a:lstStyle/>
          <a:p>
            <a:r>
              <a:rPr lang="en-US" dirty="0"/>
              <a:t>Overriding</a:t>
            </a:r>
            <a:endParaRPr lang="id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2F22B-5246-7354-E185-BB77DB94EC75}"/>
              </a:ext>
            </a:extLst>
          </p:cNvPr>
          <p:cNvSpPr txBox="1"/>
          <p:nvPr/>
        </p:nvSpPr>
        <p:spPr>
          <a:xfrm>
            <a:off x="838200" y="1088946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Base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sound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makeSound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makes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sound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Subclass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Dog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inheriting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Animal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Dog 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makeSound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method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makeSound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"Dog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barks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dog = Dog()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dog.makeSound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E577C-4F56-3393-E9CF-83BD7B202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20" y="6108684"/>
            <a:ext cx="1314834" cy="31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2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60EB-ADCA-4E73-A3AD-01718D069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191418"/>
          </a:xfrm>
        </p:spPr>
        <p:txBody>
          <a:bodyPr/>
          <a:lstStyle/>
          <a:p>
            <a:r>
              <a:rPr lang="en-US" dirty="0"/>
              <a:t>Overloading</a:t>
            </a:r>
            <a:endParaRPr lang="id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8A596-BED6-36F7-4FB7-91498A48DCAC}"/>
              </a:ext>
            </a:extLst>
          </p:cNvPr>
          <p:cNvSpPr txBox="1"/>
          <p:nvPr/>
        </p:nvSpPr>
        <p:spPr>
          <a:xfrm>
            <a:off x="558800" y="115915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Calculator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(a: Int, b: Int): Int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(a: Int, b: Int, c: Int): Int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 + c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83E9A-8DF8-5713-24D8-F7C3452646F6}"/>
              </a:ext>
            </a:extLst>
          </p:cNvPr>
          <p:cNvSpPr txBox="1"/>
          <p:nvPr/>
        </p:nvSpPr>
        <p:spPr>
          <a:xfrm>
            <a:off x="6654800" y="1160064"/>
            <a:ext cx="52120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calculator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Calculator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sum1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calculator.add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sum2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calculator.add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sum3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calculator.add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d-ID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(sum1)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(sum2)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(sum3)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0C8FB6-ECCF-C6A8-D1C1-C7DAEDDF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955" y="3758226"/>
            <a:ext cx="1067925" cy="92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44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F584-EB39-12E9-11E6-9CD0EF69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C48FE-C63A-F1DD-946D-98FE0654A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Abstraction is the concept of hiding the implementation details and showing only the necessary features of an object</a:t>
            </a:r>
          </a:p>
          <a:p>
            <a:r>
              <a:rPr lang="en-US" dirty="0"/>
              <a:t>In Kotlin, abstraction is achieved using abstract classes and interfaces.</a:t>
            </a:r>
          </a:p>
          <a:p>
            <a:r>
              <a:rPr lang="en-US" b="1" dirty="0"/>
              <a:t>Abstract</a:t>
            </a:r>
            <a:r>
              <a:rPr lang="en-US" dirty="0"/>
              <a:t> classes: declared with the abstract keyword and can have abstract (unimplemented) methods.</a:t>
            </a:r>
          </a:p>
          <a:p>
            <a:r>
              <a:rPr lang="en-US" b="1" dirty="0"/>
              <a:t>Interfaces</a:t>
            </a:r>
            <a:r>
              <a:rPr lang="en-US" dirty="0"/>
              <a:t>: define a contract for implementing classes and can contain abstract methods as well as method implementations (default methods).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6700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0F5BF2-D948-5E6E-ECCF-9702DE54654F}"/>
              </a:ext>
            </a:extLst>
          </p:cNvPr>
          <p:cNvSpPr txBox="1"/>
          <p:nvPr/>
        </p:nvSpPr>
        <p:spPr>
          <a:xfrm>
            <a:off x="711200" y="680780"/>
            <a:ext cx="51612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abstract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FF09D-A5D7-CB60-75B3-119C9154ABC0}"/>
              </a:ext>
            </a:extLst>
          </p:cNvPr>
          <p:cNvSpPr txBox="1"/>
          <p:nvPr/>
        </p:nvSpPr>
        <p:spPr>
          <a:xfrm>
            <a:off x="6512560" y="680780"/>
            <a:ext cx="51612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id-ID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interface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Drawable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Drawable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9A7F2-8537-7B7E-77A6-9AEB1844C82A}"/>
              </a:ext>
            </a:extLst>
          </p:cNvPr>
          <p:cNvSpPr txBox="1"/>
          <p:nvPr/>
        </p:nvSpPr>
        <p:spPr>
          <a:xfrm>
            <a:off x="711200" y="403681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c.draw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c.move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s: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Drawable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s.draw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F0480F-FB07-43FE-4E9F-86582A33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449" y="3925054"/>
            <a:ext cx="2231621" cy="96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41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F99F73-2CAD-981E-71D0-3335C28BDF9E}"/>
              </a:ext>
            </a:extLst>
          </p:cNvPr>
          <p:cNvSpPr txBox="1"/>
          <p:nvPr/>
        </p:nvSpPr>
        <p:spPr>
          <a:xfrm>
            <a:off x="3190240" y="497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id-ID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B"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: A, B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&lt;A&gt;.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pilih A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id-ID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&lt;B&gt;.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  </a:t>
            </a:r>
            <a:r>
              <a:rPr lang="id-ID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pilih B</a:t>
            </a:r>
            <a:endParaRPr lang="id-ID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= C()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d-ID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c.hello</a:t>
            </a:r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id-ID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3229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pile of wooden tiles with letters">
            <a:extLst>
              <a:ext uri="{FF2B5EF4-FFF2-40B4-BE49-F238E27FC236}">
                <a16:creationId xmlns:a16="http://schemas.microsoft.com/office/drawing/2014/main" id="{400E9611-A676-9A66-89A9-BFAAE278F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749" b="631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8B6716-54F5-8BCD-F762-0EBB47DA9160}"/>
              </a:ext>
            </a:extLst>
          </p:cNvPr>
          <p:cNvSpPr txBox="1"/>
          <p:nvPr/>
        </p:nvSpPr>
        <p:spPr>
          <a:xfrm>
            <a:off x="9581990" y="6657945"/>
            <a:ext cx="261001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id-ID" sz="700">
                <a:solidFill>
                  <a:srgbClr val="FFFFFF"/>
                </a:solidFill>
                <a:hlinkClick r:id="rId3" tooltip="https://ship.pressbooks.pub/writingcentersandwellness/back-matter/acknowledgement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id-ID" sz="700">
                <a:solidFill>
                  <a:srgbClr val="FFFFFF"/>
                </a:solidFill>
              </a:rPr>
              <a:t> by Unknown Author is licensed under </a:t>
            </a:r>
            <a:r>
              <a:rPr lang="id-ID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id-ID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780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970</Words>
  <Application>Microsoft Office PowerPoint</Application>
  <PresentationFormat>Widescreen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Kotlin OOP</vt:lpstr>
      <vt:lpstr>What is OOP</vt:lpstr>
      <vt:lpstr>PowerPoint Presentation</vt:lpstr>
      <vt:lpstr>Class and Objects</vt:lpstr>
      <vt:lpstr>PowerPoint Presentation</vt:lpstr>
      <vt:lpstr>Constructor</vt:lpstr>
      <vt:lpstr>Inheritance</vt:lpstr>
      <vt:lpstr>PowerPoint Presentation</vt:lpstr>
      <vt:lpstr>Encapsulation</vt:lpstr>
      <vt:lpstr>PowerPoint Presentation</vt:lpstr>
      <vt:lpstr>Polymorphism</vt:lpstr>
      <vt:lpstr>Overriding</vt:lpstr>
      <vt:lpstr>Overloading</vt:lpstr>
      <vt:lpstr>Abstraction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Arif Rohmadi</dc:creator>
  <cp:lastModifiedBy>Arif Rohmadi</cp:lastModifiedBy>
  <cp:revision>86</cp:revision>
  <dcterms:created xsi:type="dcterms:W3CDTF">2026-02-25T03:07:43Z</dcterms:created>
  <dcterms:modified xsi:type="dcterms:W3CDTF">2026-03-01T22:34:23Z</dcterms:modified>
</cp:coreProperties>
</file>