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82" r:id="rId1"/>
  </p:sldMasterIdLst>
  <p:notesMasterIdLst>
    <p:notesMasterId r:id="rId35"/>
  </p:notesMasterIdLst>
  <p:sldIdLst>
    <p:sldId id="256" r:id="rId2"/>
    <p:sldId id="282" r:id="rId3"/>
    <p:sldId id="258" r:id="rId4"/>
    <p:sldId id="283" r:id="rId5"/>
    <p:sldId id="259" r:id="rId6"/>
    <p:sldId id="284" r:id="rId7"/>
    <p:sldId id="260" r:id="rId8"/>
    <p:sldId id="261" r:id="rId9"/>
    <p:sldId id="262" r:id="rId10"/>
    <p:sldId id="263" r:id="rId11"/>
    <p:sldId id="285" r:id="rId12"/>
    <p:sldId id="264" r:id="rId13"/>
    <p:sldId id="265" r:id="rId14"/>
    <p:sldId id="286" r:id="rId15"/>
    <p:sldId id="288" r:id="rId16"/>
    <p:sldId id="287" r:id="rId17"/>
    <p:sldId id="289" r:id="rId18"/>
    <p:sldId id="290" r:id="rId19"/>
    <p:sldId id="276" r:id="rId20"/>
    <p:sldId id="270" r:id="rId21"/>
    <p:sldId id="272" r:id="rId22"/>
    <p:sldId id="273" r:id="rId23"/>
    <p:sldId id="271" r:id="rId24"/>
    <p:sldId id="274" r:id="rId25"/>
    <p:sldId id="292" r:id="rId26"/>
    <p:sldId id="293" r:id="rId27"/>
    <p:sldId id="267" r:id="rId28"/>
    <p:sldId id="268" r:id="rId29"/>
    <p:sldId id="294" r:id="rId30"/>
    <p:sldId id="295" r:id="rId31"/>
    <p:sldId id="296" r:id="rId32"/>
    <p:sldId id="297" r:id="rId33"/>
    <p:sldId id="281" r:id="rId34"/>
  </p:sldIdLst>
  <p:sldSz cx="10083800" cy="7562850"/>
  <p:notesSz cx="10083800" cy="756285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608"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70388" cy="379413"/>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5711825" y="0"/>
            <a:ext cx="4370388" cy="379413"/>
          </a:xfrm>
          <a:prstGeom prst="rect">
            <a:avLst/>
          </a:prstGeom>
        </p:spPr>
        <p:txBody>
          <a:bodyPr vert="horz" lIns="91440" tIns="45720" rIns="91440" bIns="45720" rtlCol="0"/>
          <a:lstStyle>
            <a:lvl1pPr algn="r">
              <a:defRPr sz="1200"/>
            </a:lvl1pPr>
          </a:lstStyle>
          <a:p>
            <a:fld id="{76A6D55C-EEB8-46DE-A5F8-76BCBB13B025}" type="datetimeFigureOut">
              <a:rPr lang="id-ID" smtClean="0"/>
              <a:t>23/02/2025</a:t>
            </a:fld>
            <a:endParaRPr lang="id-ID"/>
          </a:p>
        </p:txBody>
      </p:sp>
      <p:sp>
        <p:nvSpPr>
          <p:cNvPr id="4" name="Slide Image Placeholder 3"/>
          <p:cNvSpPr>
            <a:spLocks noGrp="1" noRot="1" noChangeAspect="1"/>
          </p:cNvSpPr>
          <p:nvPr>
            <p:ph type="sldImg" idx="2"/>
          </p:nvPr>
        </p:nvSpPr>
        <p:spPr>
          <a:xfrm>
            <a:off x="3341688" y="946150"/>
            <a:ext cx="3400425" cy="2551113"/>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1008063" y="3640138"/>
            <a:ext cx="8067675" cy="29781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7183438"/>
            <a:ext cx="4370388" cy="379412"/>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5711825" y="7183438"/>
            <a:ext cx="4370388" cy="379412"/>
          </a:xfrm>
          <a:prstGeom prst="rect">
            <a:avLst/>
          </a:prstGeom>
        </p:spPr>
        <p:txBody>
          <a:bodyPr vert="horz" lIns="91440" tIns="45720" rIns="91440" bIns="45720" rtlCol="0" anchor="b"/>
          <a:lstStyle>
            <a:lvl1pPr algn="r">
              <a:defRPr sz="1200"/>
            </a:lvl1pPr>
          </a:lstStyle>
          <a:p>
            <a:fld id="{DC5E8380-67DE-46AD-B00F-19432B224F52}" type="slidenum">
              <a:rPr lang="id-ID" smtClean="0"/>
              <a:t>‹#›</a:t>
            </a:fld>
            <a:endParaRPr lang="id-ID"/>
          </a:p>
        </p:txBody>
      </p:sp>
    </p:spTree>
    <p:extLst>
      <p:ext uri="{BB962C8B-B14F-4D97-AF65-F5344CB8AC3E}">
        <p14:creationId xmlns:p14="http://schemas.microsoft.com/office/powerpoint/2010/main" val="529340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DC5E8380-67DE-46AD-B00F-19432B224F52}" type="slidenum">
              <a:rPr lang="id-ID" smtClean="0"/>
              <a:t>22</a:t>
            </a:fld>
            <a:endParaRPr lang="id-ID"/>
          </a:p>
        </p:txBody>
      </p:sp>
    </p:spTree>
    <p:extLst>
      <p:ext uri="{BB962C8B-B14F-4D97-AF65-F5344CB8AC3E}">
        <p14:creationId xmlns:p14="http://schemas.microsoft.com/office/powerpoint/2010/main" val="1785007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CC66A-1C5F-8EE4-0A51-2605CB372A82}"/>
              </a:ext>
            </a:extLst>
          </p:cNvPr>
          <p:cNvSpPr>
            <a:spLocks noGrp="1"/>
          </p:cNvSpPr>
          <p:nvPr>
            <p:ph type="ctrTitle"/>
          </p:nvPr>
        </p:nvSpPr>
        <p:spPr>
          <a:xfrm>
            <a:off x="1260475" y="1237717"/>
            <a:ext cx="7562850" cy="2632992"/>
          </a:xfrm>
        </p:spPr>
        <p:txBody>
          <a:bodyPr anchor="b"/>
          <a:lstStyle>
            <a:lvl1pPr algn="ctr">
              <a:defRPr sz="4963"/>
            </a:lvl1pPr>
          </a:lstStyle>
          <a:p>
            <a:r>
              <a:rPr lang="en-US"/>
              <a:t>Click to edit Master title style</a:t>
            </a:r>
            <a:endParaRPr lang="id-ID"/>
          </a:p>
        </p:txBody>
      </p:sp>
      <p:sp>
        <p:nvSpPr>
          <p:cNvPr id="3" name="Subtitle 2">
            <a:extLst>
              <a:ext uri="{FF2B5EF4-FFF2-40B4-BE49-F238E27FC236}">
                <a16:creationId xmlns:a16="http://schemas.microsoft.com/office/drawing/2014/main" id="{C23868FF-3BE0-3467-D921-B89CF79BB42F}"/>
              </a:ext>
            </a:extLst>
          </p:cNvPr>
          <p:cNvSpPr>
            <a:spLocks noGrp="1"/>
          </p:cNvSpPr>
          <p:nvPr>
            <p:ph type="subTitle" idx="1"/>
          </p:nvPr>
        </p:nvSpPr>
        <p:spPr>
          <a:xfrm>
            <a:off x="1260475" y="3972247"/>
            <a:ext cx="7562850" cy="1825938"/>
          </a:xfrm>
        </p:spPr>
        <p:txBody>
          <a:bodyPr/>
          <a:lstStyle>
            <a:lvl1pPr marL="0" indent="0" algn="ctr">
              <a:buNone/>
              <a:defRPr sz="1985"/>
            </a:lvl1pPr>
            <a:lvl2pPr marL="378150" indent="0" algn="ctr">
              <a:buNone/>
              <a:defRPr sz="1654"/>
            </a:lvl2pPr>
            <a:lvl3pPr marL="756300" indent="0" algn="ctr">
              <a:buNone/>
              <a:defRPr sz="1489"/>
            </a:lvl3pPr>
            <a:lvl4pPr marL="1134450" indent="0" algn="ctr">
              <a:buNone/>
              <a:defRPr sz="1323"/>
            </a:lvl4pPr>
            <a:lvl5pPr marL="1512600" indent="0" algn="ctr">
              <a:buNone/>
              <a:defRPr sz="1323"/>
            </a:lvl5pPr>
            <a:lvl6pPr marL="1890751" indent="0" algn="ctr">
              <a:buNone/>
              <a:defRPr sz="1323"/>
            </a:lvl6pPr>
            <a:lvl7pPr marL="2268901" indent="0" algn="ctr">
              <a:buNone/>
              <a:defRPr sz="1323"/>
            </a:lvl7pPr>
            <a:lvl8pPr marL="2647051" indent="0" algn="ctr">
              <a:buNone/>
              <a:defRPr sz="1323"/>
            </a:lvl8pPr>
            <a:lvl9pPr marL="3025201" indent="0" algn="ctr">
              <a:buNone/>
              <a:defRPr sz="1323"/>
            </a:lvl9pPr>
          </a:lstStyle>
          <a:p>
            <a:r>
              <a:rPr lang="en-US"/>
              <a:t>Click to edit Master subtitle style</a:t>
            </a:r>
            <a:endParaRPr lang="id-ID"/>
          </a:p>
        </p:txBody>
      </p:sp>
      <p:sp>
        <p:nvSpPr>
          <p:cNvPr id="4" name="Date Placeholder 3">
            <a:extLst>
              <a:ext uri="{FF2B5EF4-FFF2-40B4-BE49-F238E27FC236}">
                <a16:creationId xmlns:a16="http://schemas.microsoft.com/office/drawing/2014/main" id="{151AD9C1-B503-C5CA-08FF-827106718976}"/>
              </a:ext>
            </a:extLst>
          </p:cNvPr>
          <p:cNvSpPr>
            <a:spLocks noGrp="1"/>
          </p:cNvSpPr>
          <p:nvPr>
            <p:ph type="dt" sz="half" idx="10"/>
          </p:nvPr>
        </p:nvSpPr>
        <p:spPr/>
        <p:txBody>
          <a:bodyPr/>
          <a:lstStyle/>
          <a:p>
            <a:fld id="{1D8BD707-D9CF-40AE-B4C6-C98DA3205C09}" type="datetimeFigureOut">
              <a:rPr lang="en-US" smtClean="0"/>
              <a:t>2/23/2025</a:t>
            </a:fld>
            <a:endParaRPr lang="en-US"/>
          </a:p>
        </p:txBody>
      </p:sp>
      <p:sp>
        <p:nvSpPr>
          <p:cNvPr id="5" name="Footer Placeholder 4">
            <a:extLst>
              <a:ext uri="{FF2B5EF4-FFF2-40B4-BE49-F238E27FC236}">
                <a16:creationId xmlns:a16="http://schemas.microsoft.com/office/drawing/2014/main" id="{B670DF19-B376-C13B-4331-5137730BA4A3}"/>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1113038A-32AE-614C-8CAF-0B4FA273CDC7}"/>
              </a:ext>
            </a:extLst>
          </p:cNvPr>
          <p:cNvSpPr>
            <a:spLocks noGrp="1"/>
          </p:cNvSpPr>
          <p:nvPr>
            <p:ph type="sldNum" sz="quarter" idx="12"/>
          </p:nvPr>
        </p:nvSpPr>
        <p:spPr/>
        <p:txBody>
          <a:bodyPr/>
          <a:lstStyle/>
          <a:p>
            <a:fld id="{B6F15528-21DE-4FAA-801E-634DDDAF4B2B}" type="slidenum">
              <a:rPr lang="id-ID" smtClean="0"/>
              <a:t>‹#›</a:t>
            </a:fld>
            <a:endParaRPr lang="id-ID"/>
          </a:p>
        </p:txBody>
      </p:sp>
    </p:spTree>
    <p:extLst>
      <p:ext uri="{BB962C8B-B14F-4D97-AF65-F5344CB8AC3E}">
        <p14:creationId xmlns:p14="http://schemas.microsoft.com/office/powerpoint/2010/main" val="2795091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3B4DE-3A82-E4EB-3F31-FB3B513FB1DD}"/>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FEBA9F3B-5372-D799-E1BE-FB7B8D0C85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AB62D557-0487-B3E4-4951-4638C5B88682}"/>
              </a:ext>
            </a:extLst>
          </p:cNvPr>
          <p:cNvSpPr>
            <a:spLocks noGrp="1"/>
          </p:cNvSpPr>
          <p:nvPr>
            <p:ph type="dt" sz="half" idx="10"/>
          </p:nvPr>
        </p:nvSpPr>
        <p:spPr/>
        <p:txBody>
          <a:bodyPr/>
          <a:lstStyle/>
          <a:p>
            <a:fld id="{1D8BD707-D9CF-40AE-B4C6-C98DA3205C09}" type="datetimeFigureOut">
              <a:rPr lang="en-US" smtClean="0"/>
              <a:t>2/23/2025</a:t>
            </a:fld>
            <a:endParaRPr lang="en-US"/>
          </a:p>
        </p:txBody>
      </p:sp>
      <p:sp>
        <p:nvSpPr>
          <p:cNvPr id="5" name="Footer Placeholder 4">
            <a:extLst>
              <a:ext uri="{FF2B5EF4-FFF2-40B4-BE49-F238E27FC236}">
                <a16:creationId xmlns:a16="http://schemas.microsoft.com/office/drawing/2014/main" id="{A0676BB3-39E3-1123-C96E-794432A55F7B}"/>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D0B01C4D-52F6-32F4-8E47-6C5550775AF7}"/>
              </a:ext>
            </a:extLst>
          </p:cNvPr>
          <p:cNvSpPr>
            <a:spLocks noGrp="1"/>
          </p:cNvSpPr>
          <p:nvPr>
            <p:ph type="sldNum" sz="quarter" idx="12"/>
          </p:nvPr>
        </p:nvSpPr>
        <p:spPr/>
        <p:txBody>
          <a:bodyPr/>
          <a:lstStyle/>
          <a:p>
            <a:fld id="{B6F15528-21DE-4FAA-801E-634DDDAF4B2B}" type="slidenum">
              <a:rPr lang="id-ID" smtClean="0"/>
              <a:t>‹#›</a:t>
            </a:fld>
            <a:endParaRPr lang="id-ID"/>
          </a:p>
        </p:txBody>
      </p:sp>
    </p:spTree>
    <p:extLst>
      <p:ext uri="{BB962C8B-B14F-4D97-AF65-F5344CB8AC3E}">
        <p14:creationId xmlns:p14="http://schemas.microsoft.com/office/powerpoint/2010/main" val="4205545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99916-44F6-906F-5AFE-302617A21B35}"/>
              </a:ext>
            </a:extLst>
          </p:cNvPr>
          <p:cNvSpPr>
            <a:spLocks noGrp="1"/>
          </p:cNvSpPr>
          <p:nvPr>
            <p:ph type="title"/>
          </p:nvPr>
        </p:nvSpPr>
        <p:spPr>
          <a:xfrm>
            <a:off x="688009" y="1885462"/>
            <a:ext cx="8697278" cy="3145935"/>
          </a:xfrm>
        </p:spPr>
        <p:txBody>
          <a:bodyPr anchor="b"/>
          <a:lstStyle>
            <a:lvl1pPr>
              <a:defRPr sz="4963"/>
            </a:lvl1pPr>
          </a:lstStyle>
          <a:p>
            <a:r>
              <a:rPr lang="en-US"/>
              <a:t>Click to edit Master title style</a:t>
            </a:r>
            <a:endParaRPr lang="id-ID"/>
          </a:p>
        </p:txBody>
      </p:sp>
      <p:sp>
        <p:nvSpPr>
          <p:cNvPr id="3" name="Text Placeholder 2">
            <a:extLst>
              <a:ext uri="{FF2B5EF4-FFF2-40B4-BE49-F238E27FC236}">
                <a16:creationId xmlns:a16="http://schemas.microsoft.com/office/drawing/2014/main" id="{94426677-9086-D6DB-513C-9B899AB448A8}"/>
              </a:ext>
            </a:extLst>
          </p:cNvPr>
          <p:cNvSpPr>
            <a:spLocks noGrp="1"/>
          </p:cNvSpPr>
          <p:nvPr>
            <p:ph type="body" idx="1"/>
          </p:nvPr>
        </p:nvSpPr>
        <p:spPr>
          <a:xfrm>
            <a:off x="688009" y="5061158"/>
            <a:ext cx="8697278" cy="1654373"/>
          </a:xfrm>
        </p:spPr>
        <p:txBody>
          <a:bodyPr/>
          <a:lstStyle>
            <a:lvl1pPr marL="0" indent="0">
              <a:buNone/>
              <a:defRPr sz="1985">
                <a:solidFill>
                  <a:schemeClr val="tx1">
                    <a:tint val="82000"/>
                  </a:schemeClr>
                </a:solidFill>
              </a:defRPr>
            </a:lvl1pPr>
            <a:lvl2pPr marL="378150" indent="0">
              <a:buNone/>
              <a:defRPr sz="1654">
                <a:solidFill>
                  <a:schemeClr val="tx1">
                    <a:tint val="82000"/>
                  </a:schemeClr>
                </a:solidFill>
              </a:defRPr>
            </a:lvl2pPr>
            <a:lvl3pPr marL="756300" indent="0">
              <a:buNone/>
              <a:defRPr sz="1489">
                <a:solidFill>
                  <a:schemeClr val="tx1">
                    <a:tint val="82000"/>
                  </a:schemeClr>
                </a:solidFill>
              </a:defRPr>
            </a:lvl3pPr>
            <a:lvl4pPr marL="1134450" indent="0">
              <a:buNone/>
              <a:defRPr sz="1323">
                <a:solidFill>
                  <a:schemeClr val="tx1">
                    <a:tint val="82000"/>
                  </a:schemeClr>
                </a:solidFill>
              </a:defRPr>
            </a:lvl4pPr>
            <a:lvl5pPr marL="1512600" indent="0">
              <a:buNone/>
              <a:defRPr sz="1323">
                <a:solidFill>
                  <a:schemeClr val="tx1">
                    <a:tint val="82000"/>
                  </a:schemeClr>
                </a:solidFill>
              </a:defRPr>
            </a:lvl5pPr>
            <a:lvl6pPr marL="1890751" indent="0">
              <a:buNone/>
              <a:defRPr sz="1323">
                <a:solidFill>
                  <a:schemeClr val="tx1">
                    <a:tint val="82000"/>
                  </a:schemeClr>
                </a:solidFill>
              </a:defRPr>
            </a:lvl6pPr>
            <a:lvl7pPr marL="2268901" indent="0">
              <a:buNone/>
              <a:defRPr sz="1323">
                <a:solidFill>
                  <a:schemeClr val="tx1">
                    <a:tint val="82000"/>
                  </a:schemeClr>
                </a:solidFill>
              </a:defRPr>
            </a:lvl7pPr>
            <a:lvl8pPr marL="2647051" indent="0">
              <a:buNone/>
              <a:defRPr sz="1323">
                <a:solidFill>
                  <a:schemeClr val="tx1">
                    <a:tint val="82000"/>
                  </a:schemeClr>
                </a:solidFill>
              </a:defRPr>
            </a:lvl8pPr>
            <a:lvl9pPr marL="3025201" indent="0">
              <a:buNone/>
              <a:defRPr sz="1323">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AFCBBE-EBB0-6816-AE02-BE3C1B8868D8}"/>
              </a:ext>
            </a:extLst>
          </p:cNvPr>
          <p:cNvSpPr>
            <a:spLocks noGrp="1"/>
          </p:cNvSpPr>
          <p:nvPr>
            <p:ph type="dt" sz="half" idx="10"/>
          </p:nvPr>
        </p:nvSpPr>
        <p:spPr/>
        <p:txBody>
          <a:bodyPr/>
          <a:lstStyle/>
          <a:p>
            <a:fld id="{1D8BD707-D9CF-40AE-B4C6-C98DA3205C09}" type="datetimeFigureOut">
              <a:rPr lang="en-US" smtClean="0"/>
              <a:t>2/23/2025</a:t>
            </a:fld>
            <a:endParaRPr lang="en-US"/>
          </a:p>
        </p:txBody>
      </p:sp>
      <p:sp>
        <p:nvSpPr>
          <p:cNvPr id="5" name="Footer Placeholder 4">
            <a:extLst>
              <a:ext uri="{FF2B5EF4-FFF2-40B4-BE49-F238E27FC236}">
                <a16:creationId xmlns:a16="http://schemas.microsoft.com/office/drawing/2014/main" id="{343AFB9F-5AA7-9D2A-FD67-6D63A9E63775}"/>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A8EA3934-9FCE-AC47-AAE0-5C56EA70CCFF}"/>
              </a:ext>
            </a:extLst>
          </p:cNvPr>
          <p:cNvSpPr>
            <a:spLocks noGrp="1"/>
          </p:cNvSpPr>
          <p:nvPr>
            <p:ph type="sldNum" sz="quarter" idx="12"/>
          </p:nvPr>
        </p:nvSpPr>
        <p:spPr/>
        <p:txBody>
          <a:bodyPr/>
          <a:lstStyle/>
          <a:p>
            <a:fld id="{B6F15528-21DE-4FAA-801E-634DDDAF4B2B}" type="slidenum">
              <a:rPr lang="id-ID" smtClean="0"/>
              <a:t>‹#›</a:t>
            </a:fld>
            <a:endParaRPr lang="id-ID"/>
          </a:p>
        </p:txBody>
      </p:sp>
    </p:spTree>
    <p:extLst>
      <p:ext uri="{BB962C8B-B14F-4D97-AF65-F5344CB8AC3E}">
        <p14:creationId xmlns:p14="http://schemas.microsoft.com/office/powerpoint/2010/main" val="661717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DF0CE-456B-AE80-0E8A-240B89526F06}"/>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31163F2C-0BC6-6D6D-689C-AAC92CD901CC}"/>
              </a:ext>
            </a:extLst>
          </p:cNvPr>
          <p:cNvSpPr>
            <a:spLocks noGrp="1"/>
          </p:cNvSpPr>
          <p:nvPr>
            <p:ph sz="half" idx="1"/>
          </p:nvPr>
        </p:nvSpPr>
        <p:spPr>
          <a:xfrm>
            <a:off x="693261" y="2013259"/>
            <a:ext cx="4285615" cy="4798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a:extLst>
              <a:ext uri="{FF2B5EF4-FFF2-40B4-BE49-F238E27FC236}">
                <a16:creationId xmlns:a16="http://schemas.microsoft.com/office/drawing/2014/main" id="{B7DBB3BB-D20E-EB66-66CA-8BEF497D6D80}"/>
              </a:ext>
            </a:extLst>
          </p:cNvPr>
          <p:cNvSpPr>
            <a:spLocks noGrp="1"/>
          </p:cNvSpPr>
          <p:nvPr>
            <p:ph sz="half" idx="2"/>
          </p:nvPr>
        </p:nvSpPr>
        <p:spPr>
          <a:xfrm>
            <a:off x="5104924" y="2013259"/>
            <a:ext cx="4285615" cy="4798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a:extLst>
              <a:ext uri="{FF2B5EF4-FFF2-40B4-BE49-F238E27FC236}">
                <a16:creationId xmlns:a16="http://schemas.microsoft.com/office/drawing/2014/main" id="{14FCCC6B-658B-494B-EE31-9715622CAC29}"/>
              </a:ext>
            </a:extLst>
          </p:cNvPr>
          <p:cNvSpPr>
            <a:spLocks noGrp="1"/>
          </p:cNvSpPr>
          <p:nvPr>
            <p:ph type="dt" sz="half" idx="10"/>
          </p:nvPr>
        </p:nvSpPr>
        <p:spPr/>
        <p:txBody>
          <a:bodyPr/>
          <a:lstStyle/>
          <a:p>
            <a:fld id="{1D8BD707-D9CF-40AE-B4C6-C98DA3205C09}" type="datetimeFigureOut">
              <a:rPr lang="en-US" smtClean="0"/>
              <a:t>2/23/2025</a:t>
            </a:fld>
            <a:endParaRPr lang="en-US"/>
          </a:p>
        </p:txBody>
      </p:sp>
      <p:sp>
        <p:nvSpPr>
          <p:cNvPr id="6" name="Footer Placeholder 5">
            <a:extLst>
              <a:ext uri="{FF2B5EF4-FFF2-40B4-BE49-F238E27FC236}">
                <a16:creationId xmlns:a16="http://schemas.microsoft.com/office/drawing/2014/main" id="{0C2EA380-1FE6-B252-B7B7-CA6FF9C431E3}"/>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A400A1F6-BC14-8F46-F098-E848A7EB2BA0}"/>
              </a:ext>
            </a:extLst>
          </p:cNvPr>
          <p:cNvSpPr>
            <a:spLocks noGrp="1"/>
          </p:cNvSpPr>
          <p:nvPr>
            <p:ph type="sldNum" sz="quarter" idx="12"/>
          </p:nvPr>
        </p:nvSpPr>
        <p:spPr/>
        <p:txBody>
          <a:bodyPr/>
          <a:lstStyle/>
          <a:p>
            <a:fld id="{B6F15528-21DE-4FAA-801E-634DDDAF4B2B}" type="slidenum">
              <a:rPr lang="id-ID" smtClean="0"/>
              <a:t>‹#›</a:t>
            </a:fld>
            <a:endParaRPr lang="id-ID"/>
          </a:p>
        </p:txBody>
      </p:sp>
    </p:spTree>
    <p:extLst>
      <p:ext uri="{BB962C8B-B14F-4D97-AF65-F5344CB8AC3E}">
        <p14:creationId xmlns:p14="http://schemas.microsoft.com/office/powerpoint/2010/main" val="1797058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E4E25-CA68-3BDE-3999-6CB23B0254B0}"/>
              </a:ext>
            </a:extLst>
          </p:cNvPr>
          <p:cNvSpPr>
            <a:spLocks noGrp="1"/>
          </p:cNvSpPr>
          <p:nvPr>
            <p:ph type="title"/>
          </p:nvPr>
        </p:nvSpPr>
        <p:spPr>
          <a:xfrm>
            <a:off x="694574" y="402652"/>
            <a:ext cx="8697278" cy="1461801"/>
          </a:xfrm>
        </p:spPr>
        <p:txBody>
          <a:bodyPr/>
          <a:lstStyle/>
          <a:p>
            <a:r>
              <a:rPr lang="en-US"/>
              <a:t>Click to edit Master title style</a:t>
            </a:r>
            <a:endParaRPr lang="id-ID"/>
          </a:p>
        </p:txBody>
      </p:sp>
      <p:sp>
        <p:nvSpPr>
          <p:cNvPr id="3" name="Text Placeholder 2">
            <a:extLst>
              <a:ext uri="{FF2B5EF4-FFF2-40B4-BE49-F238E27FC236}">
                <a16:creationId xmlns:a16="http://schemas.microsoft.com/office/drawing/2014/main" id="{A23B11D4-C68D-742A-F29A-C9BA6DFA08A6}"/>
              </a:ext>
            </a:extLst>
          </p:cNvPr>
          <p:cNvSpPr>
            <a:spLocks noGrp="1"/>
          </p:cNvSpPr>
          <p:nvPr>
            <p:ph type="body" idx="1"/>
          </p:nvPr>
        </p:nvSpPr>
        <p:spPr>
          <a:xfrm>
            <a:off x="694575" y="1853949"/>
            <a:ext cx="4265920" cy="908592"/>
          </a:xfrm>
        </p:spPr>
        <p:txBody>
          <a:bodyPr anchor="b"/>
          <a:lstStyle>
            <a:lvl1pPr marL="0" indent="0">
              <a:buNone/>
              <a:defRPr sz="1985" b="1"/>
            </a:lvl1pPr>
            <a:lvl2pPr marL="378150" indent="0">
              <a:buNone/>
              <a:defRPr sz="1654" b="1"/>
            </a:lvl2pPr>
            <a:lvl3pPr marL="756300" indent="0">
              <a:buNone/>
              <a:defRPr sz="1489" b="1"/>
            </a:lvl3pPr>
            <a:lvl4pPr marL="1134450" indent="0">
              <a:buNone/>
              <a:defRPr sz="1323" b="1"/>
            </a:lvl4pPr>
            <a:lvl5pPr marL="1512600" indent="0">
              <a:buNone/>
              <a:defRPr sz="1323" b="1"/>
            </a:lvl5pPr>
            <a:lvl6pPr marL="1890751" indent="0">
              <a:buNone/>
              <a:defRPr sz="1323" b="1"/>
            </a:lvl6pPr>
            <a:lvl7pPr marL="2268901" indent="0">
              <a:buNone/>
              <a:defRPr sz="1323" b="1"/>
            </a:lvl7pPr>
            <a:lvl8pPr marL="2647051" indent="0">
              <a:buNone/>
              <a:defRPr sz="1323" b="1"/>
            </a:lvl8pPr>
            <a:lvl9pPr marL="3025201" indent="0">
              <a:buNone/>
              <a:defRPr sz="1323" b="1"/>
            </a:lvl9pPr>
          </a:lstStyle>
          <a:p>
            <a:pPr lvl="0"/>
            <a:r>
              <a:rPr lang="en-US"/>
              <a:t>Click to edit Master text styles</a:t>
            </a:r>
          </a:p>
        </p:txBody>
      </p:sp>
      <p:sp>
        <p:nvSpPr>
          <p:cNvPr id="4" name="Content Placeholder 3">
            <a:extLst>
              <a:ext uri="{FF2B5EF4-FFF2-40B4-BE49-F238E27FC236}">
                <a16:creationId xmlns:a16="http://schemas.microsoft.com/office/drawing/2014/main" id="{5B394837-7B67-D666-7D4D-977B87C6DF25}"/>
              </a:ext>
            </a:extLst>
          </p:cNvPr>
          <p:cNvSpPr>
            <a:spLocks noGrp="1"/>
          </p:cNvSpPr>
          <p:nvPr>
            <p:ph sz="half" idx="2"/>
          </p:nvPr>
        </p:nvSpPr>
        <p:spPr>
          <a:xfrm>
            <a:off x="694575" y="2762541"/>
            <a:ext cx="4265920" cy="4063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a:extLst>
              <a:ext uri="{FF2B5EF4-FFF2-40B4-BE49-F238E27FC236}">
                <a16:creationId xmlns:a16="http://schemas.microsoft.com/office/drawing/2014/main" id="{CF182437-C01C-C783-BC2C-AB1BC2E157E3}"/>
              </a:ext>
            </a:extLst>
          </p:cNvPr>
          <p:cNvSpPr>
            <a:spLocks noGrp="1"/>
          </p:cNvSpPr>
          <p:nvPr>
            <p:ph type="body" sz="quarter" idx="3"/>
          </p:nvPr>
        </p:nvSpPr>
        <p:spPr>
          <a:xfrm>
            <a:off x="5104924" y="1853949"/>
            <a:ext cx="4286928" cy="908592"/>
          </a:xfrm>
        </p:spPr>
        <p:txBody>
          <a:bodyPr anchor="b"/>
          <a:lstStyle>
            <a:lvl1pPr marL="0" indent="0">
              <a:buNone/>
              <a:defRPr sz="1985" b="1"/>
            </a:lvl1pPr>
            <a:lvl2pPr marL="378150" indent="0">
              <a:buNone/>
              <a:defRPr sz="1654" b="1"/>
            </a:lvl2pPr>
            <a:lvl3pPr marL="756300" indent="0">
              <a:buNone/>
              <a:defRPr sz="1489" b="1"/>
            </a:lvl3pPr>
            <a:lvl4pPr marL="1134450" indent="0">
              <a:buNone/>
              <a:defRPr sz="1323" b="1"/>
            </a:lvl4pPr>
            <a:lvl5pPr marL="1512600" indent="0">
              <a:buNone/>
              <a:defRPr sz="1323" b="1"/>
            </a:lvl5pPr>
            <a:lvl6pPr marL="1890751" indent="0">
              <a:buNone/>
              <a:defRPr sz="1323" b="1"/>
            </a:lvl6pPr>
            <a:lvl7pPr marL="2268901" indent="0">
              <a:buNone/>
              <a:defRPr sz="1323" b="1"/>
            </a:lvl7pPr>
            <a:lvl8pPr marL="2647051" indent="0">
              <a:buNone/>
              <a:defRPr sz="1323" b="1"/>
            </a:lvl8pPr>
            <a:lvl9pPr marL="3025201" indent="0">
              <a:buNone/>
              <a:defRPr sz="1323" b="1"/>
            </a:lvl9pPr>
          </a:lstStyle>
          <a:p>
            <a:pPr lvl="0"/>
            <a:r>
              <a:rPr lang="en-US"/>
              <a:t>Click to edit Master text styles</a:t>
            </a:r>
          </a:p>
        </p:txBody>
      </p:sp>
      <p:sp>
        <p:nvSpPr>
          <p:cNvPr id="6" name="Content Placeholder 5">
            <a:extLst>
              <a:ext uri="{FF2B5EF4-FFF2-40B4-BE49-F238E27FC236}">
                <a16:creationId xmlns:a16="http://schemas.microsoft.com/office/drawing/2014/main" id="{578B41A8-9E7E-0D6B-EDF8-B9CF5CCDCDD9}"/>
              </a:ext>
            </a:extLst>
          </p:cNvPr>
          <p:cNvSpPr>
            <a:spLocks noGrp="1"/>
          </p:cNvSpPr>
          <p:nvPr>
            <p:ph sz="quarter" idx="4"/>
          </p:nvPr>
        </p:nvSpPr>
        <p:spPr>
          <a:xfrm>
            <a:off x="5104924" y="2762541"/>
            <a:ext cx="4286928" cy="4063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a:extLst>
              <a:ext uri="{FF2B5EF4-FFF2-40B4-BE49-F238E27FC236}">
                <a16:creationId xmlns:a16="http://schemas.microsoft.com/office/drawing/2014/main" id="{0D11C0CA-D3C2-2754-413E-588B8CC6956C}"/>
              </a:ext>
            </a:extLst>
          </p:cNvPr>
          <p:cNvSpPr>
            <a:spLocks noGrp="1"/>
          </p:cNvSpPr>
          <p:nvPr>
            <p:ph type="dt" sz="half" idx="10"/>
          </p:nvPr>
        </p:nvSpPr>
        <p:spPr/>
        <p:txBody>
          <a:bodyPr/>
          <a:lstStyle/>
          <a:p>
            <a:fld id="{1D8BD707-D9CF-40AE-B4C6-C98DA3205C09}" type="datetimeFigureOut">
              <a:rPr lang="en-US" smtClean="0"/>
              <a:t>2/23/2025</a:t>
            </a:fld>
            <a:endParaRPr lang="en-US"/>
          </a:p>
        </p:txBody>
      </p:sp>
      <p:sp>
        <p:nvSpPr>
          <p:cNvPr id="8" name="Footer Placeholder 7">
            <a:extLst>
              <a:ext uri="{FF2B5EF4-FFF2-40B4-BE49-F238E27FC236}">
                <a16:creationId xmlns:a16="http://schemas.microsoft.com/office/drawing/2014/main" id="{2B489E0D-FABB-58F0-E5BF-0117E48F492E}"/>
              </a:ext>
            </a:extLst>
          </p:cNvPr>
          <p:cNvSpPr>
            <a:spLocks noGrp="1"/>
          </p:cNvSpPr>
          <p:nvPr>
            <p:ph type="ftr" sz="quarter" idx="11"/>
          </p:nvPr>
        </p:nvSpPr>
        <p:spPr/>
        <p:txBody>
          <a:bodyPr/>
          <a:lstStyle/>
          <a:p>
            <a:endParaRPr lang="id-ID"/>
          </a:p>
        </p:txBody>
      </p:sp>
      <p:sp>
        <p:nvSpPr>
          <p:cNvPr id="9" name="Slide Number Placeholder 8">
            <a:extLst>
              <a:ext uri="{FF2B5EF4-FFF2-40B4-BE49-F238E27FC236}">
                <a16:creationId xmlns:a16="http://schemas.microsoft.com/office/drawing/2014/main" id="{A2DD8A0B-75BB-0236-4FA3-71734302A647}"/>
              </a:ext>
            </a:extLst>
          </p:cNvPr>
          <p:cNvSpPr>
            <a:spLocks noGrp="1"/>
          </p:cNvSpPr>
          <p:nvPr>
            <p:ph type="sldNum" sz="quarter" idx="12"/>
          </p:nvPr>
        </p:nvSpPr>
        <p:spPr/>
        <p:txBody>
          <a:bodyPr/>
          <a:lstStyle/>
          <a:p>
            <a:fld id="{B6F15528-21DE-4FAA-801E-634DDDAF4B2B}" type="slidenum">
              <a:rPr lang="id-ID" smtClean="0"/>
              <a:t>‹#›</a:t>
            </a:fld>
            <a:endParaRPr lang="id-ID"/>
          </a:p>
        </p:txBody>
      </p:sp>
    </p:spTree>
    <p:extLst>
      <p:ext uri="{BB962C8B-B14F-4D97-AF65-F5344CB8AC3E}">
        <p14:creationId xmlns:p14="http://schemas.microsoft.com/office/powerpoint/2010/main" val="2313273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26F81-3D01-8B2F-F028-DBF1249AE628}"/>
              </a:ext>
            </a:extLst>
          </p:cNvPr>
          <p:cNvSpPr>
            <a:spLocks noGrp="1"/>
          </p:cNvSpPr>
          <p:nvPr>
            <p:ph type="title"/>
          </p:nvPr>
        </p:nvSpPr>
        <p:spPr/>
        <p:txBody>
          <a:bodyPr/>
          <a:lstStyle/>
          <a:p>
            <a:r>
              <a:rPr lang="en-US"/>
              <a:t>Click to edit Master title style</a:t>
            </a:r>
            <a:endParaRPr lang="id-ID"/>
          </a:p>
        </p:txBody>
      </p:sp>
      <p:sp>
        <p:nvSpPr>
          <p:cNvPr id="3" name="Date Placeholder 2">
            <a:extLst>
              <a:ext uri="{FF2B5EF4-FFF2-40B4-BE49-F238E27FC236}">
                <a16:creationId xmlns:a16="http://schemas.microsoft.com/office/drawing/2014/main" id="{F0FB1892-2804-CB74-513A-C378284FD0CA}"/>
              </a:ext>
            </a:extLst>
          </p:cNvPr>
          <p:cNvSpPr>
            <a:spLocks noGrp="1"/>
          </p:cNvSpPr>
          <p:nvPr>
            <p:ph type="dt" sz="half" idx="10"/>
          </p:nvPr>
        </p:nvSpPr>
        <p:spPr/>
        <p:txBody>
          <a:bodyPr/>
          <a:lstStyle/>
          <a:p>
            <a:fld id="{1D8BD707-D9CF-40AE-B4C6-C98DA3205C09}" type="datetimeFigureOut">
              <a:rPr lang="en-US" smtClean="0"/>
              <a:t>2/23/2025</a:t>
            </a:fld>
            <a:endParaRPr lang="en-US"/>
          </a:p>
        </p:txBody>
      </p:sp>
      <p:sp>
        <p:nvSpPr>
          <p:cNvPr id="4" name="Footer Placeholder 3">
            <a:extLst>
              <a:ext uri="{FF2B5EF4-FFF2-40B4-BE49-F238E27FC236}">
                <a16:creationId xmlns:a16="http://schemas.microsoft.com/office/drawing/2014/main" id="{F3176946-0774-485C-1DBD-9C1B612B25CC}"/>
              </a:ext>
            </a:extLst>
          </p:cNvPr>
          <p:cNvSpPr>
            <a:spLocks noGrp="1"/>
          </p:cNvSpPr>
          <p:nvPr>
            <p:ph type="ftr" sz="quarter" idx="11"/>
          </p:nvPr>
        </p:nvSpPr>
        <p:spPr/>
        <p:txBody>
          <a:bodyPr/>
          <a:lstStyle/>
          <a:p>
            <a:endParaRPr lang="id-ID"/>
          </a:p>
        </p:txBody>
      </p:sp>
      <p:sp>
        <p:nvSpPr>
          <p:cNvPr id="5" name="Slide Number Placeholder 4">
            <a:extLst>
              <a:ext uri="{FF2B5EF4-FFF2-40B4-BE49-F238E27FC236}">
                <a16:creationId xmlns:a16="http://schemas.microsoft.com/office/drawing/2014/main" id="{C86F8443-2C06-416E-7AC9-42319DCB228B}"/>
              </a:ext>
            </a:extLst>
          </p:cNvPr>
          <p:cNvSpPr>
            <a:spLocks noGrp="1"/>
          </p:cNvSpPr>
          <p:nvPr>
            <p:ph type="sldNum" sz="quarter" idx="12"/>
          </p:nvPr>
        </p:nvSpPr>
        <p:spPr/>
        <p:txBody>
          <a:bodyPr/>
          <a:lstStyle/>
          <a:p>
            <a:fld id="{B6F15528-21DE-4FAA-801E-634DDDAF4B2B}" type="slidenum">
              <a:rPr lang="id-ID" smtClean="0"/>
              <a:t>‹#›</a:t>
            </a:fld>
            <a:endParaRPr lang="id-ID"/>
          </a:p>
        </p:txBody>
      </p:sp>
    </p:spTree>
    <p:extLst>
      <p:ext uri="{BB962C8B-B14F-4D97-AF65-F5344CB8AC3E}">
        <p14:creationId xmlns:p14="http://schemas.microsoft.com/office/powerpoint/2010/main" val="12100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F6464D-05A1-A5F3-EA50-3D0CC0B0D4A8}"/>
              </a:ext>
            </a:extLst>
          </p:cNvPr>
          <p:cNvSpPr>
            <a:spLocks noGrp="1"/>
          </p:cNvSpPr>
          <p:nvPr>
            <p:ph type="dt" sz="half" idx="10"/>
          </p:nvPr>
        </p:nvSpPr>
        <p:spPr/>
        <p:txBody>
          <a:bodyPr/>
          <a:lstStyle/>
          <a:p>
            <a:fld id="{1D8BD707-D9CF-40AE-B4C6-C98DA3205C09}" type="datetimeFigureOut">
              <a:rPr lang="en-US" smtClean="0"/>
              <a:t>2/23/2025</a:t>
            </a:fld>
            <a:endParaRPr lang="en-US"/>
          </a:p>
        </p:txBody>
      </p:sp>
      <p:sp>
        <p:nvSpPr>
          <p:cNvPr id="3" name="Footer Placeholder 2">
            <a:extLst>
              <a:ext uri="{FF2B5EF4-FFF2-40B4-BE49-F238E27FC236}">
                <a16:creationId xmlns:a16="http://schemas.microsoft.com/office/drawing/2014/main" id="{A5F66367-A420-9E41-CCC6-52C55112DBDD}"/>
              </a:ext>
            </a:extLst>
          </p:cNvPr>
          <p:cNvSpPr>
            <a:spLocks noGrp="1"/>
          </p:cNvSpPr>
          <p:nvPr>
            <p:ph type="ftr" sz="quarter" idx="11"/>
          </p:nvPr>
        </p:nvSpPr>
        <p:spPr/>
        <p:txBody>
          <a:bodyPr/>
          <a:lstStyle/>
          <a:p>
            <a:endParaRPr lang="id-ID"/>
          </a:p>
        </p:txBody>
      </p:sp>
      <p:sp>
        <p:nvSpPr>
          <p:cNvPr id="4" name="Slide Number Placeholder 3">
            <a:extLst>
              <a:ext uri="{FF2B5EF4-FFF2-40B4-BE49-F238E27FC236}">
                <a16:creationId xmlns:a16="http://schemas.microsoft.com/office/drawing/2014/main" id="{1687F254-84E5-AA4F-F629-B8983E9D8816}"/>
              </a:ext>
            </a:extLst>
          </p:cNvPr>
          <p:cNvSpPr>
            <a:spLocks noGrp="1"/>
          </p:cNvSpPr>
          <p:nvPr>
            <p:ph type="sldNum" sz="quarter" idx="12"/>
          </p:nvPr>
        </p:nvSpPr>
        <p:spPr/>
        <p:txBody>
          <a:bodyPr/>
          <a:lstStyle/>
          <a:p>
            <a:fld id="{B6F15528-21DE-4FAA-801E-634DDDAF4B2B}" type="slidenum">
              <a:rPr lang="id-ID" smtClean="0"/>
              <a:t>‹#›</a:t>
            </a:fld>
            <a:endParaRPr lang="id-ID"/>
          </a:p>
        </p:txBody>
      </p:sp>
    </p:spTree>
    <p:extLst>
      <p:ext uri="{BB962C8B-B14F-4D97-AF65-F5344CB8AC3E}">
        <p14:creationId xmlns:p14="http://schemas.microsoft.com/office/powerpoint/2010/main" val="35328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107F7-03A7-765A-4E83-955F8A24A294}"/>
              </a:ext>
            </a:extLst>
          </p:cNvPr>
          <p:cNvSpPr>
            <a:spLocks noGrp="1"/>
          </p:cNvSpPr>
          <p:nvPr>
            <p:ph type="title"/>
          </p:nvPr>
        </p:nvSpPr>
        <p:spPr>
          <a:xfrm>
            <a:off x="694575" y="504190"/>
            <a:ext cx="3252288" cy="1764665"/>
          </a:xfrm>
        </p:spPr>
        <p:txBody>
          <a:bodyPr anchor="b"/>
          <a:lstStyle>
            <a:lvl1pPr>
              <a:defRPr sz="2647"/>
            </a:lvl1pPr>
          </a:lstStyle>
          <a:p>
            <a:r>
              <a:rPr lang="en-US"/>
              <a:t>Click to edit Master title style</a:t>
            </a:r>
            <a:endParaRPr lang="id-ID"/>
          </a:p>
        </p:txBody>
      </p:sp>
      <p:sp>
        <p:nvSpPr>
          <p:cNvPr id="3" name="Content Placeholder 2">
            <a:extLst>
              <a:ext uri="{FF2B5EF4-FFF2-40B4-BE49-F238E27FC236}">
                <a16:creationId xmlns:a16="http://schemas.microsoft.com/office/drawing/2014/main" id="{1597E409-F1D7-8FEE-755C-450A95BC85EA}"/>
              </a:ext>
            </a:extLst>
          </p:cNvPr>
          <p:cNvSpPr>
            <a:spLocks noGrp="1"/>
          </p:cNvSpPr>
          <p:nvPr>
            <p:ph idx="1"/>
          </p:nvPr>
        </p:nvSpPr>
        <p:spPr>
          <a:xfrm>
            <a:off x="4286928" y="1088911"/>
            <a:ext cx="5104924" cy="5374525"/>
          </a:xfrm>
        </p:spPr>
        <p:txBody>
          <a:bodyPr/>
          <a:lstStyle>
            <a:lvl1pPr>
              <a:defRPr sz="2647"/>
            </a:lvl1pPr>
            <a:lvl2pPr>
              <a:defRPr sz="2316"/>
            </a:lvl2pPr>
            <a:lvl3pPr>
              <a:defRPr sz="1985"/>
            </a:lvl3pPr>
            <a:lvl4pPr>
              <a:defRPr sz="1654"/>
            </a:lvl4pPr>
            <a:lvl5pPr>
              <a:defRPr sz="1654"/>
            </a:lvl5pPr>
            <a:lvl6pPr>
              <a:defRPr sz="1654"/>
            </a:lvl6pPr>
            <a:lvl7pPr>
              <a:defRPr sz="1654"/>
            </a:lvl7pPr>
            <a:lvl8pPr>
              <a:defRPr sz="1654"/>
            </a:lvl8pPr>
            <a:lvl9pPr>
              <a:defRPr sz="16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a:extLst>
              <a:ext uri="{FF2B5EF4-FFF2-40B4-BE49-F238E27FC236}">
                <a16:creationId xmlns:a16="http://schemas.microsoft.com/office/drawing/2014/main" id="{708D942C-4D1C-B780-0B43-C9E6A7D7E6D6}"/>
              </a:ext>
            </a:extLst>
          </p:cNvPr>
          <p:cNvSpPr>
            <a:spLocks noGrp="1"/>
          </p:cNvSpPr>
          <p:nvPr>
            <p:ph type="body" sz="half" idx="2"/>
          </p:nvPr>
        </p:nvSpPr>
        <p:spPr>
          <a:xfrm>
            <a:off x="694575" y="2268855"/>
            <a:ext cx="3252288" cy="4203335"/>
          </a:xfrm>
        </p:spPr>
        <p:txBody>
          <a:bodyPr/>
          <a:lstStyle>
            <a:lvl1pPr marL="0" indent="0">
              <a:buNone/>
              <a:defRPr sz="1323"/>
            </a:lvl1pPr>
            <a:lvl2pPr marL="378150" indent="0">
              <a:buNone/>
              <a:defRPr sz="1158"/>
            </a:lvl2pPr>
            <a:lvl3pPr marL="756300" indent="0">
              <a:buNone/>
              <a:defRPr sz="993"/>
            </a:lvl3pPr>
            <a:lvl4pPr marL="1134450" indent="0">
              <a:buNone/>
              <a:defRPr sz="827"/>
            </a:lvl4pPr>
            <a:lvl5pPr marL="1512600" indent="0">
              <a:buNone/>
              <a:defRPr sz="827"/>
            </a:lvl5pPr>
            <a:lvl6pPr marL="1890751" indent="0">
              <a:buNone/>
              <a:defRPr sz="827"/>
            </a:lvl6pPr>
            <a:lvl7pPr marL="2268901" indent="0">
              <a:buNone/>
              <a:defRPr sz="827"/>
            </a:lvl7pPr>
            <a:lvl8pPr marL="2647051" indent="0">
              <a:buNone/>
              <a:defRPr sz="827"/>
            </a:lvl8pPr>
            <a:lvl9pPr marL="3025201" indent="0">
              <a:buNone/>
              <a:defRPr sz="827"/>
            </a:lvl9pPr>
          </a:lstStyle>
          <a:p>
            <a:pPr lvl="0"/>
            <a:r>
              <a:rPr lang="en-US"/>
              <a:t>Click to edit Master text styles</a:t>
            </a:r>
          </a:p>
        </p:txBody>
      </p:sp>
      <p:sp>
        <p:nvSpPr>
          <p:cNvPr id="5" name="Date Placeholder 4">
            <a:extLst>
              <a:ext uri="{FF2B5EF4-FFF2-40B4-BE49-F238E27FC236}">
                <a16:creationId xmlns:a16="http://schemas.microsoft.com/office/drawing/2014/main" id="{E2D38C85-83B8-FF65-4FE6-FB4C9FDECE51}"/>
              </a:ext>
            </a:extLst>
          </p:cNvPr>
          <p:cNvSpPr>
            <a:spLocks noGrp="1"/>
          </p:cNvSpPr>
          <p:nvPr>
            <p:ph type="dt" sz="half" idx="10"/>
          </p:nvPr>
        </p:nvSpPr>
        <p:spPr/>
        <p:txBody>
          <a:bodyPr/>
          <a:lstStyle/>
          <a:p>
            <a:fld id="{1D8BD707-D9CF-40AE-B4C6-C98DA3205C09}" type="datetimeFigureOut">
              <a:rPr lang="en-US" smtClean="0"/>
              <a:t>2/23/2025</a:t>
            </a:fld>
            <a:endParaRPr lang="en-US"/>
          </a:p>
        </p:txBody>
      </p:sp>
      <p:sp>
        <p:nvSpPr>
          <p:cNvPr id="6" name="Footer Placeholder 5">
            <a:extLst>
              <a:ext uri="{FF2B5EF4-FFF2-40B4-BE49-F238E27FC236}">
                <a16:creationId xmlns:a16="http://schemas.microsoft.com/office/drawing/2014/main" id="{D3012D9C-A1F4-F742-3C23-7107D6875B6E}"/>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B01BB6D1-4B09-F073-F42D-88353AC681AA}"/>
              </a:ext>
            </a:extLst>
          </p:cNvPr>
          <p:cNvSpPr>
            <a:spLocks noGrp="1"/>
          </p:cNvSpPr>
          <p:nvPr>
            <p:ph type="sldNum" sz="quarter" idx="12"/>
          </p:nvPr>
        </p:nvSpPr>
        <p:spPr/>
        <p:txBody>
          <a:bodyPr/>
          <a:lstStyle/>
          <a:p>
            <a:fld id="{B6F15528-21DE-4FAA-801E-634DDDAF4B2B}" type="slidenum">
              <a:rPr lang="id-ID" smtClean="0"/>
              <a:t>‹#›</a:t>
            </a:fld>
            <a:endParaRPr lang="id-ID"/>
          </a:p>
        </p:txBody>
      </p:sp>
    </p:spTree>
    <p:extLst>
      <p:ext uri="{BB962C8B-B14F-4D97-AF65-F5344CB8AC3E}">
        <p14:creationId xmlns:p14="http://schemas.microsoft.com/office/powerpoint/2010/main" val="693068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A7AE1-9263-43CD-1A3D-062608620F2D}"/>
              </a:ext>
            </a:extLst>
          </p:cNvPr>
          <p:cNvSpPr>
            <a:spLocks noGrp="1"/>
          </p:cNvSpPr>
          <p:nvPr>
            <p:ph type="title"/>
          </p:nvPr>
        </p:nvSpPr>
        <p:spPr>
          <a:xfrm>
            <a:off x="694575" y="504190"/>
            <a:ext cx="3252288" cy="1764665"/>
          </a:xfrm>
        </p:spPr>
        <p:txBody>
          <a:bodyPr anchor="b"/>
          <a:lstStyle>
            <a:lvl1pPr>
              <a:defRPr sz="2647"/>
            </a:lvl1pPr>
          </a:lstStyle>
          <a:p>
            <a:r>
              <a:rPr lang="en-US"/>
              <a:t>Click to edit Master title style</a:t>
            </a:r>
            <a:endParaRPr lang="id-ID"/>
          </a:p>
        </p:txBody>
      </p:sp>
      <p:sp>
        <p:nvSpPr>
          <p:cNvPr id="3" name="Picture Placeholder 2">
            <a:extLst>
              <a:ext uri="{FF2B5EF4-FFF2-40B4-BE49-F238E27FC236}">
                <a16:creationId xmlns:a16="http://schemas.microsoft.com/office/drawing/2014/main" id="{13C0EE0D-79D8-8CCF-B936-D4C8C83A225B}"/>
              </a:ext>
            </a:extLst>
          </p:cNvPr>
          <p:cNvSpPr>
            <a:spLocks noGrp="1"/>
          </p:cNvSpPr>
          <p:nvPr>
            <p:ph type="pic" idx="1"/>
          </p:nvPr>
        </p:nvSpPr>
        <p:spPr>
          <a:xfrm>
            <a:off x="4286928" y="1088911"/>
            <a:ext cx="5104924" cy="5374525"/>
          </a:xfrm>
        </p:spPr>
        <p:txBody>
          <a:bodyPr/>
          <a:lstStyle>
            <a:lvl1pPr marL="0" indent="0">
              <a:buNone/>
              <a:defRPr sz="2647"/>
            </a:lvl1pPr>
            <a:lvl2pPr marL="378150" indent="0">
              <a:buNone/>
              <a:defRPr sz="2316"/>
            </a:lvl2pPr>
            <a:lvl3pPr marL="756300" indent="0">
              <a:buNone/>
              <a:defRPr sz="1985"/>
            </a:lvl3pPr>
            <a:lvl4pPr marL="1134450" indent="0">
              <a:buNone/>
              <a:defRPr sz="1654"/>
            </a:lvl4pPr>
            <a:lvl5pPr marL="1512600" indent="0">
              <a:buNone/>
              <a:defRPr sz="1654"/>
            </a:lvl5pPr>
            <a:lvl6pPr marL="1890751" indent="0">
              <a:buNone/>
              <a:defRPr sz="1654"/>
            </a:lvl6pPr>
            <a:lvl7pPr marL="2268901" indent="0">
              <a:buNone/>
              <a:defRPr sz="1654"/>
            </a:lvl7pPr>
            <a:lvl8pPr marL="2647051" indent="0">
              <a:buNone/>
              <a:defRPr sz="1654"/>
            </a:lvl8pPr>
            <a:lvl9pPr marL="3025201" indent="0">
              <a:buNone/>
              <a:defRPr sz="1654"/>
            </a:lvl9pPr>
          </a:lstStyle>
          <a:p>
            <a:endParaRPr lang="id-ID"/>
          </a:p>
        </p:txBody>
      </p:sp>
      <p:sp>
        <p:nvSpPr>
          <p:cNvPr id="4" name="Text Placeholder 3">
            <a:extLst>
              <a:ext uri="{FF2B5EF4-FFF2-40B4-BE49-F238E27FC236}">
                <a16:creationId xmlns:a16="http://schemas.microsoft.com/office/drawing/2014/main" id="{DE55F1DC-97A2-4B01-1C2F-C52C5418C37A}"/>
              </a:ext>
            </a:extLst>
          </p:cNvPr>
          <p:cNvSpPr>
            <a:spLocks noGrp="1"/>
          </p:cNvSpPr>
          <p:nvPr>
            <p:ph type="body" sz="half" idx="2"/>
          </p:nvPr>
        </p:nvSpPr>
        <p:spPr>
          <a:xfrm>
            <a:off x="694575" y="2268855"/>
            <a:ext cx="3252288" cy="4203335"/>
          </a:xfrm>
        </p:spPr>
        <p:txBody>
          <a:bodyPr/>
          <a:lstStyle>
            <a:lvl1pPr marL="0" indent="0">
              <a:buNone/>
              <a:defRPr sz="1323"/>
            </a:lvl1pPr>
            <a:lvl2pPr marL="378150" indent="0">
              <a:buNone/>
              <a:defRPr sz="1158"/>
            </a:lvl2pPr>
            <a:lvl3pPr marL="756300" indent="0">
              <a:buNone/>
              <a:defRPr sz="993"/>
            </a:lvl3pPr>
            <a:lvl4pPr marL="1134450" indent="0">
              <a:buNone/>
              <a:defRPr sz="827"/>
            </a:lvl4pPr>
            <a:lvl5pPr marL="1512600" indent="0">
              <a:buNone/>
              <a:defRPr sz="827"/>
            </a:lvl5pPr>
            <a:lvl6pPr marL="1890751" indent="0">
              <a:buNone/>
              <a:defRPr sz="827"/>
            </a:lvl6pPr>
            <a:lvl7pPr marL="2268901" indent="0">
              <a:buNone/>
              <a:defRPr sz="827"/>
            </a:lvl7pPr>
            <a:lvl8pPr marL="2647051" indent="0">
              <a:buNone/>
              <a:defRPr sz="827"/>
            </a:lvl8pPr>
            <a:lvl9pPr marL="3025201" indent="0">
              <a:buNone/>
              <a:defRPr sz="827"/>
            </a:lvl9pPr>
          </a:lstStyle>
          <a:p>
            <a:pPr lvl="0"/>
            <a:r>
              <a:rPr lang="en-US"/>
              <a:t>Click to edit Master text styles</a:t>
            </a:r>
          </a:p>
        </p:txBody>
      </p:sp>
      <p:sp>
        <p:nvSpPr>
          <p:cNvPr id="5" name="Date Placeholder 4">
            <a:extLst>
              <a:ext uri="{FF2B5EF4-FFF2-40B4-BE49-F238E27FC236}">
                <a16:creationId xmlns:a16="http://schemas.microsoft.com/office/drawing/2014/main" id="{7DD4D0B9-A186-3A93-E00C-ECFCF1358EEE}"/>
              </a:ext>
            </a:extLst>
          </p:cNvPr>
          <p:cNvSpPr>
            <a:spLocks noGrp="1"/>
          </p:cNvSpPr>
          <p:nvPr>
            <p:ph type="dt" sz="half" idx="10"/>
          </p:nvPr>
        </p:nvSpPr>
        <p:spPr/>
        <p:txBody>
          <a:bodyPr/>
          <a:lstStyle/>
          <a:p>
            <a:fld id="{1D8BD707-D9CF-40AE-B4C6-C98DA3205C09}" type="datetimeFigureOut">
              <a:rPr lang="en-US" smtClean="0"/>
              <a:t>2/23/2025</a:t>
            </a:fld>
            <a:endParaRPr lang="en-US"/>
          </a:p>
        </p:txBody>
      </p:sp>
      <p:sp>
        <p:nvSpPr>
          <p:cNvPr id="6" name="Footer Placeholder 5">
            <a:extLst>
              <a:ext uri="{FF2B5EF4-FFF2-40B4-BE49-F238E27FC236}">
                <a16:creationId xmlns:a16="http://schemas.microsoft.com/office/drawing/2014/main" id="{06C4590F-62FF-CE5C-F89D-561CF7938201}"/>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1AE570B1-321A-80B2-B7F9-7A257E56FE6A}"/>
              </a:ext>
            </a:extLst>
          </p:cNvPr>
          <p:cNvSpPr>
            <a:spLocks noGrp="1"/>
          </p:cNvSpPr>
          <p:nvPr>
            <p:ph type="sldNum" sz="quarter" idx="12"/>
          </p:nvPr>
        </p:nvSpPr>
        <p:spPr/>
        <p:txBody>
          <a:bodyPr/>
          <a:lstStyle/>
          <a:p>
            <a:fld id="{B6F15528-21DE-4FAA-801E-634DDDAF4B2B}" type="slidenum">
              <a:rPr lang="id-ID" smtClean="0"/>
              <a:t>‹#›</a:t>
            </a:fld>
            <a:endParaRPr lang="id-ID"/>
          </a:p>
        </p:txBody>
      </p:sp>
    </p:spTree>
    <p:extLst>
      <p:ext uri="{BB962C8B-B14F-4D97-AF65-F5344CB8AC3E}">
        <p14:creationId xmlns:p14="http://schemas.microsoft.com/office/powerpoint/2010/main" val="4075023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F6176-612A-6D78-6F63-850800AF2D76}"/>
              </a:ext>
            </a:extLst>
          </p:cNvPr>
          <p:cNvSpPr>
            <a:spLocks noGrp="1"/>
          </p:cNvSpPr>
          <p:nvPr>
            <p:ph type="title"/>
          </p:nvPr>
        </p:nvSpPr>
        <p:spPr/>
        <p:txBody>
          <a:bodyPr/>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7980F1B9-2517-B2BB-1F60-121E51370C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3D868756-AE8D-47D7-DF26-47C7DF82326C}"/>
              </a:ext>
            </a:extLst>
          </p:cNvPr>
          <p:cNvSpPr>
            <a:spLocks noGrp="1"/>
          </p:cNvSpPr>
          <p:nvPr>
            <p:ph type="dt" sz="half" idx="10"/>
          </p:nvPr>
        </p:nvSpPr>
        <p:spPr/>
        <p:txBody>
          <a:bodyPr/>
          <a:lstStyle/>
          <a:p>
            <a:fld id="{1D8BD707-D9CF-40AE-B4C6-C98DA3205C09}" type="datetimeFigureOut">
              <a:rPr lang="en-US" smtClean="0"/>
              <a:t>2/23/2025</a:t>
            </a:fld>
            <a:endParaRPr lang="en-US"/>
          </a:p>
        </p:txBody>
      </p:sp>
      <p:sp>
        <p:nvSpPr>
          <p:cNvPr id="5" name="Footer Placeholder 4">
            <a:extLst>
              <a:ext uri="{FF2B5EF4-FFF2-40B4-BE49-F238E27FC236}">
                <a16:creationId xmlns:a16="http://schemas.microsoft.com/office/drawing/2014/main" id="{781B6533-804B-F55C-304B-358459EB331B}"/>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B6D2FF96-D998-9F79-754E-25D79980058C}"/>
              </a:ext>
            </a:extLst>
          </p:cNvPr>
          <p:cNvSpPr>
            <a:spLocks noGrp="1"/>
          </p:cNvSpPr>
          <p:nvPr>
            <p:ph type="sldNum" sz="quarter" idx="12"/>
          </p:nvPr>
        </p:nvSpPr>
        <p:spPr/>
        <p:txBody>
          <a:bodyPr/>
          <a:lstStyle/>
          <a:p>
            <a:fld id="{B6F15528-21DE-4FAA-801E-634DDDAF4B2B}" type="slidenum">
              <a:rPr lang="id-ID" smtClean="0"/>
              <a:t>‹#›</a:t>
            </a:fld>
            <a:endParaRPr lang="id-ID"/>
          </a:p>
        </p:txBody>
      </p:sp>
    </p:spTree>
    <p:extLst>
      <p:ext uri="{BB962C8B-B14F-4D97-AF65-F5344CB8AC3E}">
        <p14:creationId xmlns:p14="http://schemas.microsoft.com/office/powerpoint/2010/main" val="8017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22D124-2B29-50E5-41E3-46235C0FF963}"/>
              </a:ext>
            </a:extLst>
          </p:cNvPr>
          <p:cNvSpPr>
            <a:spLocks noGrp="1"/>
          </p:cNvSpPr>
          <p:nvPr>
            <p:ph type="title" orient="vert"/>
          </p:nvPr>
        </p:nvSpPr>
        <p:spPr>
          <a:xfrm>
            <a:off x="7216220" y="402652"/>
            <a:ext cx="2174319" cy="6409166"/>
          </a:xfrm>
        </p:spPr>
        <p:txBody>
          <a:bodyPr vert="eaVert"/>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72413559-DFDF-D4E1-058E-A0BBEC1A6243}"/>
              </a:ext>
            </a:extLst>
          </p:cNvPr>
          <p:cNvSpPr>
            <a:spLocks noGrp="1"/>
          </p:cNvSpPr>
          <p:nvPr>
            <p:ph type="body" orient="vert" idx="1"/>
          </p:nvPr>
        </p:nvSpPr>
        <p:spPr>
          <a:xfrm>
            <a:off x="693261" y="402652"/>
            <a:ext cx="6396911" cy="64091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69C9CE03-25B6-1A2F-3542-BC8D98DBD418}"/>
              </a:ext>
            </a:extLst>
          </p:cNvPr>
          <p:cNvSpPr>
            <a:spLocks noGrp="1"/>
          </p:cNvSpPr>
          <p:nvPr>
            <p:ph type="dt" sz="half" idx="10"/>
          </p:nvPr>
        </p:nvSpPr>
        <p:spPr/>
        <p:txBody>
          <a:bodyPr/>
          <a:lstStyle/>
          <a:p>
            <a:fld id="{1D8BD707-D9CF-40AE-B4C6-C98DA3205C09}" type="datetimeFigureOut">
              <a:rPr lang="en-US" smtClean="0"/>
              <a:t>2/23/2025</a:t>
            </a:fld>
            <a:endParaRPr lang="en-US"/>
          </a:p>
        </p:txBody>
      </p:sp>
      <p:sp>
        <p:nvSpPr>
          <p:cNvPr id="5" name="Footer Placeholder 4">
            <a:extLst>
              <a:ext uri="{FF2B5EF4-FFF2-40B4-BE49-F238E27FC236}">
                <a16:creationId xmlns:a16="http://schemas.microsoft.com/office/drawing/2014/main" id="{97B203F2-6804-8CE0-0B52-39637B246FE0}"/>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38D57A0C-D481-E865-8557-6D081D35B8B4}"/>
              </a:ext>
            </a:extLst>
          </p:cNvPr>
          <p:cNvSpPr>
            <a:spLocks noGrp="1"/>
          </p:cNvSpPr>
          <p:nvPr>
            <p:ph type="sldNum" sz="quarter" idx="12"/>
          </p:nvPr>
        </p:nvSpPr>
        <p:spPr/>
        <p:txBody>
          <a:bodyPr/>
          <a:lstStyle/>
          <a:p>
            <a:fld id="{B6F15528-21DE-4FAA-801E-634DDDAF4B2B}" type="slidenum">
              <a:rPr lang="id-ID" smtClean="0"/>
              <a:t>‹#›</a:t>
            </a:fld>
            <a:endParaRPr lang="id-ID"/>
          </a:p>
        </p:txBody>
      </p:sp>
    </p:spTree>
    <p:extLst>
      <p:ext uri="{BB962C8B-B14F-4D97-AF65-F5344CB8AC3E}">
        <p14:creationId xmlns:p14="http://schemas.microsoft.com/office/powerpoint/2010/main" val="2371768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DABAF7-8889-2280-9DD3-05A6BDC6E9A7}"/>
              </a:ext>
            </a:extLst>
          </p:cNvPr>
          <p:cNvSpPr>
            <a:spLocks noGrp="1"/>
          </p:cNvSpPr>
          <p:nvPr>
            <p:ph type="title"/>
          </p:nvPr>
        </p:nvSpPr>
        <p:spPr>
          <a:xfrm>
            <a:off x="693261" y="402652"/>
            <a:ext cx="8697278" cy="1461801"/>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a:extLst>
              <a:ext uri="{FF2B5EF4-FFF2-40B4-BE49-F238E27FC236}">
                <a16:creationId xmlns:a16="http://schemas.microsoft.com/office/drawing/2014/main" id="{0C466BC6-C4C2-9592-712D-031370846E71}"/>
              </a:ext>
            </a:extLst>
          </p:cNvPr>
          <p:cNvSpPr>
            <a:spLocks noGrp="1"/>
          </p:cNvSpPr>
          <p:nvPr>
            <p:ph type="body" idx="1"/>
          </p:nvPr>
        </p:nvSpPr>
        <p:spPr>
          <a:xfrm>
            <a:off x="693261" y="2013259"/>
            <a:ext cx="8697278" cy="47985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F3B374ED-10EC-B9A1-83FA-F6E02B7044E9}"/>
              </a:ext>
            </a:extLst>
          </p:cNvPr>
          <p:cNvSpPr>
            <a:spLocks noGrp="1"/>
          </p:cNvSpPr>
          <p:nvPr>
            <p:ph type="dt" sz="half" idx="2"/>
          </p:nvPr>
        </p:nvSpPr>
        <p:spPr>
          <a:xfrm>
            <a:off x="693261" y="7009642"/>
            <a:ext cx="2268855" cy="402652"/>
          </a:xfrm>
          <a:prstGeom prst="rect">
            <a:avLst/>
          </a:prstGeom>
        </p:spPr>
        <p:txBody>
          <a:bodyPr vert="horz" lIns="91440" tIns="45720" rIns="91440" bIns="45720" rtlCol="0" anchor="ctr"/>
          <a:lstStyle>
            <a:lvl1pPr algn="l">
              <a:defRPr sz="993">
                <a:solidFill>
                  <a:schemeClr val="tx1">
                    <a:tint val="82000"/>
                  </a:schemeClr>
                </a:solidFill>
              </a:defRPr>
            </a:lvl1pPr>
          </a:lstStyle>
          <a:p>
            <a:fld id="{1D8BD707-D9CF-40AE-B4C6-C98DA3205C09}" type="datetimeFigureOut">
              <a:rPr lang="en-US" smtClean="0"/>
              <a:t>2/23/2025</a:t>
            </a:fld>
            <a:endParaRPr lang="en-US"/>
          </a:p>
        </p:txBody>
      </p:sp>
      <p:sp>
        <p:nvSpPr>
          <p:cNvPr id="5" name="Footer Placeholder 4">
            <a:extLst>
              <a:ext uri="{FF2B5EF4-FFF2-40B4-BE49-F238E27FC236}">
                <a16:creationId xmlns:a16="http://schemas.microsoft.com/office/drawing/2014/main" id="{B7AAE480-D0EC-E55C-5763-D1889181D641}"/>
              </a:ext>
            </a:extLst>
          </p:cNvPr>
          <p:cNvSpPr>
            <a:spLocks noGrp="1"/>
          </p:cNvSpPr>
          <p:nvPr>
            <p:ph type="ftr" sz="quarter" idx="3"/>
          </p:nvPr>
        </p:nvSpPr>
        <p:spPr>
          <a:xfrm>
            <a:off x="3340259" y="7009642"/>
            <a:ext cx="3403283" cy="402652"/>
          </a:xfrm>
          <a:prstGeom prst="rect">
            <a:avLst/>
          </a:prstGeom>
        </p:spPr>
        <p:txBody>
          <a:bodyPr vert="horz" lIns="91440" tIns="45720" rIns="91440" bIns="45720" rtlCol="0" anchor="ctr"/>
          <a:lstStyle>
            <a:lvl1pPr algn="ctr">
              <a:defRPr sz="993">
                <a:solidFill>
                  <a:schemeClr val="tx1">
                    <a:tint val="82000"/>
                  </a:schemeClr>
                </a:solidFill>
              </a:defRPr>
            </a:lvl1pPr>
          </a:lstStyle>
          <a:p>
            <a:endParaRPr lang="id-ID"/>
          </a:p>
        </p:txBody>
      </p:sp>
      <p:sp>
        <p:nvSpPr>
          <p:cNvPr id="6" name="Slide Number Placeholder 5">
            <a:extLst>
              <a:ext uri="{FF2B5EF4-FFF2-40B4-BE49-F238E27FC236}">
                <a16:creationId xmlns:a16="http://schemas.microsoft.com/office/drawing/2014/main" id="{3A8E7951-A97F-9D3F-BFDA-6D4CE8071245}"/>
              </a:ext>
            </a:extLst>
          </p:cNvPr>
          <p:cNvSpPr>
            <a:spLocks noGrp="1"/>
          </p:cNvSpPr>
          <p:nvPr>
            <p:ph type="sldNum" sz="quarter" idx="4"/>
          </p:nvPr>
        </p:nvSpPr>
        <p:spPr>
          <a:xfrm>
            <a:off x="7121684" y="7009642"/>
            <a:ext cx="2268855" cy="402652"/>
          </a:xfrm>
          <a:prstGeom prst="rect">
            <a:avLst/>
          </a:prstGeom>
        </p:spPr>
        <p:txBody>
          <a:bodyPr vert="horz" lIns="91440" tIns="45720" rIns="91440" bIns="45720" rtlCol="0" anchor="ctr"/>
          <a:lstStyle>
            <a:lvl1pPr algn="r">
              <a:defRPr sz="993">
                <a:solidFill>
                  <a:schemeClr val="tx1">
                    <a:tint val="82000"/>
                  </a:schemeClr>
                </a:solidFill>
              </a:defRPr>
            </a:lvl1pPr>
          </a:lstStyle>
          <a:p>
            <a:fld id="{B6F15528-21DE-4FAA-801E-634DDDAF4B2B}" type="slidenum">
              <a:rPr lang="id-ID" smtClean="0"/>
              <a:t>‹#›</a:t>
            </a:fld>
            <a:endParaRPr lang="id-ID"/>
          </a:p>
        </p:txBody>
      </p:sp>
    </p:spTree>
    <p:extLst>
      <p:ext uri="{BB962C8B-B14F-4D97-AF65-F5344CB8AC3E}">
        <p14:creationId xmlns:p14="http://schemas.microsoft.com/office/powerpoint/2010/main" val="441904413"/>
      </p:ext>
    </p:extLst>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Lst>
  <p:txStyles>
    <p:titleStyle>
      <a:lvl1pPr algn="l" defTabSz="756300" rtl="0" eaLnBrk="1" latinLnBrk="0" hangingPunct="1">
        <a:lnSpc>
          <a:spcPct val="90000"/>
        </a:lnSpc>
        <a:spcBef>
          <a:spcPct val="0"/>
        </a:spcBef>
        <a:buNone/>
        <a:defRPr sz="3639" kern="1200">
          <a:solidFill>
            <a:schemeClr val="tx1"/>
          </a:solidFill>
          <a:latin typeface="+mj-lt"/>
          <a:ea typeface="+mj-ea"/>
          <a:cs typeface="+mj-cs"/>
        </a:defRPr>
      </a:lvl1pPr>
    </p:titleStyle>
    <p:bodyStyle>
      <a:lvl1pPr marL="189075" indent="-189075" algn="l" defTabSz="756300" rtl="0" eaLnBrk="1" latinLnBrk="0" hangingPunct="1">
        <a:lnSpc>
          <a:spcPct val="90000"/>
        </a:lnSpc>
        <a:spcBef>
          <a:spcPts val="827"/>
        </a:spcBef>
        <a:buFont typeface="Arial" panose="020B0604020202020204" pitchFamily="34" charset="0"/>
        <a:buChar char="•"/>
        <a:defRPr sz="2316" kern="1200">
          <a:solidFill>
            <a:schemeClr val="tx1"/>
          </a:solidFill>
          <a:latin typeface="+mn-lt"/>
          <a:ea typeface="+mn-ea"/>
          <a:cs typeface="+mn-cs"/>
        </a:defRPr>
      </a:lvl1pPr>
      <a:lvl2pPr marL="567225" indent="-189075" algn="l" defTabSz="756300" rtl="0" eaLnBrk="1" latinLnBrk="0" hangingPunct="1">
        <a:lnSpc>
          <a:spcPct val="90000"/>
        </a:lnSpc>
        <a:spcBef>
          <a:spcPts val="414"/>
        </a:spcBef>
        <a:buFont typeface="Arial" panose="020B0604020202020204" pitchFamily="34" charset="0"/>
        <a:buChar char="•"/>
        <a:defRPr sz="1985" kern="1200">
          <a:solidFill>
            <a:schemeClr val="tx1"/>
          </a:solidFill>
          <a:latin typeface="+mn-lt"/>
          <a:ea typeface="+mn-ea"/>
          <a:cs typeface="+mn-cs"/>
        </a:defRPr>
      </a:lvl2pPr>
      <a:lvl3pPr marL="945375" indent="-189075" algn="l" defTabSz="756300" rtl="0" eaLnBrk="1" latinLnBrk="0" hangingPunct="1">
        <a:lnSpc>
          <a:spcPct val="90000"/>
        </a:lnSpc>
        <a:spcBef>
          <a:spcPts val="414"/>
        </a:spcBef>
        <a:buFont typeface="Arial" panose="020B0604020202020204" pitchFamily="34" charset="0"/>
        <a:buChar char="•"/>
        <a:defRPr sz="1654" kern="1200">
          <a:solidFill>
            <a:schemeClr val="tx1"/>
          </a:solidFill>
          <a:latin typeface="+mn-lt"/>
          <a:ea typeface="+mn-ea"/>
          <a:cs typeface="+mn-cs"/>
        </a:defRPr>
      </a:lvl3pPr>
      <a:lvl4pPr marL="1323525"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4pPr>
      <a:lvl5pPr marL="170167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5pPr>
      <a:lvl6pPr marL="207982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6pPr>
      <a:lvl7pPr marL="245797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7pPr>
      <a:lvl8pPr marL="283612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8pPr>
      <a:lvl9pPr marL="321427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9pPr>
    </p:bodyStyle>
    <p:otherStyle>
      <a:defPPr>
        <a:defRPr lang="id-ID"/>
      </a:defPPr>
      <a:lvl1pPr marL="0" algn="l" defTabSz="756300" rtl="0" eaLnBrk="1" latinLnBrk="0" hangingPunct="1">
        <a:defRPr sz="1489" kern="1200">
          <a:solidFill>
            <a:schemeClr val="tx1"/>
          </a:solidFill>
          <a:latin typeface="+mn-lt"/>
          <a:ea typeface="+mn-ea"/>
          <a:cs typeface="+mn-cs"/>
        </a:defRPr>
      </a:lvl1pPr>
      <a:lvl2pPr marL="378150" algn="l" defTabSz="756300" rtl="0" eaLnBrk="1" latinLnBrk="0" hangingPunct="1">
        <a:defRPr sz="1489" kern="1200">
          <a:solidFill>
            <a:schemeClr val="tx1"/>
          </a:solidFill>
          <a:latin typeface="+mn-lt"/>
          <a:ea typeface="+mn-ea"/>
          <a:cs typeface="+mn-cs"/>
        </a:defRPr>
      </a:lvl2pPr>
      <a:lvl3pPr marL="756300" algn="l" defTabSz="756300" rtl="0" eaLnBrk="1" latinLnBrk="0" hangingPunct="1">
        <a:defRPr sz="1489" kern="1200">
          <a:solidFill>
            <a:schemeClr val="tx1"/>
          </a:solidFill>
          <a:latin typeface="+mn-lt"/>
          <a:ea typeface="+mn-ea"/>
          <a:cs typeface="+mn-cs"/>
        </a:defRPr>
      </a:lvl3pPr>
      <a:lvl4pPr marL="1134450" algn="l" defTabSz="756300" rtl="0" eaLnBrk="1" latinLnBrk="0" hangingPunct="1">
        <a:defRPr sz="1489" kern="1200">
          <a:solidFill>
            <a:schemeClr val="tx1"/>
          </a:solidFill>
          <a:latin typeface="+mn-lt"/>
          <a:ea typeface="+mn-ea"/>
          <a:cs typeface="+mn-cs"/>
        </a:defRPr>
      </a:lvl4pPr>
      <a:lvl5pPr marL="1512600" algn="l" defTabSz="756300" rtl="0" eaLnBrk="1" latinLnBrk="0" hangingPunct="1">
        <a:defRPr sz="1489" kern="1200">
          <a:solidFill>
            <a:schemeClr val="tx1"/>
          </a:solidFill>
          <a:latin typeface="+mn-lt"/>
          <a:ea typeface="+mn-ea"/>
          <a:cs typeface="+mn-cs"/>
        </a:defRPr>
      </a:lvl5pPr>
      <a:lvl6pPr marL="1890751" algn="l" defTabSz="756300" rtl="0" eaLnBrk="1" latinLnBrk="0" hangingPunct="1">
        <a:defRPr sz="1489" kern="1200">
          <a:solidFill>
            <a:schemeClr val="tx1"/>
          </a:solidFill>
          <a:latin typeface="+mn-lt"/>
          <a:ea typeface="+mn-ea"/>
          <a:cs typeface="+mn-cs"/>
        </a:defRPr>
      </a:lvl6pPr>
      <a:lvl7pPr marL="2268901" algn="l" defTabSz="756300" rtl="0" eaLnBrk="1" latinLnBrk="0" hangingPunct="1">
        <a:defRPr sz="1489" kern="1200">
          <a:solidFill>
            <a:schemeClr val="tx1"/>
          </a:solidFill>
          <a:latin typeface="+mn-lt"/>
          <a:ea typeface="+mn-ea"/>
          <a:cs typeface="+mn-cs"/>
        </a:defRPr>
      </a:lvl7pPr>
      <a:lvl8pPr marL="2647051" algn="l" defTabSz="756300" rtl="0" eaLnBrk="1" latinLnBrk="0" hangingPunct="1">
        <a:defRPr sz="1489" kern="1200">
          <a:solidFill>
            <a:schemeClr val="tx1"/>
          </a:solidFill>
          <a:latin typeface="+mn-lt"/>
          <a:ea typeface="+mn-ea"/>
          <a:cs typeface="+mn-cs"/>
        </a:defRPr>
      </a:lvl8pPr>
      <a:lvl9pPr marL="3025201" algn="l" defTabSz="756300" rtl="0" eaLnBrk="1" latinLnBrk="0" hangingPunct="1">
        <a:defRPr sz="148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hyperlink" Target="http://www.knowyourmobile.com/nokia/nokia-3310/19848/history-mobile-phones-1973-2008-handsets-made-it-all-happe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hyperlink" Target="https://smartphones.gadgethacks.com/news/from-backpack-transceiver-smartphone-visual-history-mobile-phone-012713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49755" y="2415564"/>
            <a:ext cx="6379210" cy="997709"/>
          </a:xfrm>
          <a:prstGeom prst="rect">
            <a:avLst/>
          </a:prstGeom>
        </p:spPr>
        <p:txBody>
          <a:bodyPr vert="horz" wrap="square" lIns="0" tIns="12700" rIns="0" bIns="0" rtlCol="0" anchor="ctr">
            <a:spAutoFit/>
          </a:bodyPr>
          <a:lstStyle/>
          <a:p>
            <a:pPr marL="12700" algn="ctr">
              <a:lnSpc>
                <a:spcPct val="100000"/>
              </a:lnSpc>
              <a:spcBef>
                <a:spcPts val="100"/>
              </a:spcBef>
            </a:pPr>
            <a:r>
              <a:rPr lang="en-US" sz="3200" spc="45" dirty="0" err="1"/>
              <a:t>Perkembangan</a:t>
            </a:r>
            <a:r>
              <a:rPr lang="en-US" sz="3200" spc="45" dirty="0"/>
              <a:t> </a:t>
            </a:r>
            <a:r>
              <a:rPr lang="en-US" sz="3200" spc="45" dirty="0" err="1"/>
              <a:t>Perangkat</a:t>
            </a:r>
            <a:r>
              <a:rPr lang="en-US" sz="3200" spc="45" dirty="0"/>
              <a:t> Mobile dan </a:t>
            </a:r>
            <a:r>
              <a:rPr lang="en-US" sz="3200" spc="45" dirty="0" err="1"/>
              <a:t>Sistem</a:t>
            </a:r>
            <a:r>
              <a:rPr lang="en-US" sz="3200" spc="45" dirty="0"/>
              <a:t> </a:t>
            </a:r>
            <a:r>
              <a:rPr lang="en-US" sz="3200" spc="45" dirty="0" err="1"/>
              <a:t>Operasinya</a:t>
            </a:r>
            <a:endParaRPr sz="3200" dirty="0"/>
          </a:p>
        </p:txBody>
      </p:sp>
      <p:sp>
        <p:nvSpPr>
          <p:cNvPr id="3" name="object 3"/>
          <p:cNvSpPr txBox="1"/>
          <p:nvPr/>
        </p:nvSpPr>
        <p:spPr>
          <a:xfrm>
            <a:off x="3124200" y="3660175"/>
            <a:ext cx="3830320" cy="658513"/>
          </a:xfrm>
          <a:prstGeom prst="rect">
            <a:avLst/>
          </a:prstGeom>
        </p:spPr>
        <p:txBody>
          <a:bodyPr vert="horz" wrap="square" lIns="0" tIns="29844" rIns="0" bIns="0" rtlCol="0">
            <a:spAutoFit/>
          </a:bodyPr>
          <a:lstStyle/>
          <a:p>
            <a:pPr algn="ctr">
              <a:spcBef>
                <a:spcPts val="234"/>
              </a:spcBef>
            </a:pPr>
            <a:r>
              <a:rPr sz="2200" spc="-20" dirty="0">
                <a:latin typeface="Calibri"/>
                <a:cs typeface="Calibri"/>
              </a:rPr>
              <a:t>Mobile</a:t>
            </a:r>
            <a:r>
              <a:rPr sz="2200" spc="75" dirty="0">
                <a:latin typeface="Calibri"/>
                <a:cs typeface="Calibri"/>
              </a:rPr>
              <a:t> </a:t>
            </a:r>
            <a:r>
              <a:rPr sz="2200" dirty="0">
                <a:latin typeface="Calibri"/>
                <a:cs typeface="Calibri"/>
              </a:rPr>
              <a:t>Application</a:t>
            </a:r>
            <a:r>
              <a:rPr sz="2200" spc="65" dirty="0">
                <a:latin typeface="Calibri"/>
                <a:cs typeface="Calibri"/>
              </a:rPr>
              <a:t> </a:t>
            </a:r>
            <a:r>
              <a:rPr sz="2200" spc="-10" dirty="0">
                <a:latin typeface="Calibri"/>
                <a:cs typeface="Calibri"/>
              </a:rPr>
              <a:t>Development</a:t>
            </a:r>
            <a:endParaRPr sz="2200" dirty="0">
              <a:latin typeface="Calibri"/>
              <a:cs typeface="Calibri"/>
            </a:endParaRPr>
          </a:p>
          <a:p>
            <a:pPr algn="ctr">
              <a:spcBef>
                <a:spcPts val="110"/>
              </a:spcBef>
            </a:pPr>
            <a:r>
              <a:rPr dirty="0">
                <a:latin typeface="Calibri"/>
                <a:cs typeface="Calibri"/>
              </a:rPr>
              <a:t>Universitas</a:t>
            </a:r>
            <a:r>
              <a:rPr spc="100" dirty="0">
                <a:latin typeface="Calibri"/>
                <a:cs typeface="Calibri"/>
              </a:rPr>
              <a:t> </a:t>
            </a:r>
            <a:r>
              <a:rPr dirty="0">
                <a:latin typeface="Calibri"/>
                <a:cs typeface="Calibri"/>
              </a:rPr>
              <a:t>Sebelas</a:t>
            </a:r>
            <a:r>
              <a:rPr spc="120" dirty="0">
                <a:latin typeface="Calibri"/>
                <a:cs typeface="Calibri"/>
              </a:rPr>
              <a:t> </a:t>
            </a:r>
            <a:r>
              <a:rPr spc="-55" dirty="0">
                <a:latin typeface="Calibri"/>
                <a:cs typeface="Calibri"/>
              </a:rPr>
              <a:t>Maret</a:t>
            </a:r>
            <a:r>
              <a:rPr spc="110" dirty="0">
                <a:latin typeface="Calibri"/>
                <a:cs typeface="Calibri"/>
              </a:rPr>
              <a:t> </a:t>
            </a:r>
            <a:r>
              <a:rPr spc="-10" dirty="0">
                <a:latin typeface="Calibri"/>
                <a:cs typeface="Calibri"/>
              </a:rPr>
              <a:t>Surakarta</a:t>
            </a:r>
            <a:endParaRPr dirty="0">
              <a:latin typeface="Calibri"/>
              <a:cs typeface="Calibri"/>
            </a:endParaRPr>
          </a:p>
        </p:txBody>
      </p:sp>
      <p:sp>
        <p:nvSpPr>
          <p:cNvPr id="4" name="object 4"/>
          <p:cNvSpPr txBox="1"/>
          <p:nvPr/>
        </p:nvSpPr>
        <p:spPr>
          <a:xfrm>
            <a:off x="6108701" y="5570902"/>
            <a:ext cx="3479799" cy="1474763"/>
          </a:xfrm>
          <a:prstGeom prst="rect">
            <a:avLst/>
          </a:prstGeom>
        </p:spPr>
        <p:txBody>
          <a:bodyPr vert="horz" wrap="square" lIns="0" tIns="12700" rIns="0" bIns="0" rtlCol="0">
            <a:spAutoFit/>
          </a:bodyPr>
          <a:lstStyle/>
          <a:p>
            <a:pPr>
              <a:spcBef>
                <a:spcPts val="100"/>
              </a:spcBef>
            </a:pPr>
            <a:r>
              <a:rPr sz="1600" dirty="0">
                <a:latin typeface="+mj-lt"/>
                <a:cs typeface="Calibri"/>
              </a:rPr>
              <a:t>Ardhi</a:t>
            </a:r>
            <a:r>
              <a:rPr sz="1600" spc="-45" dirty="0">
                <a:latin typeface="+mj-lt"/>
                <a:cs typeface="Calibri"/>
              </a:rPr>
              <a:t> </a:t>
            </a:r>
            <a:r>
              <a:rPr sz="1600" spc="-10" dirty="0" err="1">
                <a:latin typeface="+mj-lt"/>
                <a:cs typeface="Calibri"/>
              </a:rPr>
              <a:t>Wijayanto</a:t>
            </a:r>
            <a:br>
              <a:rPr lang="en-US" sz="1600" spc="-10" dirty="0">
                <a:latin typeface="+mj-lt"/>
                <a:cs typeface="Calibri"/>
              </a:rPr>
            </a:br>
            <a:r>
              <a:rPr lang="en-US" altLang="ko-KR" sz="1600" dirty="0" err="1">
                <a:latin typeface="+mj-lt"/>
                <a:cs typeface="Arial" pitchFamily="34" charset="0"/>
              </a:rPr>
              <a:t>Brilyan</a:t>
            </a:r>
            <a:r>
              <a:rPr lang="en-US" altLang="ko-KR" sz="1600" dirty="0">
                <a:latin typeface="+mj-lt"/>
                <a:cs typeface="Arial" pitchFamily="34" charset="0"/>
              </a:rPr>
              <a:t> </a:t>
            </a:r>
            <a:r>
              <a:rPr lang="en-US" altLang="ko-KR" sz="1600" dirty="0" err="1">
                <a:latin typeface="+mj-lt"/>
                <a:cs typeface="Arial" pitchFamily="34" charset="0"/>
              </a:rPr>
              <a:t>Hendrasuryawan</a:t>
            </a:r>
            <a:endParaRPr lang="en-US" altLang="ko-KR" sz="1600" dirty="0">
              <a:latin typeface="+mj-lt"/>
              <a:cs typeface="Arial" pitchFamily="34" charset="0"/>
            </a:endParaRPr>
          </a:p>
          <a:p>
            <a:pPr>
              <a:spcBef>
                <a:spcPts val="100"/>
              </a:spcBef>
            </a:pPr>
            <a:r>
              <a:rPr lang="en-US" sz="1600" dirty="0">
                <a:latin typeface="+mj-lt"/>
                <a:cs typeface="Arial" pitchFamily="34" charset="0"/>
              </a:rPr>
              <a:t>Arif Rohmadi</a:t>
            </a:r>
          </a:p>
          <a:p>
            <a:pPr>
              <a:spcBef>
                <a:spcPts val="100"/>
              </a:spcBef>
            </a:pPr>
            <a:r>
              <a:rPr lang="en-US" sz="1600" dirty="0" err="1">
                <a:latin typeface="+mj-lt"/>
                <a:cs typeface="Arial" pitchFamily="34" charset="0"/>
              </a:rPr>
              <a:t>Akhmad</a:t>
            </a:r>
            <a:r>
              <a:rPr lang="en-US" sz="1600" dirty="0">
                <a:latin typeface="+mj-lt"/>
                <a:cs typeface="Arial" pitchFamily="34" charset="0"/>
              </a:rPr>
              <a:t> </a:t>
            </a:r>
            <a:r>
              <a:rPr lang="en-US" sz="1600" dirty="0" err="1">
                <a:latin typeface="+mj-lt"/>
                <a:cs typeface="Arial" pitchFamily="34" charset="0"/>
              </a:rPr>
              <a:t>Syaifuddin</a:t>
            </a:r>
            <a:endParaRPr sz="1600" dirty="0">
              <a:latin typeface="+mj-lt"/>
              <a:cs typeface="Calibri"/>
            </a:endParaRPr>
          </a:p>
          <a:p>
            <a:pPr marL="12700">
              <a:spcBef>
                <a:spcPts val="1590"/>
              </a:spcBef>
            </a:pPr>
            <a:r>
              <a:rPr lang="en-US" sz="1600" dirty="0">
                <a:latin typeface="+mj-lt"/>
                <a:cs typeface="Calibri"/>
              </a:rPr>
              <a:t>2025</a:t>
            </a:r>
            <a:endParaRPr sz="1600" dirty="0">
              <a:latin typeface="+mj-lt"/>
              <a:cs typeface="Calibri"/>
            </a:endParaRPr>
          </a:p>
        </p:txBody>
      </p:sp>
      <p:pic>
        <p:nvPicPr>
          <p:cNvPr id="5" name="image1.png">
            <a:extLst>
              <a:ext uri="{FF2B5EF4-FFF2-40B4-BE49-F238E27FC236}">
                <a16:creationId xmlns:a16="http://schemas.microsoft.com/office/drawing/2014/main" id="{618D7235-ABED-A773-5F43-C0E71C602815}"/>
              </a:ext>
            </a:extLst>
          </p:cNvPr>
          <p:cNvPicPr>
            <a:picLocks noChangeAspect="1"/>
          </p:cNvPicPr>
          <p:nvPr/>
        </p:nvPicPr>
        <p:blipFill>
          <a:blip r:embed="rId2" cstate="print"/>
          <a:stretch>
            <a:fillRect/>
          </a:stretch>
        </p:blipFill>
        <p:spPr>
          <a:xfrm>
            <a:off x="179512" y="385960"/>
            <a:ext cx="2009637" cy="5760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00AA9-9BE0-4AC8-5C8A-A85445EF98C1}"/>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D3852F8A-4CB7-7188-5B81-1191E0617074}"/>
              </a:ext>
            </a:extLst>
          </p:cNvPr>
          <p:cNvSpPr>
            <a:spLocks noGrp="1"/>
          </p:cNvSpPr>
          <p:nvPr>
            <p:ph type="title"/>
          </p:nvPr>
        </p:nvSpPr>
        <p:spPr>
          <a:xfrm>
            <a:off x="0" y="0"/>
            <a:ext cx="10083800" cy="1086195"/>
          </a:xfrm>
        </p:spPr>
        <p:txBody>
          <a:bodyPr/>
          <a:lstStyle/>
          <a:p>
            <a:pPr algn="ctr"/>
            <a:r>
              <a:rPr lang="en-US" sz="3600" b="1" dirty="0">
                <a:latin typeface="Arial" panose="020B0604020202020204" pitchFamily="34" charset="0"/>
                <a:cs typeface="Arial" panose="020B0604020202020204" pitchFamily="34" charset="0"/>
              </a:rPr>
              <a:t>Sejarah </a:t>
            </a:r>
            <a:r>
              <a:rPr lang="en-US" sz="3600" b="1" dirty="0" err="1">
                <a:latin typeface="Arial" panose="020B0604020202020204" pitchFamily="34" charset="0"/>
                <a:cs typeface="Arial" panose="020B0604020202020204" pitchFamily="34" charset="0"/>
              </a:rPr>
              <a:t>Perkembangan</a:t>
            </a:r>
            <a:r>
              <a:rPr lang="en-US" sz="3600" b="1" dirty="0">
                <a:latin typeface="Arial" panose="020B0604020202020204" pitchFamily="34" charset="0"/>
                <a:cs typeface="Arial" panose="020B0604020202020204" pitchFamily="34" charset="0"/>
              </a:rPr>
              <a:t> </a:t>
            </a:r>
            <a:r>
              <a:rPr lang="en-US" sz="3600" b="1" dirty="0" err="1">
                <a:latin typeface="Arial" panose="020B0604020202020204" pitchFamily="34" charset="0"/>
                <a:cs typeface="Arial" panose="020B0604020202020204" pitchFamily="34" charset="0"/>
              </a:rPr>
              <a:t>Perangkat</a:t>
            </a:r>
            <a:r>
              <a:rPr lang="en-US" sz="3600" b="1" dirty="0">
                <a:latin typeface="Arial" panose="020B0604020202020204" pitchFamily="34" charset="0"/>
                <a:cs typeface="Arial" panose="020B0604020202020204" pitchFamily="34" charset="0"/>
              </a:rPr>
              <a:t> Mobile</a:t>
            </a:r>
            <a:endParaRPr lang="en-ID" sz="3529" dirty="0"/>
          </a:p>
        </p:txBody>
      </p:sp>
      <p:sp>
        <p:nvSpPr>
          <p:cNvPr id="9" name="Title 1">
            <a:extLst>
              <a:ext uri="{FF2B5EF4-FFF2-40B4-BE49-F238E27FC236}">
                <a16:creationId xmlns:a16="http://schemas.microsoft.com/office/drawing/2014/main" id="{A1FF1B15-8435-A6E1-D8E8-03E701B0AE81}"/>
              </a:ext>
            </a:extLst>
          </p:cNvPr>
          <p:cNvSpPr>
            <a:spLocks noGrp="1"/>
          </p:cNvSpPr>
          <p:nvPr>
            <p:ph idx="1"/>
          </p:nvPr>
        </p:nvSpPr>
        <p:spPr>
          <a:xfrm>
            <a:off x="504190" y="1764666"/>
            <a:ext cx="9579610" cy="666810"/>
          </a:xfrm>
        </p:spPr>
        <p:txBody>
          <a:bodyPr>
            <a:noAutofit/>
          </a:bodyPr>
          <a:lstStyle/>
          <a:p>
            <a:pPr marL="0" indent="0">
              <a:buNone/>
            </a:pPr>
            <a:br>
              <a:rPr lang="id-ID" sz="2647" dirty="0">
                <a:latin typeface="Arial" panose="020B0604020202020204" pitchFamily="34" charset="0"/>
                <a:cs typeface="Arial" panose="020B0604020202020204" pitchFamily="34" charset="0"/>
              </a:rPr>
            </a:br>
            <a:endParaRPr lang="id-ID" sz="2647"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2D3E725F-EB7E-6242-FE9D-CEFFDB8C65F8}"/>
              </a:ext>
            </a:extLst>
          </p:cNvPr>
          <p:cNvSpPr txBox="1">
            <a:spLocks/>
          </p:cNvSpPr>
          <p:nvPr/>
        </p:nvSpPr>
        <p:spPr>
          <a:xfrm>
            <a:off x="2014" y="2510884"/>
            <a:ext cx="10081787" cy="5051966"/>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id-ID" sz="2206" dirty="0">
                <a:latin typeface="Arial" panose="020B0604020202020204" pitchFamily="34" charset="0"/>
                <a:cs typeface="Arial" panose="020B0604020202020204" pitchFamily="34" charset="0"/>
              </a:rPr>
              <a:t>.</a:t>
            </a:r>
          </a:p>
        </p:txBody>
      </p:sp>
      <p:sp>
        <p:nvSpPr>
          <p:cNvPr id="3" name="Content Placeholder 2">
            <a:extLst>
              <a:ext uri="{FF2B5EF4-FFF2-40B4-BE49-F238E27FC236}">
                <a16:creationId xmlns:a16="http://schemas.microsoft.com/office/drawing/2014/main" id="{6A063A31-7E05-12AA-041D-F3BF39227960}"/>
              </a:ext>
            </a:extLst>
          </p:cNvPr>
          <p:cNvSpPr txBox="1">
            <a:spLocks/>
          </p:cNvSpPr>
          <p:nvPr/>
        </p:nvSpPr>
        <p:spPr>
          <a:xfrm>
            <a:off x="521637" y="1165603"/>
            <a:ext cx="9057973" cy="5639057"/>
          </a:xfrm>
          <a:prstGeom prst="rect">
            <a:avLst/>
          </a:prstGeom>
        </p:spPr>
        <p:txBody>
          <a:bodyPr vert="horz" lIns="100838" tIns="50419" rIns="100838" bIns="50419"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1008375">
              <a:spcBef>
                <a:spcPts val="1103"/>
              </a:spcBef>
              <a:buNone/>
              <a:defRPr/>
            </a:pPr>
            <a:r>
              <a:rPr lang="en-US" sz="2200" b="1" dirty="0">
                <a:solidFill>
                  <a:sysClr val="windowText" lastClr="000000"/>
                </a:solidFill>
                <a:latin typeface="Arial" panose="020B0604020202020204" pitchFamily="34" charset="0"/>
                <a:cs typeface="Arial" panose="020B0604020202020204" pitchFamily="34" charset="0"/>
              </a:rPr>
              <a:t>1.    </a:t>
            </a:r>
            <a:r>
              <a:rPr lang="en-US" sz="2200" b="1" dirty="0" err="1">
                <a:solidFill>
                  <a:sysClr val="windowText" lastClr="000000"/>
                </a:solidFill>
                <a:latin typeface="Arial" panose="020B0604020202020204" pitchFamily="34" charset="0"/>
                <a:cs typeface="Arial" panose="020B0604020202020204" pitchFamily="34" charset="0"/>
              </a:rPr>
              <a:t>Teknologi</a:t>
            </a:r>
            <a:r>
              <a:rPr lang="en-US" sz="2200" b="1" dirty="0">
                <a:solidFill>
                  <a:sysClr val="windowText" lastClr="000000"/>
                </a:solidFill>
                <a:latin typeface="Arial" panose="020B0604020202020204" pitchFamily="34" charset="0"/>
                <a:cs typeface="Arial" panose="020B0604020202020204" pitchFamily="34" charset="0"/>
              </a:rPr>
              <a:t> OG (Zero Generation)</a:t>
            </a:r>
          </a:p>
          <a:p>
            <a:pPr algn="just" defTabSz="1008375">
              <a:spcBef>
                <a:spcPts val="1103"/>
              </a:spcBef>
              <a:buFont typeface="Wingdings" panose="05000000000000000000" pitchFamily="2" charset="2"/>
              <a:buChar char="Ø"/>
              <a:defRPr/>
            </a:pPr>
            <a:r>
              <a:rPr lang="en-ID" sz="2200" dirty="0" err="1">
                <a:latin typeface="Arial" panose="020B0604020202020204" pitchFamily="34" charset="0"/>
                <a:cs typeface="Arial" panose="020B0604020202020204" pitchFamily="34" charset="0"/>
              </a:rPr>
              <a:t>Generasi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awal</a:t>
            </a:r>
            <a:r>
              <a:rPr lang="en-ID" sz="2200" dirty="0">
                <a:latin typeface="Arial" panose="020B0604020202020204" pitchFamily="34" charset="0"/>
                <a:cs typeface="Arial" panose="020B0604020202020204" pitchFamily="34" charset="0"/>
              </a:rPr>
              <a:t> (0G) </a:t>
            </a:r>
            <a:r>
              <a:rPr lang="en-ID" sz="2200" dirty="0" err="1">
                <a:latin typeface="Arial" panose="020B0604020202020204" pitchFamily="34" charset="0"/>
                <a:cs typeface="Arial" panose="020B0604020202020204" pitchFamily="34" charset="0"/>
              </a:rPr>
              <a:t>atau</a:t>
            </a:r>
            <a:r>
              <a:rPr lang="en-ID" sz="2200" dirty="0">
                <a:latin typeface="Arial" panose="020B0604020202020204" pitchFamily="34" charset="0"/>
                <a:cs typeface="Arial" panose="020B0604020202020204" pitchFamily="34" charset="0"/>
              </a:rPr>
              <a:t> Mobile radio telephone </a:t>
            </a:r>
            <a:r>
              <a:rPr lang="en-ID" sz="2200" dirty="0" err="1">
                <a:latin typeface="Arial" panose="020B0604020202020204" pitchFamily="34" charset="0"/>
                <a:cs typeface="Arial" panose="020B0604020202020204" pitchFamily="34" charset="0"/>
              </a:rPr>
              <a:t>ini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merupakan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teknologi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telepon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selular</a:t>
            </a:r>
            <a:r>
              <a:rPr lang="en-ID" sz="2200" dirty="0">
                <a:latin typeface="Arial" panose="020B0604020202020204" pitchFamily="34" charset="0"/>
                <a:cs typeface="Arial" panose="020B0604020202020204" pitchFamily="34" charset="0"/>
              </a:rPr>
              <a:t> modern </a:t>
            </a:r>
            <a:r>
              <a:rPr lang="en-ID" sz="2200" dirty="0" err="1">
                <a:latin typeface="Arial" panose="020B0604020202020204" pitchFamily="34" charset="0"/>
                <a:cs typeface="Arial" panose="020B0604020202020204" pitchFamily="34" charset="0"/>
              </a:rPr>
              <a:t>permulaan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dimana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menggunakan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jaringan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gelombang</a:t>
            </a:r>
            <a:r>
              <a:rPr lang="en-ID" sz="2200" dirty="0">
                <a:latin typeface="Arial" panose="020B0604020202020204" pitchFamily="34" charset="0"/>
                <a:cs typeface="Arial" panose="020B0604020202020204" pitchFamily="34" charset="0"/>
              </a:rPr>
              <a:t> radio (radiotelephone) </a:t>
            </a:r>
            <a:r>
              <a:rPr lang="en-ID" sz="2200" dirty="0" err="1">
                <a:latin typeface="Arial" panose="020B0604020202020204" pitchFamily="34" charset="0"/>
                <a:cs typeface="Arial" panose="020B0604020202020204" pitchFamily="34" charset="0"/>
              </a:rPr>
              <a:t>khusus</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terpisah</a:t>
            </a:r>
            <a:r>
              <a:rPr lang="en-ID" sz="2200" dirty="0">
                <a:latin typeface="Arial" panose="020B0604020202020204" pitchFamily="34" charset="0"/>
                <a:cs typeface="Arial" panose="020B0604020202020204" pitchFamily="34" charset="0"/>
              </a:rPr>
              <a:t> dan </a:t>
            </a:r>
            <a:r>
              <a:rPr lang="en-ID" sz="2200" dirty="0" err="1">
                <a:latin typeface="Arial" panose="020B0604020202020204" pitchFamily="34" charset="0"/>
                <a:cs typeface="Arial" panose="020B0604020202020204" pitchFamily="34" charset="0"/>
              </a:rPr>
              <a:t>tertutup</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dengan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jaringan</a:t>
            </a:r>
            <a:r>
              <a:rPr lang="en-ID" sz="2200" dirty="0">
                <a:latin typeface="Arial" panose="020B0604020202020204" pitchFamily="34" charset="0"/>
                <a:cs typeface="Arial" panose="020B0604020202020204" pitchFamily="34" charset="0"/>
              </a:rPr>
              <a:t> lain yang </a:t>
            </a:r>
            <a:r>
              <a:rPr lang="en-ID" sz="2200" dirty="0" err="1">
                <a:latin typeface="Arial" panose="020B0604020202020204" pitchFamily="34" charset="0"/>
                <a:cs typeface="Arial" panose="020B0604020202020204" pitchFamily="34" charset="0"/>
              </a:rPr>
              <a:t>sejenis</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dengan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jangkauan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jaringan</a:t>
            </a:r>
            <a:r>
              <a:rPr lang="en-ID" sz="2200" dirty="0">
                <a:latin typeface="Arial" panose="020B0604020202020204" pitchFamily="34" charset="0"/>
                <a:cs typeface="Arial" panose="020B0604020202020204" pitchFamily="34" charset="0"/>
              </a:rPr>
              <a:t> yang </a:t>
            </a:r>
            <a:r>
              <a:rPr lang="en-ID" sz="2200" dirty="0" err="1">
                <a:latin typeface="Arial" panose="020B0604020202020204" pitchFamily="34" charset="0"/>
                <a:cs typeface="Arial" panose="020B0604020202020204" pitchFamily="34" charset="0"/>
              </a:rPr>
              <a:t>terbatas</a:t>
            </a:r>
            <a:r>
              <a:rPr lang="en-ID" sz="2200" dirty="0">
                <a:latin typeface="Arial" panose="020B0604020202020204" pitchFamily="34" charset="0"/>
                <a:cs typeface="Arial" panose="020B0604020202020204" pitchFamily="34" charset="0"/>
              </a:rPr>
              <a:t> dan </a:t>
            </a:r>
            <a:r>
              <a:rPr lang="en-ID" sz="2200" dirty="0" err="1">
                <a:latin typeface="Arial" panose="020B0604020202020204" pitchFamily="34" charset="0"/>
                <a:cs typeface="Arial" panose="020B0604020202020204" pitchFamily="34" charset="0"/>
              </a:rPr>
              <a:t>dapat</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terhubung</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dengan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jaringan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telepon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umum</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biasa</a:t>
            </a:r>
            <a:r>
              <a:rPr lang="en-ID" sz="2200" dirty="0">
                <a:latin typeface="Arial" panose="020B0604020202020204" pitchFamily="34" charset="0"/>
                <a:cs typeface="Arial" panose="020B0604020202020204" pitchFamily="34" charset="0"/>
              </a:rPr>
              <a:t>.</a:t>
            </a:r>
          </a:p>
          <a:p>
            <a:pPr algn="just" defTabSz="1008375">
              <a:spcBef>
                <a:spcPts val="1103"/>
              </a:spcBef>
              <a:buFont typeface="Wingdings" panose="05000000000000000000" pitchFamily="2" charset="2"/>
              <a:buChar char="Ø"/>
              <a:defRPr/>
            </a:pPr>
            <a:r>
              <a:rPr lang="en-ID" sz="2200" dirty="0" err="1">
                <a:latin typeface="Arial" panose="020B0604020202020204" pitchFamily="34" charset="0"/>
                <a:cs typeface="Arial" panose="020B0604020202020204" pitchFamily="34" charset="0"/>
              </a:rPr>
              <a:t>Dipergunakan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biasa</a:t>
            </a:r>
            <a:r>
              <a:rPr lang="en-ID" sz="2200" dirty="0">
                <a:latin typeface="Arial" panose="020B0604020202020204" pitchFamily="34" charset="0"/>
                <a:cs typeface="Arial" panose="020B0604020202020204" pitchFamily="34" charset="0"/>
              </a:rPr>
              <a:t> pada </a:t>
            </a:r>
            <a:r>
              <a:rPr lang="en-ID" sz="2200" dirty="0" err="1">
                <a:latin typeface="Arial" panose="020B0604020202020204" pitchFamily="34" charset="0"/>
                <a:cs typeface="Arial" panose="020B0604020202020204" pitchFamily="34" charset="0"/>
              </a:rPr>
              <a:t>mobil</a:t>
            </a:r>
            <a:r>
              <a:rPr lang="en-ID" sz="2200" dirty="0">
                <a:latin typeface="Arial" panose="020B0604020202020204" pitchFamily="34" charset="0"/>
                <a:cs typeface="Arial" panose="020B0604020202020204" pitchFamily="34" charset="0"/>
              </a:rPr>
              <a:t> dan </a:t>
            </a:r>
            <a:r>
              <a:rPr lang="en-ID" sz="2200" dirty="0" err="1">
                <a:latin typeface="Arial" panose="020B0604020202020204" pitchFamily="34" charset="0"/>
                <a:cs typeface="Arial" panose="020B0604020202020204" pitchFamily="34" charset="0"/>
              </a:rPr>
              <a:t>truk</a:t>
            </a:r>
            <a:r>
              <a:rPr lang="en-ID" sz="2200" dirty="0">
                <a:latin typeface="Arial" panose="020B0604020202020204" pitchFamily="34" charset="0"/>
                <a:cs typeface="Arial" panose="020B0604020202020204" pitchFamily="34" charset="0"/>
              </a:rPr>
              <a:t> agar </a:t>
            </a:r>
            <a:r>
              <a:rPr lang="en-ID" sz="2200" dirty="0" err="1">
                <a:latin typeface="Arial" panose="020B0604020202020204" pitchFamily="34" charset="0"/>
                <a:cs typeface="Arial" panose="020B0604020202020204" pitchFamily="34" charset="0"/>
              </a:rPr>
              <a:t>dapat</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berkomunikasi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dengan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jaringan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telepon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biasa</a:t>
            </a:r>
            <a:r>
              <a:rPr lang="en-ID" sz="2200" dirty="0">
                <a:latin typeface="Arial" panose="020B0604020202020204" pitchFamily="34" charset="0"/>
                <a:cs typeface="Arial" panose="020B0604020202020204" pitchFamily="34" charset="0"/>
              </a:rPr>
              <a:t>.</a:t>
            </a:r>
          </a:p>
          <a:p>
            <a:pPr algn="just">
              <a:buFont typeface="Wingdings" panose="05000000000000000000" pitchFamily="2" charset="2"/>
              <a:buChar char="v"/>
            </a:pPr>
            <a:r>
              <a:rPr lang="en-ID" sz="2200" b="1" dirty="0" err="1">
                <a:latin typeface="Arial" panose="020B0604020202020204" pitchFamily="34" charset="0"/>
                <a:cs typeface="Arial" panose="020B0604020202020204" pitchFamily="34" charset="0"/>
              </a:rPr>
              <a:t>Kemampuan</a:t>
            </a:r>
            <a:r>
              <a:rPr lang="en-ID" sz="2200" b="1" dirty="0">
                <a:latin typeface="Arial" panose="020B0604020202020204" pitchFamily="34" charset="0"/>
                <a:cs typeface="Arial" panose="020B0604020202020204" pitchFamily="34" charset="0"/>
              </a:rPr>
              <a:t> </a:t>
            </a:r>
            <a:r>
              <a:rPr lang="en-ID" sz="2200" b="1" dirty="0" err="1">
                <a:latin typeface="Arial" panose="020B0604020202020204" pitchFamily="34" charset="0"/>
                <a:cs typeface="Arial" panose="020B0604020202020204" pitchFamily="34" charset="0"/>
              </a:rPr>
              <a:t>teknologi</a:t>
            </a:r>
            <a:r>
              <a:rPr lang="en-ID" sz="2200" b="1" dirty="0">
                <a:latin typeface="Arial" panose="020B0604020202020204" pitchFamily="34" charset="0"/>
                <a:cs typeface="Arial" panose="020B0604020202020204" pitchFamily="34" charset="0"/>
              </a:rPr>
              <a:t> 0G</a:t>
            </a:r>
            <a:r>
              <a:rPr lang="en-ID" sz="2200" dirty="0">
                <a:latin typeface="Arial" panose="020B0604020202020204" pitchFamily="34" charset="0"/>
                <a:cs typeface="Arial" panose="020B0604020202020204" pitchFamily="34" charset="0"/>
              </a:rPr>
              <a:t>:</a:t>
            </a:r>
          </a:p>
          <a:p>
            <a:pPr algn="just">
              <a:buFont typeface="Arial" panose="020B0604020202020204" pitchFamily="34" charset="0"/>
              <a:buChar char="•"/>
            </a:pPr>
            <a:r>
              <a:rPr lang="en-ID" sz="2200" dirty="0" err="1">
                <a:latin typeface="Arial" panose="020B0604020202020204" pitchFamily="34" charset="0"/>
                <a:cs typeface="Arial" panose="020B0604020202020204" pitchFamily="34" charset="0"/>
              </a:rPr>
              <a:t>Kemampuan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teknologi</a:t>
            </a:r>
            <a:r>
              <a:rPr lang="en-ID" sz="2200" dirty="0">
                <a:latin typeface="Arial" panose="020B0604020202020204" pitchFamily="34" charset="0"/>
                <a:cs typeface="Arial" panose="020B0604020202020204" pitchFamily="34" charset="0"/>
              </a:rPr>
              <a:t> 0 G </a:t>
            </a:r>
            <a:r>
              <a:rPr lang="en-ID" sz="2200" dirty="0" err="1">
                <a:latin typeface="Arial" panose="020B0604020202020204" pitchFamily="34" charset="0"/>
                <a:cs typeface="Arial" panose="020B0604020202020204" pitchFamily="34" charset="0"/>
              </a:rPr>
              <a:t>ini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hanya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dapat</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melayani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komunikasi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suara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saja</a:t>
            </a:r>
            <a:r>
              <a:rPr lang="en-ID" sz="2200" dirty="0">
                <a:latin typeface="Arial" panose="020B0604020202020204" pitchFamily="34" charset="0"/>
                <a:cs typeface="Arial" panose="020B0604020202020204" pitchFamily="34" charset="0"/>
              </a:rPr>
              <a:t> dan </a:t>
            </a:r>
            <a:r>
              <a:rPr lang="en-ID" sz="2200" dirty="0" err="1">
                <a:latin typeface="Arial" panose="020B0604020202020204" pitchFamily="34" charset="0"/>
                <a:cs typeface="Arial" panose="020B0604020202020204" pitchFamily="34" charset="0"/>
              </a:rPr>
              <a:t>merupakan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teknologi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awal</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komunikasi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bergerak</a:t>
            </a:r>
            <a:r>
              <a:rPr lang="en-ID" sz="2200" dirty="0">
                <a:latin typeface="Arial" panose="020B0604020202020204" pitchFamily="34" charset="0"/>
                <a:cs typeface="Arial" panose="020B0604020202020204" pitchFamily="34" charset="0"/>
              </a:rPr>
              <a:t> (mobile) yang </a:t>
            </a:r>
            <a:r>
              <a:rPr lang="en-ID" sz="2200" dirty="0" err="1">
                <a:latin typeface="Arial" panose="020B0604020202020204" pitchFamily="34" charset="0"/>
                <a:cs typeface="Arial" panose="020B0604020202020204" pitchFamily="34" charset="0"/>
              </a:rPr>
              <a:t>diimplementasikan</a:t>
            </a:r>
            <a:r>
              <a:rPr lang="en-ID" sz="2200" dirty="0">
                <a:latin typeface="Arial" panose="020B0604020202020204" pitchFamily="34" charset="0"/>
                <a:cs typeface="Arial" panose="020B0604020202020204" pitchFamily="34" charset="0"/>
              </a:rPr>
              <a:t> dan </a:t>
            </a:r>
            <a:r>
              <a:rPr lang="en-ID" sz="2200" dirty="0" err="1">
                <a:latin typeface="Arial" panose="020B0604020202020204" pitchFamily="34" charset="0"/>
                <a:cs typeface="Arial" panose="020B0604020202020204" pitchFamily="34" charset="0"/>
              </a:rPr>
              <a:t>dikomersialkan</a:t>
            </a:r>
            <a:r>
              <a:rPr lang="en-ID" sz="2200" dirty="0">
                <a:latin typeface="Arial" panose="020B0604020202020204" pitchFamily="34" charset="0"/>
                <a:cs typeface="Arial" panose="020B0604020202020204" pitchFamily="34" charset="0"/>
              </a:rPr>
              <a:t>.</a:t>
            </a:r>
          </a:p>
          <a:p>
            <a:pPr algn="just">
              <a:buFont typeface="Wingdings" panose="05000000000000000000" pitchFamily="2" charset="2"/>
              <a:buChar char="v"/>
            </a:pPr>
            <a:r>
              <a:rPr lang="en-ID" sz="2200" b="1" dirty="0" err="1">
                <a:latin typeface="Arial" panose="020B0604020202020204" pitchFamily="34" charset="0"/>
                <a:cs typeface="Arial" panose="020B0604020202020204" pitchFamily="34" charset="0"/>
              </a:rPr>
              <a:t>Kelemahan</a:t>
            </a:r>
            <a:r>
              <a:rPr lang="en-ID" sz="2200" b="1" dirty="0">
                <a:latin typeface="Arial" panose="020B0604020202020204" pitchFamily="34" charset="0"/>
                <a:cs typeface="Arial" panose="020B0604020202020204" pitchFamily="34" charset="0"/>
              </a:rPr>
              <a:t> </a:t>
            </a:r>
            <a:r>
              <a:rPr lang="en-ID" sz="2200" b="1" dirty="0" err="1">
                <a:latin typeface="Arial" panose="020B0604020202020204" pitchFamily="34" charset="0"/>
                <a:cs typeface="Arial" panose="020B0604020202020204" pitchFamily="34" charset="0"/>
              </a:rPr>
              <a:t>teknologi</a:t>
            </a:r>
            <a:r>
              <a:rPr lang="en-ID" sz="2200" b="1" dirty="0">
                <a:latin typeface="Arial" panose="020B0604020202020204" pitchFamily="34" charset="0"/>
                <a:cs typeface="Arial" panose="020B0604020202020204" pitchFamily="34" charset="0"/>
              </a:rPr>
              <a:t> 0G</a:t>
            </a:r>
            <a:r>
              <a:rPr lang="en-ID" sz="2200" dirty="0">
                <a:latin typeface="Arial" panose="020B0604020202020204" pitchFamily="34" charset="0"/>
                <a:cs typeface="Arial" panose="020B0604020202020204" pitchFamily="34" charset="0"/>
              </a:rPr>
              <a:t>:</a:t>
            </a:r>
          </a:p>
          <a:p>
            <a:pPr algn="just">
              <a:buFont typeface="Arial" panose="020B0604020202020204" pitchFamily="34" charset="0"/>
              <a:buChar char="•"/>
            </a:pPr>
            <a:r>
              <a:rPr lang="en-ID" sz="2200" dirty="0" err="1">
                <a:latin typeface="Arial" panose="020B0604020202020204" pitchFamily="34" charset="0"/>
                <a:cs typeface="Arial" panose="020B0604020202020204" pitchFamily="34" charset="0"/>
              </a:rPr>
              <a:t>Jumlah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pelangan</a:t>
            </a:r>
            <a:r>
              <a:rPr lang="en-ID" sz="2200" dirty="0">
                <a:latin typeface="Arial" panose="020B0604020202020204" pitchFamily="34" charset="0"/>
                <a:cs typeface="Arial" panose="020B0604020202020204" pitchFamily="34" charset="0"/>
              </a:rPr>
              <a:t> dan </a:t>
            </a:r>
            <a:r>
              <a:rPr lang="en-ID" sz="2200" dirty="0" err="1">
                <a:latin typeface="Arial" panose="020B0604020202020204" pitchFamily="34" charset="0"/>
                <a:cs typeface="Arial" panose="020B0604020202020204" pitchFamily="34" charset="0"/>
              </a:rPr>
              <a:t>jangkauan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jaringannya</a:t>
            </a:r>
            <a:r>
              <a:rPr lang="en-ID" sz="2200" dirty="0">
                <a:latin typeface="Arial" panose="020B0604020202020204" pitchFamily="34" charset="0"/>
                <a:cs typeface="Arial" panose="020B0604020202020204" pitchFamily="34" charset="0"/>
              </a:rPr>
              <a:t> sangat </a:t>
            </a:r>
            <a:r>
              <a:rPr lang="en-ID" sz="2200" dirty="0" err="1">
                <a:latin typeface="Arial" panose="020B0604020202020204" pitchFamily="34" charset="0"/>
                <a:cs typeface="Arial" panose="020B0604020202020204" pitchFamily="34" charset="0"/>
              </a:rPr>
              <a:t>terbatas</a:t>
            </a:r>
            <a:r>
              <a:rPr lang="en-ID" sz="2200" dirty="0">
                <a:latin typeface="Arial" panose="020B0604020202020204" pitchFamily="34" charset="0"/>
                <a:cs typeface="Arial" panose="020B0604020202020204" pitchFamily="34" charset="0"/>
              </a:rPr>
              <a:t>.</a:t>
            </a:r>
          </a:p>
          <a:p>
            <a:pPr algn="just">
              <a:buFont typeface="Arial" panose="020B0604020202020204" pitchFamily="34" charset="0"/>
              <a:buChar char="•"/>
            </a:pPr>
            <a:r>
              <a:rPr lang="en-ID" sz="2200" dirty="0" err="1">
                <a:latin typeface="Arial" panose="020B0604020202020204" pitchFamily="34" charset="0"/>
                <a:cs typeface="Arial" panose="020B0604020202020204" pitchFamily="34" charset="0"/>
              </a:rPr>
              <a:t>Tidak</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mendukung</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komunikasi</a:t>
            </a:r>
            <a:r>
              <a:rPr lang="en-ID" sz="2200" dirty="0">
                <a:latin typeface="Arial" panose="020B0604020202020204" pitchFamily="34" charset="0"/>
                <a:cs typeface="Arial" panose="020B0604020202020204" pitchFamily="34" charset="0"/>
              </a:rPr>
              <a:t> data</a:t>
            </a:r>
          </a:p>
        </p:txBody>
      </p:sp>
    </p:spTree>
    <p:extLst>
      <p:ext uri="{BB962C8B-B14F-4D97-AF65-F5344CB8AC3E}">
        <p14:creationId xmlns:p14="http://schemas.microsoft.com/office/powerpoint/2010/main" val="3634298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4312" y="847129"/>
            <a:ext cx="11595915" cy="572849"/>
          </a:xfrm>
          <a:prstGeom prst="rect">
            <a:avLst/>
          </a:prstGeom>
        </p:spPr>
        <p:txBody>
          <a:bodyPr vert="horz" wrap="square" lIns="0" tIns="12700" rIns="0" bIns="0" rtlCol="0" anchor="ctr">
            <a:spAutoFit/>
          </a:bodyPr>
          <a:lstStyle/>
          <a:p>
            <a:pPr marL="12700">
              <a:lnSpc>
                <a:spcPct val="100000"/>
              </a:lnSpc>
              <a:spcBef>
                <a:spcPts val="100"/>
              </a:spcBef>
            </a:pPr>
            <a:r>
              <a:rPr lang="en-US" spc="60" dirty="0" err="1"/>
              <a:t>Teknologi</a:t>
            </a:r>
            <a:r>
              <a:rPr lang="en-US" spc="60" dirty="0"/>
              <a:t> 0G</a:t>
            </a:r>
            <a:endParaRPr spc="-10" dirty="0"/>
          </a:p>
        </p:txBody>
      </p:sp>
      <p:sp>
        <p:nvSpPr>
          <p:cNvPr id="3" name="object 3"/>
          <p:cNvSpPr txBox="1"/>
          <p:nvPr/>
        </p:nvSpPr>
        <p:spPr>
          <a:xfrm>
            <a:off x="3736340" y="1854801"/>
            <a:ext cx="148590" cy="200055"/>
          </a:xfrm>
          <a:prstGeom prst="rect">
            <a:avLst/>
          </a:prstGeom>
        </p:spPr>
        <p:txBody>
          <a:bodyPr vert="horz" wrap="square" lIns="0" tIns="15240" rIns="0" bIns="0" rtlCol="0">
            <a:spAutoFit/>
          </a:bodyPr>
          <a:lstStyle/>
          <a:p>
            <a:pPr marL="12700">
              <a:spcBef>
                <a:spcPts val="120"/>
              </a:spcBef>
            </a:pPr>
            <a:r>
              <a:rPr sz="1200" spc="15" dirty="0">
                <a:latin typeface="OpenSymbol"/>
                <a:cs typeface="OpenSymbol"/>
              </a:rPr>
              <a:t>●</a:t>
            </a:r>
            <a:endParaRPr sz="1200">
              <a:latin typeface="OpenSymbol"/>
              <a:cs typeface="OpenSymbol"/>
            </a:endParaRPr>
          </a:p>
        </p:txBody>
      </p:sp>
      <p:sp>
        <p:nvSpPr>
          <p:cNvPr id="4" name="object 4"/>
          <p:cNvSpPr txBox="1"/>
          <p:nvPr/>
        </p:nvSpPr>
        <p:spPr>
          <a:xfrm>
            <a:off x="4011929" y="1751930"/>
            <a:ext cx="4796790" cy="862095"/>
          </a:xfrm>
          <a:prstGeom prst="rect">
            <a:avLst/>
          </a:prstGeom>
        </p:spPr>
        <p:txBody>
          <a:bodyPr vert="horz" wrap="square" lIns="0" tIns="7620" rIns="0" bIns="0" rtlCol="0">
            <a:spAutoFit/>
          </a:bodyPr>
          <a:lstStyle/>
          <a:p>
            <a:pPr marL="12700" marR="5080">
              <a:lnSpc>
                <a:spcPts val="3400"/>
              </a:lnSpc>
              <a:spcBef>
                <a:spcPts val="60"/>
              </a:spcBef>
            </a:pPr>
            <a:r>
              <a:rPr sz="2700" spc="65" dirty="0">
                <a:latin typeface="Calibri"/>
                <a:cs typeface="Calibri"/>
              </a:rPr>
              <a:t>Panggilan</a:t>
            </a:r>
            <a:r>
              <a:rPr sz="2700" spc="-65" dirty="0">
                <a:latin typeface="Calibri"/>
                <a:cs typeface="Calibri"/>
              </a:rPr>
              <a:t> </a:t>
            </a:r>
            <a:r>
              <a:rPr sz="2700" spc="50" dirty="0">
                <a:latin typeface="Calibri"/>
                <a:cs typeface="Calibri"/>
              </a:rPr>
              <a:t>melalui</a:t>
            </a:r>
            <a:r>
              <a:rPr sz="2700" spc="-55" dirty="0">
                <a:latin typeface="Calibri"/>
                <a:cs typeface="Calibri"/>
              </a:rPr>
              <a:t> </a:t>
            </a:r>
            <a:r>
              <a:rPr sz="2700" spc="50" dirty="0">
                <a:latin typeface="Calibri"/>
                <a:cs typeface="Calibri"/>
              </a:rPr>
              <a:t>mobile</a:t>
            </a:r>
            <a:r>
              <a:rPr sz="2700" spc="-50" dirty="0">
                <a:latin typeface="Calibri"/>
                <a:cs typeface="Calibri"/>
              </a:rPr>
              <a:t> </a:t>
            </a:r>
            <a:r>
              <a:rPr sz="2700" spc="-10" dirty="0">
                <a:latin typeface="Calibri"/>
                <a:cs typeface="Calibri"/>
              </a:rPr>
              <a:t>phone </a:t>
            </a:r>
            <a:r>
              <a:rPr sz="2700" dirty="0">
                <a:latin typeface="Calibri"/>
                <a:cs typeface="Calibri"/>
              </a:rPr>
              <a:t>pertama</a:t>
            </a:r>
            <a:r>
              <a:rPr sz="2700" spc="40" dirty="0">
                <a:latin typeface="Calibri"/>
                <a:cs typeface="Calibri"/>
              </a:rPr>
              <a:t> </a:t>
            </a:r>
            <a:r>
              <a:rPr sz="2700" dirty="0">
                <a:latin typeface="Calibri"/>
                <a:cs typeface="Calibri"/>
              </a:rPr>
              <a:t>terjadi</a:t>
            </a:r>
            <a:r>
              <a:rPr sz="2700" spc="40" dirty="0">
                <a:latin typeface="Calibri"/>
                <a:cs typeface="Calibri"/>
              </a:rPr>
              <a:t> </a:t>
            </a:r>
            <a:r>
              <a:rPr sz="2700" spc="60" dirty="0">
                <a:latin typeface="Calibri"/>
                <a:cs typeface="Calibri"/>
              </a:rPr>
              <a:t>pada</a:t>
            </a:r>
            <a:r>
              <a:rPr sz="2700" spc="30" dirty="0">
                <a:latin typeface="Calibri"/>
                <a:cs typeface="Calibri"/>
              </a:rPr>
              <a:t> </a:t>
            </a:r>
            <a:r>
              <a:rPr sz="2700" dirty="0">
                <a:latin typeface="Calibri"/>
                <a:cs typeface="Calibri"/>
              </a:rPr>
              <a:t>3</a:t>
            </a:r>
            <a:r>
              <a:rPr sz="2700" spc="50" dirty="0">
                <a:latin typeface="Calibri"/>
                <a:cs typeface="Calibri"/>
              </a:rPr>
              <a:t> </a:t>
            </a:r>
            <a:r>
              <a:rPr sz="2700" dirty="0">
                <a:latin typeface="Calibri"/>
                <a:cs typeface="Calibri"/>
              </a:rPr>
              <a:t>April</a:t>
            </a:r>
            <a:r>
              <a:rPr sz="2700" spc="35" dirty="0">
                <a:latin typeface="Calibri"/>
                <a:cs typeface="Calibri"/>
              </a:rPr>
              <a:t> </a:t>
            </a:r>
            <a:r>
              <a:rPr sz="2700" spc="-20" dirty="0">
                <a:latin typeface="Calibri"/>
                <a:cs typeface="Calibri"/>
              </a:rPr>
              <a:t>1973</a:t>
            </a:r>
            <a:endParaRPr sz="2700" dirty="0">
              <a:latin typeface="Calibri"/>
              <a:cs typeface="Calibri"/>
            </a:endParaRPr>
          </a:p>
        </p:txBody>
      </p:sp>
      <p:sp>
        <p:nvSpPr>
          <p:cNvPr id="5" name="object 5"/>
          <p:cNvSpPr txBox="1"/>
          <p:nvPr/>
        </p:nvSpPr>
        <p:spPr>
          <a:xfrm>
            <a:off x="4103370" y="3640420"/>
            <a:ext cx="149860" cy="283411"/>
          </a:xfrm>
          <a:prstGeom prst="rect">
            <a:avLst/>
          </a:prstGeom>
        </p:spPr>
        <p:txBody>
          <a:bodyPr vert="horz" wrap="square" lIns="0" tIns="13970" rIns="0" bIns="0" rtlCol="0">
            <a:spAutoFit/>
          </a:bodyPr>
          <a:lstStyle/>
          <a:p>
            <a:pPr marL="12700">
              <a:spcBef>
                <a:spcPts val="110"/>
              </a:spcBef>
            </a:pPr>
            <a:r>
              <a:rPr sz="1750" spc="5" dirty="0">
                <a:latin typeface="OpenSymbol"/>
                <a:cs typeface="OpenSymbol"/>
              </a:rPr>
              <a:t>–</a:t>
            </a:r>
            <a:endParaRPr sz="1750">
              <a:latin typeface="OpenSymbol"/>
              <a:cs typeface="OpenSymbol"/>
            </a:endParaRPr>
          </a:p>
        </p:txBody>
      </p:sp>
      <p:sp>
        <p:nvSpPr>
          <p:cNvPr id="6" name="object 6"/>
          <p:cNvSpPr txBox="1"/>
          <p:nvPr/>
        </p:nvSpPr>
        <p:spPr>
          <a:xfrm>
            <a:off x="4103370" y="4140799"/>
            <a:ext cx="149860" cy="283411"/>
          </a:xfrm>
          <a:prstGeom prst="rect">
            <a:avLst/>
          </a:prstGeom>
        </p:spPr>
        <p:txBody>
          <a:bodyPr vert="horz" wrap="square" lIns="0" tIns="13970" rIns="0" bIns="0" rtlCol="0">
            <a:spAutoFit/>
          </a:bodyPr>
          <a:lstStyle/>
          <a:p>
            <a:pPr marL="12700">
              <a:spcBef>
                <a:spcPts val="110"/>
              </a:spcBef>
            </a:pPr>
            <a:r>
              <a:rPr sz="1750" spc="5" dirty="0">
                <a:latin typeface="OpenSymbol"/>
                <a:cs typeface="OpenSymbol"/>
              </a:rPr>
              <a:t>–</a:t>
            </a:r>
            <a:endParaRPr sz="1750">
              <a:latin typeface="OpenSymbol"/>
              <a:cs typeface="OpenSymbol"/>
            </a:endParaRPr>
          </a:p>
        </p:txBody>
      </p:sp>
      <p:sp>
        <p:nvSpPr>
          <p:cNvPr id="7" name="object 7"/>
          <p:cNvSpPr txBox="1"/>
          <p:nvPr/>
        </p:nvSpPr>
        <p:spPr>
          <a:xfrm>
            <a:off x="4103370" y="4641181"/>
            <a:ext cx="149860" cy="283411"/>
          </a:xfrm>
          <a:prstGeom prst="rect">
            <a:avLst/>
          </a:prstGeom>
        </p:spPr>
        <p:txBody>
          <a:bodyPr vert="horz" wrap="square" lIns="0" tIns="13970" rIns="0" bIns="0" rtlCol="0">
            <a:spAutoFit/>
          </a:bodyPr>
          <a:lstStyle/>
          <a:p>
            <a:pPr marL="12700">
              <a:spcBef>
                <a:spcPts val="110"/>
              </a:spcBef>
            </a:pPr>
            <a:r>
              <a:rPr sz="1750" spc="5" dirty="0">
                <a:latin typeface="OpenSymbol"/>
                <a:cs typeface="OpenSymbol"/>
              </a:rPr>
              <a:t>–</a:t>
            </a:r>
            <a:endParaRPr sz="1750">
              <a:latin typeface="OpenSymbol"/>
              <a:cs typeface="OpenSymbol"/>
            </a:endParaRPr>
          </a:p>
        </p:txBody>
      </p:sp>
      <p:sp>
        <p:nvSpPr>
          <p:cNvPr id="8" name="object 8"/>
          <p:cNvSpPr txBox="1"/>
          <p:nvPr/>
        </p:nvSpPr>
        <p:spPr>
          <a:xfrm>
            <a:off x="4103370" y="5141561"/>
            <a:ext cx="149860" cy="283411"/>
          </a:xfrm>
          <a:prstGeom prst="rect">
            <a:avLst/>
          </a:prstGeom>
        </p:spPr>
        <p:txBody>
          <a:bodyPr vert="horz" wrap="square" lIns="0" tIns="13970" rIns="0" bIns="0" rtlCol="0">
            <a:spAutoFit/>
          </a:bodyPr>
          <a:lstStyle/>
          <a:p>
            <a:pPr marL="12700">
              <a:spcBef>
                <a:spcPts val="110"/>
              </a:spcBef>
            </a:pPr>
            <a:r>
              <a:rPr sz="1750" spc="5" dirty="0">
                <a:latin typeface="OpenSymbol"/>
                <a:cs typeface="OpenSymbol"/>
              </a:rPr>
              <a:t>–</a:t>
            </a:r>
            <a:endParaRPr sz="1750">
              <a:latin typeface="OpenSymbol"/>
              <a:cs typeface="OpenSymbol"/>
            </a:endParaRPr>
          </a:p>
        </p:txBody>
      </p:sp>
      <p:sp>
        <p:nvSpPr>
          <p:cNvPr id="9" name="object 9"/>
          <p:cNvSpPr txBox="1"/>
          <p:nvPr/>
        </p:nvSpPr>
        <p:spPr>
          <a:xfrm>
            <a:off x="4103370" y="2737450"/>
            <a:ext cx="4820285" cy="3156633"/>
          </a:xfrm>
          <a:prstGeom prst="rect">
            <a:avLst/>
          </a:prstGeom>
        </p:spPr>
        <p:txBody>
          <a:bodyPr vert="horz" wrap="square" lIns="0" tIns="12065" rIns="0" bIns="0" rtlCol="0">
            <a:spAutoFit/>
          </a:bodyPr>
          <a:lstStyle/>
          <a:p>
            <a:pPr marL="287648" marR="5080" indent="-275583">
              <a:lnSpc>
                <a:spcPts val="2980"/>
              </a:lnSpc>
              <a:spcBef>
                <a:spcPts val="95"/>
              </a:spcBef>
            </a:pPr>
            <a:r>
              <a:rPr sz="2625" baseline="12698" dirty="0">
                <a:latin typeface="OpenSymbol"/>
                <a:cs typeface="OpenSymbol"/>
              </a:rPr>
              <a:t>–</a:t>
            </a:r>
            <a:r>
              <a:rPr sz="2625" spc="690" baseline="12698" dirty="0">
                <a:latin typeface="OpenSymbol"/>
                <a:cs typeface="OpenSymbol"/>
              </a:rPr>
              <a:t> </a:t>
            </a:r>
            <a:r>
              <a:rPr sz="2350" dirty="0">
                <a:latin typeface="Calibri"/>
                <a:cs typeface="Calibri"/>
              </a:rPr>
              <a:t>Oleh</a:t>
            </a:r>
            <a:r>
              <a:rPr sz="2350" spc="10" dirty="0">
                <a:latin typeface="Calibri"/>
                <a:cs typeface="Calibri"/>
              </a:rPr>
              <a:t> </a:t>
            </a:r>
            <a:r>
              <a:rPr sz="2350" spc="-10" dirty="0">
                <a:latin typeface="Calibri"/>
                <a:cs typeface="Calibri"/>
              </a:rPr>
              <a:t>Martin </a:t>
            </a:r>
            <a:r>
              <a:rPr sz="2350" dirty="0">
                <a:latin typeface="Calibri"/>
                <a:cs typeface="Calibri"/>
              </a:rPr>
              <a:t>Cooper, senior</a:t>
            </a:r>
            <a:r>
              <a:rPr sz="2350" spc="5" dirty="0">
                <a:latin typeface="Calibri"/>
                <a:cs typeface="Calibri"/>
              </a:rPr>
              <a:t> </a:t>
            </a:r>
            <a:r>
              <a:rPr sz="2350" spc="-10" dirty="0">
                <a:latin typeface="Calibri"/>
                <a:cs typeface="Calibri"/>
              </a:rPr>
              <a:t>engineer Motorola</a:t>
            </a:r>
            <a:r>
              <a:rPr lang="en-US" sz="2350" spc="-10" dirty="0">
                <a:latin typeface="Calibri"/>
                <a:cs typeface="Calibri"/>
              </a:rPr>
              <a:t> (</a:t>
            </a:r>
            <a:r>
              <a:rPr lang="en-US" sz="2350" spc="-10" dirty="0" err="1">
                <a:latin typeface="Calibri"/>
                <a:cs typeface="Calibri"/>
              </a:rPr>
              <a:t>Penemu</a:t>
            </a:r>
            <a:r>
              <a:rPr lang="en-US" sz="2350" spc="-10" dirty="0">
                <a:latin typeface="Calibri"/>
                <a:cs typeface="Calibri"/>
              </a:rPr>
              <a:t> handphone </a:t>
            </a:r>
            <a:r>
              <a:rPr lang="en-US" sz="2350" spc="-10" dirty="0" err="1">
                <a:latin typeface="Calibri"/>
                <a:cs typeface="Calibri"/>
              </a:rPr>
              <a:t>generasi</a:t>
            </a:r>
            <a:r>
              <a:rPr lang="en-US" sz="2350" spc="-10" dirty="0">
                <a:latin typeface="Calibri"/>
                <a:cs typeface="Calibri"/>
              </a:rPr>
              <a:t> </a:t>
            </a:r>
            <a:r>
              <a:rPr lang="en-US" sz="2350" spc="-10" dirty="0" err="1">
                <a:latin typeface="Calibri"/>
                <a:cs typeface="Calibri"/>
              </a:rPr>
              <a:t>pertama</a:t>
            </a:r>
            <a:r>
              <a:rPr lang="en-US" sz="2350" spc="-10" dirty="0">
                <a:latin typeface="Calibri"/>
                <a:cs typeface="Calibri"/>
              </a:rPr>
              <a:t>)</a:t>
            </a:r>
            <a:endParaRPr sz="2350" dirty="0">
              <a:latin typeface="Calibri"/>
              <a:cs typeface="Calibri"/>
            </a:endParaRPr>
          </a:p>
          <a:p>
            <a:pPr marL="287648" marR="601330">
              <a:lnSpc>
                <a:spcPts val="3940"/>
              </a:lnSpc>
              <a:spcBef>
                <a:spcPts val="190"/>
              </a:spcBef>
            </a:pPr>
            <a:r>
              <a:rPr sz="2350" dirty="0">
                <a:latin typeface="Calibri"/>
                <a:cs typeface="Calibri"/>
              </a:rPr>
              <a:t>Prototype </a:t>
            </a:r>
            <a:r>
              <a:rPr sz="2350" spc="55" dirty="0">
                <a:latin typeface="Calibri"/>
                <a:cs typeface="Calibri"/>
              </a:rPr>
              <a:t>memiliki</a:t>
            </a:r>
            <a:r>
              <a:rPr sz="2350" dirty="0">
                <a:latin typeface="Calibri"/>
                <a:cs typeface="Calibri"/>
              </a:rPr>
              <a:t> berat 1.1</a:t>
            </a:r>
            <a:r>
              <a:rPr sz="2350" spc="-5" dirty="0">
                <a:latin typeface="Calibri"/>
                <a:cs typeface="Calibri"/>
              </a:rPr>
              <a:t> </a:t>
            </a:r>
            <a:r>
              <a:rPr sz="2350" spc="55" dirty="0">
                <a:latin typeface="Calibri"/>
                <a:cs typeface="Calibri"/>
              </a:rPr>
              <a:t>kg </a:t>
            </a:r>
            <a:r>
              <a:rPr sz="2350" dirty="0">
                <a:latin typeface="Calibri"/>
                <a:cs typeface="Calibri"/>
              </a:rPr>
              <a:t>Ukuran</a:t>
            </a:r>
            <a:r>
              <a:rPr sz="2350" spc="-45" dirty="0">
                <a:latin typeface="Calibri"/>
                <a:cs typeface="Calibri"/>
              </a:rPr>
              <a:t> </a:t>
            </a:r>
            <a:r>
              <a:rPr sz="2350" spc="-10" dirty="0">
                <a:latin typeface="Calibri"/>
                <a:cs typeface="Calibri"/>
              </a:rPr>
              <a:t>228.6</a:t>
            </a:r>
            <a:r>
              <a:rPr sz="2350" spc="-40" dirty="0">
                <a:latin typeface="Calibri"/>
                <a:cs typeface="Calibri"/>
              </a:rPr>
              <a:t> </a:t>
            </a:r>
            <a:r>
              <a:rPr sz="2350" dirty="0">
                <a:latin typeface="Calibri"/>
                <a:cs typeface="Calibri"/>
              </a:rPr>
              <a:t>x</a:t>
            </a:r>
            <a:r>
              <a:rPr sz="2350" spc="-45" dirty="0">
                <a:latin typeface="Calibri"/>
                <a:cs typeface="Calibri"/>
              </a:rPr>
              <a:t> </a:t>
            </a:r>
            <a:r>
              <a:rPr sz="2350" dirty="0">
                <a:latin typeface="Calibri"/>
                <a:cs typeface="Calibri"/>
              </a:rPr>
              <a:t>127</a:t>
            </a:r>
            <a:r>
              <a:rPr sz="2350" spc="-50" dirty="0">
                <a:latin typeface="Calibri"/>
                <a:cs typeface="Calibri"/>
              </a:rPr>
              <a:t> </a:t>
            </a:r>
            <a:r>
              <a:rPr sz="2350" dirty="0">
                <a:latin typeface="Calibri"/>
                <a:cs typeface="Calibri"/>
              </a:rPr>
              <a:t>x</a:t>
            </a:r>
            <a:r>
              <a:rPr sz="2350" spc="-40" dirty="0">
                <a:latin typeface="Calibri"/>
                <a:cs typeface="Calibri"/>
              </a:rPr>
              <a:t> </a:t>
            </a:r>
            <a:r>
              <a:rPr sz="2350" dirty="0">
                <a:latin typeface="Calibri"/>
                <a:cs typeface="Calibri"/>
              </a:rPr>
              <a:t>44.4</a:t>
            </a:r>
            <a:r>
              <a:rPr sz="2350" spc="-45" dirty="0">
                <a:latin typeface="Calibri"/>
                <a:cs typeface="Calibri"/>
              </a:rPr>
              <a:t> </a:t>
            </a:r>
            <a:r>
              <a:rPr sz="2350" spc="65" dirty="0">
                <a:latin typeface="Calibri"/>
                <a:cs typeface="Calibri"/>
              </a:rPr>
              <a:t>mm </a:t>
            </a:r>
            <a:r>
              <a:rPr sz="2350" dirty="0">
                <a:latin typeface="Calibri"/>
                <a:cs typeface="Calibri"/>
              </a:rPr>
              <a:t>30</a:t>
            </a:r>
            <a:r>
              <a:rPr sz="2350" spc="40" dirty="0">
                <a:latin typeface="Calibri"/>
                <a:cs typeface="Calibri"/>
              </a:rPr>
              <a:t> </a:t>
            </a:r>
            <a:r>
              <a:rPr sz="2350" dirty="0">
                <a:latin typeface="Calibri"/>
                <a:cs typeface="Calibri"/>
              </a:rPr>
              <a:t>menit</a:t>
            </a:r>
            <a:r>
              <a:rPr sz="2350" spc="60" dirty="0">
                <a:latin typeface="Calibri"/>
                <a:cs typeface="Calibri"/>
              </a:rPr>
              <a:t> </a:t>
            </a:r>
            <a:r>
              <a:rPr sz="2350" dirty="0">
                <a:latin typeface="Calibri"/>
                <a:cs typeface="Calibri"/>
              </a:rPr>
              <a:t>waktu</a:t>
            </a:r>
            <a:r>
              <a:rPr sz="2350" spc="60" dirty="0">
                <a:latin typeface="Calibri"/>
                <a:cs typeface="Calibri"/>
              </a:rPr>
              <a:t> </a:t>
            </a:r>
            <a:r>
              <a:rPr sz="2350" spc="-10" dirty="0">
                <a:latin typeface="Calibri"/>
                <a:cs typeface="Calibri"/>
              </a:rPr>
              <a:t>bicara</a:t>
            </a:r>
            <a:endParaRPr sz="2350" dirty="0">
              <a:latin typeface="Calibri"/>
              <a:cs typeface="Calibri"/>
            </a:endParaRPr>
          </a:p>
          <a:p>
            <a:pPr marL="287648">
              <a:spcBef>
                <a:spcPts val="805"/>
              </a:spcBef>
            </a:pPr>
            <a:r>
              <a:rPr sz="2350" dirty="0">
                <a:latin typeface="Calibri"/>
                <a:cs typeface="Calibri"/>
              </a:rPr>
              <a:t>10</a:t>
            </a:r>
            <a:r>
              <a:rPr sz="2350" spc="-70" dirty="0">
                <a:latin typeface="Calibri"/>
                <a:cs typeface="Calibri"/>
              </a:rPr>
              <a:t> </a:t>
            </a:r>
            <a:r>
              <a:rPr sz="2350" spc="55" dirty="0">
                <a:latin typeface="Calibri"/>
                <a:cs typeface="Calibri"/>
              </a:rPr>
              <a:t>jam</a:t>
            </a:r>
            <a:r>
              <a:rPr sz="2350" spc="-60" dirty="0">
                <a:latin typeface="Calibri"/>
                <a:cs typeface="Calibri"/>
              </a:rPr>
              <a:t> </a:t>
            </a:r>
            <a:r>
              <a:rPr sz="2350" spc="50" dirty="0">
                <a:latin typeface="Calibri"/>
                <a:cs typeface="Calibri"/>
              </a:rPr>
              <a:t>untuk</a:t>
            </a:r>
            <a:r>
              <a:rPr sz="2350" spc="-55" dirty="0">
                <a:latin typeface="Calibri"/>
                <a:cs typeface="Calibri"/>
              </a:rPr>
              <a:t> </a:t>
            </a:r>
            <a:r>
              <a:rPr sz="2350" spc="45" dirty="0">
                <a:latin typeface="Calibri"/>
                <a:cs typeface="Calibri"/>
              </a:rPr>
              <a:t>charging</a:t>
            </a:r>
            <a:endParaRPr sz="2350" dirty="0">
              <a:latin typeface="Calibri"/>
              <a:cs typeface="Calibri"/>
            </a:endParaRPr>
          </a:p>
        </p:txBody>
      </p:sp>
      <p:sp>
        <p:nvSpPr>
          <p:cNvPr id="10" name="object 10"/>
          <p:cNvSpPr txBox="1"/>
          <p:nvPr/>
        </p:nvSpPr>
        <p:spPr>
          <a:xfrm>
            <a:off x="4011930" y="5936580"/>
            <a:ext cx="5621655" cy="335989"/>
          </a:xfrm>
          <a:prstGeom prst="rect">
            <a:avLst/>
          </a:prstGeom>
        </p:spPr>
        <p:txBody>
          <a:bodyPr vert="horz" wrap="square" lIns="0" tIns="15240" rIns="0" bIns="0" rtlCol="0">
            <a:spAutoFit/>
          </a:bodyPr>
          <a:lstStyle/>
          <a:p>
            <a:pPr marL="12700">
              <a:spcBef>
                <a:spcPts val="120"/>
              </a:spcBef>
            </a:pPr>
            <a:r>
              <a:rPr sz="1000" dirty="0">
                <a:latin typeface="Calibri"/>
                <a:cs typeface="Calibri"/>
                <a:hlinkClick r:id="rId2"/>
              </a:rPr>
              <a:t>http://www.knowyourmobile.com/nokia/nokia-</a:t>
            </a:r>
            <a:r>
              <a:rPr sz="1000" spc="-10" dirty="0">
                <a:latin typeface="Calibri"/>
                <a:cs typeface="Calibri"/>
                <a:hlinkClick r:id="rId2"/>
              </a:rPr>
              <a:t>3310/19848/history-</a:t>
            </a:r>
            <a:r>
              <a:rPr sz="1000" dirty="0">
                <a:latin typeface="Calibri"/>
                <a:cs typeface="Calibri"/>
                <a:hlinkClick r:id="rId2"/>
              </a:rPr>
              <a:t>mobile-phones-</a:t>
            </a:r>
            <a:r>
              <a:rPr sz="1000" spc="-10" dirty="0">
                <a:latin typeface="Calibri"/>
                <a:cs typeface="Calibri"/>
                <a:hlinkClick r:id="rId2"/>
              </a:rPr>
              <a:t>1973-2008-handsets</a:t>
            </a:r>
            <a:endParaRPr sz="1000" dirty="0">
              <a:latin typeface="Calibri"/>
              <a:cs typeface="Calibri"/>
            </a:endParaRPr>
          </a:p>
          <a:p>
            <a:pPr marL="12700">
              <a:spcBef>
                <a:spcPts val="70"/>
              </a:spcBef>
            </a:pPr>
            <a:r>
              <a:rPr sz="1000" spc="-10" dirty="0">
                <a:latin typeface="Calibri"/>
                <a:cs typeface="Calibri"/>
                <a:hlinkClick r:id="rId2"/>
              </a:rPr>
              <a:t>-</a:t>
            </a:r>
            <a:r>
              <a:rPr sz="1000" dirty="0">
                <a:latin typeface="Calibri"/>
                <a:cs typeface="Calibri"/>
                <a:hlinkClick r:id="rId2"/>
              </a:rPr>
              <a:t>made-it-all-</a:t>
            </a:r>
            <a:r>
              <a:rPr sz="1000" spc="-10" dirty="0">
                <a:latin typeface="Calibri"/>
                <a:cs typeface="Calibri"/>
                <a:hlinkClick r:id="rId2"/>
              </a:rPr>
              <a:t>happen</a:t>
            </a:r>
            <a:endParaRPr sz="1000" dirty="0">
              <a:latin typeface="Calibri"/>
              <a:cs typeface="Calibri"/>
            </a:endParaRPr>
          </a:p>
        </p:txBody>
      </p:sp>
      <p:pic>
        <p:nvPicPr>
          <p:cNvPr id="11" name="object 11"/>
          <p:cNvPicPr/>
          <p:nvPr/>
        </p:nvPicPr>
        <p:blipFill>
          <a:blip r:embed="rId3" cstate="print"/>
          <a:stretch>
            <a:fillRect/>
          </a:stretch>
        </p:blipFill>
        <p:spPr>
          <a:xfrm>
            <a:off x="570230" y="1919570"/>
            <a:ext cx="2904489" cy="31051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18EB4-D96F-4FDA-B2B5-494F90975976}"/>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4C869D3A-329C-EF37-63FF-C2AE785D9F5A}"/>
              </a:ext>
            </a:extLst>
          </p:cNvPr>
          <p:cNvSpPr txBox="1">
            <a:spLocks/>
          </p:cNvSpPr>
          <p:nvPr/>
        </p:nvSpPr>
        <p:spPr>
          <a:xfrm>
            <a:off x="2014" y="2510884"/>
            <a:ext cx="10081787" cy="5051966"/>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id-ID" sz="2206" dirty="0">
                <a:latin typeface="Arial" panose="020B0604020202020204" pitchFamily="34" charset="0"/>
                <a:cs typeface="Arial" panose="020B0604020202020204" pitchFamily="34" charset="0"/>
              </a:rPr>
              <a:t>.</a:t>
            </a:r>
          </a:p>
        </p:txBody>
      </p:sp>
      <p:sp>
        <p:nvSpPr>
          <p:cNvPr id="3" name="Content Placeholder 2">
            <a:extLst>
              <a:ext uri="{FF2B5EF4-FFF2-40B4-BE49-F238E27FC236}">
                <a16:creationId xmlns:a16="http://schemas.microsoft.com/office/drawing/2014/main" id="{4FF2F413-3562-2A32-8979-19904600E638}"/>
              </a:ext>
            </a:extLst>
          </p:cNvPr>
          <p:cNvSpPr txBox="1">
            <a:spLocks/>
          </p:cNvSpPr>
          <p:nvPr/>
        </p:nvSpPr>
        <p:spPr>
          <a:xfrm>
            <a:off x="521639" y="1038225"/>
            <a:ext cx="9168462" cy="5766437"/>
          </a:xfrm>
          <a:prstGeom prst="rect">
            <a:avLst/>
          </a:prstGeom>
        </p:spPr>
        <p:txBody>
          <a:bodyPr vert="horz" lIns="100838" tIns="50419" rIns="100838" bIns="50419"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1008375">
              <a:spcBef>
                <a:spcPts val="1103"/>
              </a:spcBef>
              <a:buNone/>
              <a:defRPr/>
            </a:pPr>
            <a:r>
              <a:rPr lang="en-US" sz="2200" b="1" dirty="0">
                <a:solidFill>
                  <a:sysClr val="windowText" lastClr="000000"/>
                </a:solidFill>
                <a:latin typeface="Arial" panose="020B0604020202020204" pitchFamily="34" charset="0"/>
                <a:cs typeface="Arial" panose="020B0604020202020204" pitchFamily="34" charset="0"/>
              </a:rPr>
              <a:t>2.    </a:t>
            </a:r>
            <a:r>
              <a:rPr lang="en-US" sz="2200" b="1" dirty="0" err="1">
                <a:solidFill>
                  <a:sysClr val="windowText" lastClr="000000"/>
                </a:solidFill>
                <a:latin typeface="Arial" panose="020B0604020202020204" pitchFamily="34" charset="0"/>
                <a:cs typeface="Arial" panose="020B0604020202020204" pitchFamily="34" charset="0"/>
              </a:rPr>
              <a:t>Teknologi</a:t>
            </a:r>
            <a:r>
              <a:rPr lang="en-US" sz="2200" b="1" dirty="0">
                <a:solidFill>
                  <a:sysClr val="windowText" lastClr="000000"/>
                </a:solidFill>
                <a:latin typeface="Arial" panose="020B0604020202020204" pitchFamily="34" charset="0"/>
                <a:cs typeface="Arial" panose="020B0604020202020204" pitchFamily="34" charset="0"/>
              </a:rPr>
              <a:t> 1G (</a:t>
            </a:r>
            <a:r>
              <a:rPr lang="en-US" sz="2200" b="1" dirty="0" err="1">
                <a:solidFill>
                  <a:sysClr val="windowText" lastClr="000000"/>
                </a:solidFill>
                <a:latin typeface="Arial" panose="020B0604020202020204" pitchFamily="34" charset="0"/>
                <a:cs typeface="Arial" panose="020B0604020202020204" pitchFamily="34" charset="0"/>
              </a:rPr>
              <a:t>Generasi</a:t>
            </a:r>
            <a:r>
              <a:rPr lang="en-US" sz="2200" b="1" dirty="0">
                <a:solidFill>
                  <a:sysClr val="windowText" lastClr="000000"/>
                </a:solidFill>
                <a:latin typeface="Arial" panose="020B0604020202020204" pitchFamily="34" charset="0"/>
                <a:cs typeface="Arial" panose="020B0604020202020204" pitchFamily="34" charset="0"/>
              </a:rPr>
              <a:t> Pertama)</a:t>
            </a:r>
          </a:p>
          <a:p>
            <a:pPr algn="just">
              <a:buFont typeface="Wingdings" panose="05000000000000000000" pitchFamily="2" charset="2"/>
              <a:buChar char="Ø"/>
            </a:pP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Generasi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pertama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atau</a:t>
            </a:r>
            <a:r>
              <a:rPr lang="en-ID" sz="2200" dirty="0">
                <a:latin typeface="Arial" panose="020B0604020202020204" pitchFamily="34" charset="0"/>
                <a:cs typeface="Arial" panose="020B0604020202020204" pitchFamily="34" charset="0"/>
              </a:rPr>
              <a:t> 1G </a:t>
            </a:r>
            <a:r>
              <a:rPr lang="en-ID" sz="2200" dirty="0" err="1">
                <a:latin typeface="Arial" panose="020B0604020202020204" pitchFamily="34" charset="0"/>
                <a:cs typeface="Arial" panose="020B0604020202020204" pitchFamily="34" charset="0"/>
              </a:rPr>
              <a:t>merupakan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teknologi</a:t>
            </a:r>
            <a:r>
              <a:rPr lang="en-ID" sz="2200" dirty="0">
                <a:latin typeface="Arial" panose="020B0604020202020204" pitchFamily="34" charset="0"/>
                <a:cs typeface="Arial" panose="020B0604020202020204" pitchFamily="34" charset="0"/>
              </a:rPr>
              <a:t> handphone </a:t>
            </a:r>
            <a:r>
              <a:rPr lang="en-ID" sz="2200" dirty="0" err="1">
                <a:latin typeface="Arial" panose="020B0604020202020204" pitchFamily="34" charset="0"/>
                <a:cs typeface="Arial" panose="020B0604020202020204" pitchFamily="34" charset="0"/>
              </a:rPr>
              <a:t>pertama</a:t>
            </a:r>
            <a:r>
              <a:rPr lang="en-ID" sz="2200" dirty="0">
                <a:latin typeface="Arial" panose="020B0604020202020204" pitchFamily="34" charset="0"/>
                <a:cs typeface="Arial" panose="020B0604020202020204" pitchFamily="34" charset="0"/>
              </a:rPr>
              <a:t> yang </a:t>
            </a:r>
            <a:r>
              <a:rPr lang="en-ID" sz="2200" dirty="0" err="1">
                <a:latin typeface="Arial" panose="020B0604020202020204" pitchFamily="34" charset="0"/>
                <a:cs typeface="Arial" panose="020B0604020202020204" pitchFamily="34" charset="0"/>
              </a:rPr>
              <a:t>diperkenalkan</a:t>
            </a:r>
            <a:r>
              <a:rPr lang="en-ID" sz="2200" dirty="0">
                <a:latin typeface="Arial" panose="020B0604020202020204" pitchFamily="34" charset="0"/>
                <a:cs typeface="Arial" panose="020B0604020202020204" pitchFamily="34" charset="0"/>
              </a:rPr>
              <a:t> pada era 80-an dan </a:t>
            </a:r>
            <a:r>
              <a:rPr lang="en-ID" sz="2200" dirty="0" err="1">
                <a:latin typeface="Arial" panose="020B0604020202020204" pitchFamily="34" charset="0"/>
                <a:cs typeface="Arial" panose="020B0604020202020204" pitchFamily="34" charset="0"/>
              </a:rPr>
              <a:t>masih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menggunakan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sistem</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analog</a:t>
            </a:r>
            <a:r>
              <a:rPr lang="en-ID" sz="2200" dirty="0">
                <a:latin typeface="Arial" panose="020B0604020202020204" pitchFamily="34" charset="0"/>
                <a:cs typeface="Arial" panose="020B0604020202020204" pitchFamily="34" charset="0"/>
              </a:rPr>
              <a:t>.</a:t>
            </a:r>
          </a:p>
          <a:p>
            <a:pPr algn="just">
              <a:buFont typeface="Wingdings" panose="05000000000000000000" pitchFamily="2" charset="2"/>
              <a:buChar char="Ø"/>
            </a:pP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Generasi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pertama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ini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menggunakan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teknik</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komunikasi</a:t>
            </a:r>
            <a:r>
              <a:rPr lang="en-ID" sz="2200" dirty="0">
                <a:latin typeface="Arial" panose="020B0604020202020204" pitchFamily="34" charset="0"/>
                <a:cs typeface="Arial" panose="020B0604020202020204" pitchFamily="34" charset="0"/>
              </a:rPr>
              <a:t> yang </a:t>
            </a:r>
            <a:r>
              <a:rPr lang="en-ID" sz="2200" dirty="0" err="1">
                <a:latin typeface="Arial" panose="020B0604020202020204" pitchFamily="34" charset="0"/>
                <a:cs typeface="Arial" panose="020B0604020202020204" pitchFamily="34" charset="0"/>
              </a:rPr>
              <a:t>disebut</a:t>
            </a:r>
            <a:r>
              <a:rPr lang="en-ID" sz="2200" dirty="0">
                <a:latin typeface="Arial" panose="020B0604020202020204" pitchFamily="34" charset="0"/>
                <a:cs typeface="Arial" panose="020B0604020202020204" pitchFamily="34" charset="0"/>
              </a:rPr>
              <a:t> Frequency Division Multiple Access (FDMA).</a:t>
            </a:r>
          </a:p>
          <a:p>
            <a:pPr algn="just">
              <a:buFont typeface="Wingdings" panose="05000000000000000000" pitchFamily="2" charset="2"/>
              <a:buChar char="v"/>
            </a:pP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Kemampuan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teknologi</a:t>
            </a:r>
            <a:r>
              <a:rPr lang="en-ID" sz="2200" dirty="0">
                <a:latin typeface="Arial" panose="020B0604020202020204" pitchFamily="34" charset="0"/>
                <a:cs typeface="Arial" panose="020B0604020202020204" pitchFamily="34" charset="0"/>
              </a:rPr>
              <a:t> 1G:</a:t>
            </a:r>
          </a:p>
          <a:p>
            <a:pPr marL="0" indent="0" algn="just">
              <a:buNone/>
            </a:pPr>
            <a:r>
              <a:rPr lang="en-ID" sz="2200" dirty="0" err="1">
                <a:latin typeface="Arial" panose="020B0604020202020204" pitchFamily="34" charset="0"/>
                <a:cs typeface="Arial" panose="020B0604020202020204" pitchFamily="34" charset="0"/>
              </a:rPr>
              <a:t>Kemampuan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teknologi</a:t>
            </a:r>
            <a:r>
              <a:rPr lang="en-ID" sz="2200" dirty="0">
                <a:latin typeface="Arial" panose="020B0604020202020204" pitchFamily="34" charset="0"/>
                <a:cs typeface="Arial" panose="020B0604020202020204" pitchFamily="34" charset="0"/>
              </a:rPr>
              <a:t> 1G </a:t>
            </a:r>
            <a:r>
              <a:rPr lang="en-ID" sz="2200" dirty="0" err="1">
                <a:latin typeface="Arial" panose="020B0604020202020204" pitchFamily="34" charset="0"/>
                <a:cs typeface="Arial" panose="020B0604020202020204" pitchFamily="34" charset="0"/>
              </a:rPr>
              <a:t>ini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hanya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dapat</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melayani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komunikasi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suara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saja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tidak</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dapat</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melayani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komunikasi</a:t>
            </a:r>
            <a:r>
              <a:rPr lang="en-ID" sz="2200" dirty="0">
                <a:latin typeface="Arial" panose="020B0604020202020204" pitchFamily="34" charset="0"/>
                <a:cs typeface="Arial" panose="020B0604020202020204" pitchFamily="34" charset="0"/>
              </a:rPr>
              <a:t> data. Akan </a:t>
            </a:r>
            <a:r>
              <a:rPr lang="en-ID" sz="2200" dirty="0" err="1">
                <a:latin typeface="Arial" panose="020B0604020202020204" pitchFamily="34" charset="0"/>
                <a:cs typeface="Arial" panose="020B0604020202020204" pitchFamily="34" charset="0"/>
              </a:rPr>
              <a:t>tetapi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jangkauan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jaringannya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lebih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luas</a:t>
            </a:r>
            <a:r>
              <a:rPr lang="en-ID" sz="2200" dirty="0">
                <a:latin typeface="Arial" panose="020B0604020202020204" pitchFamily="34" charset="0"/>
                <a:cs typeface="Arial" panose="020B0604020202020204" pitchFamily="34" charset="0"/>
              </a:rPr>
              <a:t>.</a:t>
            </a:r>
          </a:p>
          <a:p>
            <a:pPr marL="0" indent="0">
              <a:buNone/>
            </a:pPr>
            <a:endParaRPr lang="en-ID" sz="2200" dirty="0"/>
          </a:p>
          <a:p>
            <a:pPr algn="just" defTabSz="1008375">
              <a:spcBef>
                <a:spcPts val="1103"/>
              </a:spcBef>
              <a:buFont typeface="Wingdings" panose="05000000000000000000" pitchFamily="2" charset="2"/>
              <a:buChar char="Ø"/>
              <a:defRPr/>
            </a:pPr>
            <a:endParaRPr lang="en-US" sz="2200" dirty="0">
              <a:solidFill>
                <a:sysClr val="windowText" lastClr="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5074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2937510" y="1999580"/>
            <a:ext cx="107314" cy="137217"/>
          </a:xfrm>
          <a:prstGeom prst="rect">
            <a:avLst/>
          </a:prstGeom>
        </p:spPr>
        <p:txBody>
          <a:bodyPr vert="horz" wrap="square" lIns="0" tIns="13970" rIns="0" bIns="0" rtlCol="0">
            <a:spAutoFit/>
          </a:bodyPr>
          <a:lstStyle/>
          <a:p>
            <a:pPr marL="12700">
              <a:spcBef>
                <a:spcPts val="110"/>
              </a:spcBef>
            </a:pPr>
            <a:r>
              <a:rPr sz="800" spc="5" dirty="0">
                <a:latin typeface="OpenSymbol"/>
                <a:cs typeface="OpenSymbol"/>
              </a:rPr>
              <a:t>●</a:t>
            </a:r>
            <a:endParaRPr sz="800">
              <a:latin typeface="OpenSymbol"/>
              <a:cs typeface="OpenSymbol"/>
            </a:endParaRPr>
          </a:p>
        </p:txBody>
      </p:sp>
      <p:sp>
        <p:nvSpPr>
          <p:cNvPr id="4" name="object 4"/>
          <p:cNvSpPr txBox="1"/>
          <p:nvPr/>
        </p:nvSpPr>
        <p:spPr>
          <a:xfrm>
            <a:off x="3261360" y="1932271"/>
            <a:ext cx="1861820" cy="1430648"/>
          </a:xfrm>
          <a:prstGeom prst="rect">
            <a:avLst/>
          </a:prstGeom>
        </p:spPr>
        <p:txBody>
          <a:bodyPr vert="horz" wrap="square" lIns="0" tIns="1270" rIns="0" bIns="0" rtlCol="0">
            <a:spAutoFit/>
          </a:bodyPr>
          <a:lstStyle/>
          <a:p>
            <a:pPr marL="12700" marR="5080">
              <a:lnSpc>
                <a:spcPct val="104000"/>
              </a:lnSpc>
              <a:spcBef>
                <a:spcPts val="10"/>
              </a:spcBef>
            </a:pPr>
            <a:r>
              <a:rPr spc="-10" dirty="0">
                <a:latin typeface="Calibri"/>
                <a:cs typeface="Calibri"/>
              </a:rPr>
              <a:t>1983</a:t>
            </a:r>
            <a:r>
              <a:rPr spc="-85" dirty="0">
                <a:latin typeface="Calibri"/>
                <a:cs typeface="Calibri"/>
              </a:rPr>
              <a:t> </a:t>
            </a:r>
            <a:r>
              <a:rPr dirty="0">
                <a:latin typeface="Calibri"/>
                <a:cs typeface="Calibri"/>
              </a:rPr>
              <a:t>–</a:t>
            </a:r>
            <a:r>
              <a:rPr spc="-75" dirty="0">
                <a:latin typeface="Calibri"/>
                <a:cs typeface="Calibri"/>
              </a:rPr>
              <a:t> </a:t>
            </a:r>
            <a:r>
              <a:rPr spc="-10" dirty="0">
                <a:latin typeface="Calibri"/>
                <a:cs typeface="Calibri"/>
              </a:rPr>
              <a:t>Motorola </a:t>
            </a:r>
            <a:r>
              <a:rPr dirty="0" err="1">
                <a:latin typeface="Calibri"/>
                <a:cs typeface="Calibri"/>
              </a:rPr>
              <a:t>DynaTAC</a:t>
            </a:r>
            <a:r>
              <a:rPr spc="-30" dirty="0">
                <a:latin typeface="Calibri"/>
                <a:cs typeface="Calibri"/>
              </a:rPr>
              <a:t> </a:t>
            </a:r>
            <a:r>
              <a:rPr lang="en-US" spc="-30" dirty="0">
                <a:latin typeface="Calibri"/>
                <a:cs typeface="Calibri"/>
              </a:rPr>
              <a:t>8000X </a:t>
            </a:r>
            <a:r>
              <a:rPr spc="-10" dirty="0">
                <a:latin typeface="Calibri"/>
                <a:cs typeface="Calibri"/>
              </a:rPr>
              <a:t>(Dynamic </a:t>
            </a:r>
            <a:r>
              <a:rPr dirty="0">
                <a:latin typeface="Calibri"/>
                <a:cs typeface="Calibri"/>
              </a:rPr>
              <a:t>Adaptive</a:t>
            </a:r>
            <a:r>
              <a:rPr spc="-15" dirty="0">
                <a:latin typeface="Calibri"/>
                <a:cs typeface="Calibri"/>
              </a:rPr>
              <a:t> </a:t>
            </a:r>
            <a:r>
              <a:rPr dirty="0">
                <a:latin typeface="Calibri"/>
                <a:cs typeface="Calibri"/>
              </a:rPr>
              <a:t>Total</a:t>
            </a:r>
            <a:r>
              <a:rPr spc="-20" dirty="0">
                <a:latin typeface="Calibri"/>
                <a:cs typeface="Calibri"/>
              </a:rPr>
              <a:t> Area </a:t>
            </a:r>
            <a:r>
              <a:rPr spc="-10" dirty="0">
                <a:latin typeface="Calibri"/>
                <a:cs typeface="Calibri"/>
              </a:rPr>
              <a:t>Coverage)</a:t>
            </a:r>
            <a:endParaRPr dirty="0">
              <a:latin typeface="Calibri"/>
              <a:cs typeface="Calibri"/>
            </a:endParaRPr>
          </a:p>
        </p:txBody>
      </p:sp>
      <p:sp>
        <p:nvSpPr>
          <p:cNvPr id="5" name="object 5"/>
          <p:cNvSpPr txBox="1"/>
          <p:nvPr/>
        </p:nvSpPr>
        <p:spPr>
          <a:xfrm>
            <a:off x="3369310" y="3231480"/>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6" name="object 6"/>
          <p:cNvSpPr txBox="1"/>
          <p:nvPr/>
        </p:nvSpPr>
        <p:spPr>
          <a:xfrm>
            <a:off x="3694429" y="3216240"/>
            <a:ext cx="1391920" cy="2084545"/>
          </a:xfrm>
          <a:prstGeom prst="rect">
            <a:avLst/>
          </a:prstGeom>
        </p:spPr>
        <p:txBody>
          <a:bodyPr vert="horz" wrap="square" lIns="0" tIns="3810" rIns="0" bIns="0" rtlCol="0">
            <a:spAutoFit/>
          </a:bodyPr>
          <a:lstStyle/>
          <a:p>
            <a:pPr marL="12700" marR="163826">
              <a:lnSpc>
                <a:spcPct val="103600"/>
              </a:lnSpc>
              <a:spcBef>
                <a:spcPts val="30"/>
              </a:spcBef>
            </a:pPr>
            <a:r>
              <a:rPr sz="1600" dirty="0">
                <a:latin typeface="Calibri"/>
                <a:cs typeface="Calibri"/>
              </a:rPr>
              <a:t>Berat sekitar</a:t>
            </a:r>
            <a:r>
              <a:rPr sz="1600" spc="10" dirty="0">
                <a:latin typeface="Calibri"/>
                <a:cs typeface="Calibri"/>
              </a:rPr>
              <a:t> </a:t>
            </a:r>
            <a:r>
              <a:rPr sz="1600" spc="-50" dirty="0">
                <a:latin typeface="Calibri"/>
                <a:cs typeface="Calibri"/>
              </a:rPr>
              <a:t>1 </a:t>
            </a:r>
            <a:r>
              <a:rPr sz="1600" spc="-25" dirty="0">
                <a:latin typeface="Calibri"/>
                <a:cs typeface="Calibri"/>
              </a:rPr>
              <a:t>kg</a:t>
            </a:r>
            <a:endParaRPr sz="1600">
              <a:latin typeface="Calibri"/>
              <a:cs typeface="Calibri"/>
            </a:endParaRPr>
          </a:p>
          <a:p>
            <a:pPr marL="12700">
              <a:spcBef>
                <a:spcPts val="1210"/>
              </a:spcBef>
            </a:pPr>
            <a:r>
              <a:rPr sz="1600" dirty="0">
                <a:latin typeface="Calibri"/>
                <a:cs typeface="Calibri"/>
              </a:rPr>
              <a:t>Layanan</a:t>
            </a:r>
            <a:r>
              <a:rPr sz="1600" spc="190" dirty="0">
                <a:latin typeface="Calibri"/>
                <a:cs typeface="Calibri"/>
              </a:rPr>
              <a:t> </a:t>
            </a:r>
            <a:r>
              <a:rPr sz="1600" spc="-25" dirty="0">
                <a:latin typeface="Calibri"/>
                <a:cs typeface="Calibri"/>
              </a:rPr>
              <a:t>1G</a:t>
            </a:r>
            <a:endParaRPr sz="1600">
              <a:latin typeface="Calibri"/>
              <a:cs typeface="Calibri"/>
            </a:endParaRPr>
          </a:p>
          <a:p>
            <a:pPr marL="12700" marR="5080">
              <a:lnSpc>
                <a:spcPct val="103600"/>
              </a:lnSpc>
              <a:spcBef>
                <a:spcPts val="1140"/>
              </a:spcBef>
            </a:pPr>
            <a:r>
              <a:rPr sz="1600" dirty="0">
                <a:latin typeface="Calibri"/>
                <a:cs typeface="Calibri"/>
              </a:rPr>
              <a:t>Harga</a:t>
            </a:r>
            <a:r>
              <a:rPr sz="1600" spc="65" dirty="0">
                <a:latin typeface="Calibri"/>
                <a:cs typeface="Calibri"/>
              </a:rPr>
              <a:t> </a:t>
            </a:r>
            <a:r>
              <a:rPr sz="1600" dirty="0">
                <a:latin typeface="Calibri"/>
                <a:cs typeface="Calibri"/>
              </a:rPr>
              <a:t>pada</a:t>
            </a:r>
            <a:r>
              <a:rPr sz="1600" spc="70" dirty="0">
                <a:latin typeface="Calibri"/>
                <a:cs typeface="Calibri"/>
              </a:rPr>
              <a:t> </a:t>
            </a:r>
            <a:r>
              <a:rPr sz="1600" spc="-20" dirty="0">
                <a:latin typeface="Calibri"/>
                <a:cs typeface="Calibri"/>
              </a:rPr>
              <a:t>saat </a:t>
            </a:r>
            <a:r>
              <a:rPr sz="1600" dirty="0">
                <a:latin typeface="Calibri"/>
                <a:cs typeface="Calibri"/>
              </a:rPr>
              <a:t>pertama</a:t>
            </a:r>
            <a:r>
              <a:rPr sz="1600" spc="20" dirty="0">
                <a:latin typeface="Calibri"/>
                <a:cs typeface="Calibri"/>
              </a:rPr>
              <a:t> </a:t>
            </a:r>
            <a:r>
              <a:rPr sz="1600" spc="-20" dirty="0">
                <a:latin typeface="Calibri"/>
                <a:cs typeface="Calibri"/>
              </a:rPr>
              <a:t>kali </a:t>
            </a:r>
            <a:r>
              <a:rPr sz="1600" spc="-10" dirty="0">
                <a:latin typeface="Calibri"/>
                <a:cs typeface="Calibri"/>
              </a:rPr>
              <a:t>diluncurkan</a:t>
            </a:r>
            <a:endParaRPr sz="1600">
              <a:latin typeface="Calibri"/>
              <a:cs typeface="Calibri"/>
            </a:endParaRPr>
          </a:p>
          <a:p>
            <a:pPr marL="12700">
              <a:spcBef>
                <a:spcPts val="70"/>
              </a:spcBef>
            </a:pPr>
            <a:r>
              <a:rPr sz="1600" spc="-10" dirty="0">
                <a:latin typeface="Calibri"/>
                <a:cs typeface="Calibri"/>
              </a:rPr>
              <a:t>$4.000</a:t>
            </a:r>
            <a:endParaRPr sz="1600">
              <a:latin typeface="Calibri"/>
              <a:cs typeface="Calibri"/>
            </a:endParaRPr>
          </a:p>
        </p:txBody>
      </p:sp>
      <p:sp>
        <p:nvSpPr>
          <p:cNvPr id="7" name="object 7"/>
          <p:cNvSpPr txBox="1"/>
          <p:nvPr/>
        </p:nvSpPr>
        <p:spPr>
          <a:xfrm>
            <a:off x="3369310" y="3881720"/>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8" name="object 8"/>
          <p:cNvSpPr txBox="1"/>
          <p:nvPr/>
        </p:nvSpPr>
        <p:spPr>
          <a:xfrm>
            <a:off x="3369310" y="4277960"/>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pic>
        <p:nvPicPr>
          <p:cNvPr id="9" name="object 9"/>
          <p:cNvPicPr/>
          <p:nvPr/>
        </p:nvPicPr>
        <p:blipFill>
          <a:blip r:embed="rId2" cstate="print"/>
          <a:stretch>
            <a:fillRect/>
          </a:stretch>
        </p:blipFill>
        <p:spPr>
          <a:xfrm>
            <a:off x="1187451" y="1696050"/>
            <a:ext cx="1553210" cy="3807460"/>
          </a:xfrm>
          <a:prstGeom prst="rect">
            <a:avLst/>
          </a:prstGeom>
        </p:spPr>
      </p:pic>
      <p:sp>
        <p:nvSpPr>
          <p:cNvPr id="10" name="object 10"/>
          <p:cNvSpPr txBox="1"/>
          <p:nvPr/>
        </p:nvSpPr>
        <p:spPr>
          <a:xfrm>
            <a:off x="6313170" y="4859622"/>
            <a:ext cx="107314" cy="137217"/>
          </a:xfrm>
          <a:prstGeom prst="rect">
            <a:avLst/>
          </a:prstGeom>
        </p:spPr>
        <p:txBody>
          <a:bodyPr vert="horz" wrap="square" lIns="0" tIns="13970" rIns="0" bIns="0" rtlCol="0">
            <a:spAutoFit/>
          </a:bodyPr>
          <a:lstStyle/>
          <a:p>
            <a:pPr marL="12700">
              <a:spcBef>
                <a:spcPts val="110"/>
              </a:spcBef>
            </a:pPr>
            <a:r>
              <a:rPr sz="800" spc="5" dirty="0">
                <a:latin typeface="OpenSymbol"/>
                <a:cs typeface="OpenSymbol"/>
              </a:rPr>
              <a:t>●</a:t>
            </a:r>
            <a:endParaRPr sz="800">
              <a:latin typeface="OpenSymbol"/>
              <a:cs typeface="OpenSymbol"/>
            </a:endParaRPr>
          </a:p>
        </p:txBody>
      </p:sp>
      <p:sp>
        <p:nvSpPr>
          <p:cNvPr id="11" name="object 11"/>
          <p:cNvSpPr txBox="1"/>
          <p:nvPr/>
        </p:nvSpPr>
        <p:spPr>
          <a:xfrm>
            <a:off x="6637019" y="4792311"/>
            <a:ext cx="1541780" cy="566374"/>
          </a:xfrm>
          <a:prstGeom prst="rect">
            <a:avLst/>
          </a:prstGeom>
        </p:spPr>
        <p:txBody>
          <a:bodyPr vert="horz" wrap="square" lIns="0" tIns="1270" rIns="0" bIns="0" rtlCol="0">
            <a:spAutoFit/>
          </a:bodyPr>
          <a:lstStyle/>
          <a:p>
            <a:pPr marL="12700" marR="5080">
              <a:lnSpc>
                <a:spcPct val="104200"/>
              </a:lnSpc>
              <a:spcBef>
                <a:spcPts val="10"/>
              </a:spcBef>
            </a:pPr>
            <a:r>
              <a:rPr spc="-10" dirty="0">
                <a:latin typeface="Calibri"/>
                <a:cs typeface="Calibri"/>
              </a:rPr>
              <a:t>1989</a:t>
            </a:r>
            <a:r>
              <a:rPr spc="-80" dirty="0">
                <a:latin typeface="Calibri"/>
                <a:cs typeface="Calibri"/>
              </a:rPr>
              <a:t> </a:t>
            </a:r>
            <a:r>
              <a:rPr dirty="0">
                <a:latin typeface="Calibri"/>
                <a:cs typeface="Calibri"/>
              </a:rPr>
              <a:t>–</a:t>
            </a:r>
            <a:r>
              <a:rPr spc="-80" dirty="0">
                <a:latin typeface="Calibri"/>
                <a:cs typeface="Calibri"/>
              </a:rPr>
              <a:t> </a:t>
            </a:r>
            <a:r>
              <a:rPr spc="-25" dirty="0">
                <a:latin typeface="Calibri"/>
                <a:cs typeface="Calibri"/>
              </a:rPr>
              <a:t>Motorola </a:t>
            </a:r>
            <a:r>
              <a:rPr spc="-10" dirty="0">
                <a:latin typeface="Calibri"/>
                <a:cs typeface="Calibri"/>
              </a:rPr>
              <a:t>MicroTAC</a:t>
            </a:r>
            <a:endParaRPr>
              <a:latin typeface="Calibri"/>
              <a:cs typeface="Calibri"/>
            </a:endParaRPr>
          </a:p>
        </p:txBody>
      </p:sp>
      <p:sp>
        <p:nvSpPr>
          <p:cNvPr id="12" name="object 12"/>
          <p:cNvSpPr txBox="1"/>
          <p:nvPr/>
        </p:nvSpPr>
        <p:spPr>
          <a:xfrm>
            <a:off x="6744970" y="5521290"/>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13" name="object 13"/>
          <p:cNvSpPr txBox="1"/>
          <p:nvPr/>
        </p:nvSpPr>
        <p:spPr>
          <a:xfrm>
            <a:off x="7068820" y="5506049"/>
            <a:ext cx="1091565" cy="659155"/>
          </a:xfrm>
          <a:prstGeom prst="rect">
            <a:avLst/>
          </a:prstGeom>
        </p:spPr>
        <p:txBody>
          <a:bodyPr vert="horz" wrap="square" lIns="0" tIns="12700" rIns="0" bIns="0" rtlCol="0">
            <a:spAutoFit/>
          </a:bodyPr>
          <a:lstStyle/>
          <a:p>
            <a:pPr marL="12700">
              <a:spcBef>
                <a:spcPts val="100"/>
              </a:spcBef>
            </a:pPr>
            <a:r>
              <a:rPr sz="1600" dirty="0">
                <a:latin typeface="Calibri"/>
                <a:cs typeface="Calibri"/>
              </a:rPr>
              <a:t>Desain</a:t>
            </a:r>
            <a:r>
              <a:rPr sz="1600" spc="70" dirty="0">
                <a:latin typeface="Calibri"/>
                <a:cs typeface="Calibri"/>
              </a:rPr>
              <a:t> </a:t>
            </a:r>
            <a:r>
              <a:rPr sz="1600" spc="-20" dirty="0">
                <a:latin typeface="Calibri"/>
                <a:cs typeface="Calibri"/>
              </a:rPr>
              <a:t>flip</a:t>
            </a:r>
            <a:endParaRPr sz="1600">
              <a:latin typeface="Calibri"/>
              <a:cs typeface="Calibri"/>
            </a:endParaRPr>
          </a:p>
          <a:p>
            <a:pPr marL="12700">
              <a:spcBef>
                <a:spcPts val="1210"/>
              </a:spcBef>
            </a:pPr>
            <a:r>
              <a:rPr sz="1600" spc="-55" dirty="0">
                <a:latin typeface="Calibri"/>
                <a:cs typeface="Calibri"/>
              </a:rPr>
              <a:t>Muat</a:t>
            </a:r>
            <a:r>
              <a:rPr sz="1600" spc="5" dirty="0">
                <a:latin typeface="Calibri"/>
                <a:cs typeface="Calibri"/>
              </a:rPr>
              <a:t> </a:t>
            </a:r>
            <a:r>
              <a:rPr sz="1600" dirty="0">
                <a:latin typeface="Calibri"/>
                <a:cs typeface="Calibri"/>
              </a:rPr>
              <a:t>di</a:t>
            </a:r>
            <a:r>
              <a:rPr sz="1600" spc="15" dirty="0">
                <a:latin typeface="Calibri"/>
                <a:cs typeface="Calibri"/>
              </a:rPr>
              <a:t> </a:t>
            </a:r>
            <a:r>
              <a:rPr sz="1600" spc="-20" dirty="0">
                <a:latin typeface="Calibri"/>
                <a:cs typeface="Calibri"/>
              </a:rPr>
              <a:t>saku</a:t>
            </a:r>
            <a:endParaRPr sz="1600">
              <a:latin typeface="Calibri"/>
              <a:cs typeface="Calibri"/>
            </a:endParaRPr>
          </a:p>
        </p:txBody>
      </p:sp>
      <p:sp>
        <p:nvSpPr>
          <p:cNvPr id="14" name="object 14"/>
          <p:cNvSpPr txBox="1"/>
          <p:nvPr/>
        </p:nvSpPr>
        <p:spPr>
          <a:xfrm>
            <a:off x="6744970" y="5917530"/>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pic>
        <p:nvPicPr>
          <p:cNvPr id="15" name="object 15"/>
          <p:cNvPicPr/>
          <p:nvPr/>
        </p:nvPicPr>
        <p:blipFill>
          <a:blip r:embed="rId3" cstate="print"/>
          <a:stretch>
            <a:fillRect/>
          </a:stretch>
        </p:blipFill>
        <p:spPr>
          <a:xfrm>
            <a:off x="6403341" y="1563970"/>
            <a:ext cx="1917700" cy="3059430"/>
          </a:xfrm>
          <a:prstGeom prst="rect">
            <a:avLst/>
          </a:prstGeom>
        </p:spPr>
      </p:pic>
      <p:sp>
        <p:nvSpPr>
          <p:cNvPr id="16" name="object 16"/>
          <p:cNvSpPr txBox="1"/>
          <p:nvPr/>
        </p:nvSpPr>
        <p:spPr>
          <a:xfrm>
            <a:off x="534670" y="6565230"/>
            <a:ext cx="7962265" cy="197490"/>
          </a:xfrm>
          <a:prstGeom prst="rect">
            <a:avLst/>
          </a:prstGeom>
        </p:spPr>
        <p:txBody>
          <a:bodyPr vert="horz" wrap="square" lIns="0" tIns="12700" rIns="0" bIns="0" rtlCol="0">
            <a:spAutoFit/>
          </a:bodyPr>
          <a:lstStyle/>
          <a:p>
            <a:pPr marL="12700">
              <a:spcBef>
                <a:spcPts val="100"/>
              </a:spcBef>
            </a:pPr>
            <a:r>
              <a:rPr sz="1200" dirty="0">
                <a:latin typeface="Calibri"/>
                <a:cs typeface="Calibri"/>
                <a:hlinkClick r:id="rId4"/>
              </a:rPr>
              <a:t>https://smartphones.gadgethacks.com/news/from-backpack-transceiver-smartphone-visual-history-mobile-phone-</a:t>
            </a:r>
            <a:r>
              <a:rPr sz="1200" spc="-10" dirty="0">
                <a:latin typeface="Calibri"/>
                <a:cs typeface="Calibri"/>
                <a:hlinkClick r:id="rId4"/>
              </a:rPr>
              <a:t>0127134/</a:t>
            </a:r>
            <a:endParaRPr sz="12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7E668-CA9E-135D-ECF4-21D7638AB4C3}"/>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CE45B671-06E1-4EC4-3255-9A4A1A69E7DE}"/>
              </a:ext>
            </a:extLst>
          </p:cNvPr>
          <p:cNvSpPr>
            <a:spLocks noGrp="1"/>
          </p:cNvSpPr>
          <p:nvPr>
            <p:ph idx="1"/>
          </p:nvPr>
        </p:nvSpPr>
        <p:spPr>
          <a:xfrm>
            <a:off x="504190" y="1764666"/>
            <a:ext cx="9579610" cy="666810"/>
          </a:xfrm>
        </p:spPr>
        <p:txBody>
          <a:bodyPr>
            <a:noAutofit/>
          </a:bodyPr>
          <a:lstStyle/>
          <a:p>
            <a:pPr marL="0" indent="0">
              <a:buNone/>
            </a:pPr>
            <a:br>
              <a:rPr lang="id-ID" sz="2647" dirty="0">
                <a:latin typeface="Arial" panose="020B0604020202020204" pitchFamily="34" charset="0"/>
                <a:cs typeface="Arial" panose="020B0604020202020204" pitchFamily="34" charset="0"/>
              </a:rPr>
            </a:br>
            <a:endParaRPr lang="id-ID" sz="2647"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F3B81032-6543-DC6F-BDE4-084EE0B4C5A1}"/>
              </a:ext>
            </a:extLst>
          </p:cNvPr>
          <p:cNvSpPr txBox="1">
            <a:spLocks/>
          </p:cNvSpPr>
          <p:nvPr/>
        </p:nvSpPr>
        <p:spPr>
          <a:xfrm>
            <a:off x="2014" y="2510884"/>
            <a:ext cx="10081787" cy="5051966"/>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id-ID" sz="2206" dirty="0">
                <a:latin typeface="Arial" panose="020B0604020202020204" pitchFamily="34" charset="0"/>
                <a:cs typeface="Arial" panose="020B0604020202020204" pitchFamily="34" charset="0"/>
              </a:rPr>
              <a:t>.</a:t>
            </a:r>
          </a:p>
        </p:txBody>
      </p:sp>
      <p:sp>
        <p:nvSpPr>
          <p:cNvPr id="3" name="Content Placeholder 2">
            <a:extLst>
              <a:ext uri="{FF2B5EF4-FFF2-40B4-BE49-F238E27FC236}">
                <a16:creationId xmlns:a16="http://schemas.microsoft.com/office/drawing/2014/main" id="{41BA1B48-A6D8-F1F7-0086-414129518C42}"/>
              </a:ext>
            </a:extLst>
          </p:cNvPr>
          <p:cNvSpPr txBox="1">
            <a:spLocks/>
          </p:cNvSpPr>
          <p:nvPr/>
        </p:nvSpPr>
        <p:spPr>
          <a:xfrm>
            <a:off x="521639" y="733426"/>
            <a:ext cx="9057972" cy="6071236"/>
          </a:xfrm>
          <a:prstGeom prst="rect">
            <a:avLst/>
          </a:prstGeom>
        </p:spPr>
        <p:txBody>
          <a:bodyPr vert="horz" lIns="100838" tIns="50419" rIns="100838" bIns="50419"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1008375">
              <a:spcBef>
                <a:spcPts val="1103"/>
              </a:spcBef>
              <a:buNone/>
              <a:defRPr/>
            </a:pPr>
            <a:r>
              <a:rPr lang="en-US" sz="2200" b="1" dirty="0">
                <a:solidFill>
                  <a:sysClr val="windowText" lastClr="000000"/>
                </a:solidFill>
                <a:latin typeface="Arial" panose="020B0604020202020204" pitchFamily="34" charset="0"/>
                <a:cs typeface="Arial" panose="020B0604020202020204" pitchFamily="34" charset="0"/>
              </a:rPr>
              <a:t>3.    </a:t>
            </a:r>
            <a:r>
              <a:rPr lang="en-US" sz="2200" b="1" dirty="0" err="1">
                <a:solidFill>
                  <a:sysClr val="windowText" lastClr="000000"/>
                </a:solidFill>
                <a:latin typeface="Arial" panose="020B0604020202020204" pitchFamily="34" charset="0"/>
                <a:cs typeface="Arial" panose="020B0604020202020204" pitchFamily="34" charset="0"/>
              </a:rPr>
              <a:t>Teknologi</a:t>
            </a:r>
            <a:r>
              <a:rPr lang="en-US" sz="2200" b="1" dirty="0">
                <a:solidFill>
                  <a:sysClr val="windowText" lastClr="000000"/>
                </a:solidFill>
                <a:latin typeface="Arial" panose="020B0604020202020204" pitchFamily="34" charset="0"/>
                <a:cs typeface="Arial" panose="020B0604020202020204" pitchFamily="34" charset="0"/>
              </a:rPr>
              <a:t> 2G (</a:t>
            </a:r>
            <a:r>
              <a:rPr lang="en-US" sz="2200" b="1" dirty="0" err="1">
                <a:solidFill>
                  <a:sysClr val="windowText" lastClr="000000"/>
                </a:solidFill>
                <a:latin typeface="Arial" panose="020B0604020202020204" pitchFamily="34" charset="0"/>
                <a:cs typeface="Arial" panose="020B0604020202020204" pitchFamily="34" charset="0"/>
              </a:rPr>
              <a:t>Generasi</a:t>
            </a:r>
            <a:r>
              <a:rPr lang="en-US" sz="2200" b="1" dirty="0">
                <a:solidFill>
                  <a:sysClr val="windowText" lastClr="000000"/>
                </a:solidFill>
                <a:latin typeface="Arial" panose="020B0604020202020204" pitchFamily="34" charset="0"/>
                <a:cs typeface="Arial" panose="020B0604020202020204" pitchFamily="34" charset="0"/>
              </a:rPr>
              <a:t> </a:t>
            </a:r>
            <a:r>
              <a:rPr lang="en-US" sz="2200" b="1" dirty="0" err="1">
                <a:solidFill>
                  <a:sysClr val="windowText" lastClr="000000"/>
                </a:solidFill>
                <a:latin typeface="Arial" panose="020B0604020202020204" pitchFamily="34" charset="0"/>
                <a:cs typeface="Arial" panose="020B0604020202020204" pitchFamily="34" charset="0"/>
              </a:rPr>
              <a:t>Kedua</a:t>
            </a:r>
            <a:r>
              <a:rPr lang="en-US" sz="2200" b="1" dirty="0">
                <a:solidFill>
                  <a:sysClr val="windowText" lastClr="000000"/>
                </a:solidFill>
                <a:latin typeface="Arial" panose="020B0604020202020204" pitchFamily="34" charset="0"/>
                <a:cs typeface="Arial" panose="020B0604020202020204" pitchFamily="34" charset="0"/>
              </a:rPr>
              <a:t>)</a:t>
            </a:r>
          </a:p>
          <a:p>
            <a:pPr algn="just">
              <a:buFont typeface="Wingdings" panose="05000000000000000000" pitchFamily="2" charset="2"/>
              <a:buChar char="Ø"/>
            </a:pPr>
            <a:r>
              <a:rPr lang="en-ID" sz="2200" dirty="0" err="1">
                <a:latin typeface="Arial" panose="020B0604020202020204" pitchFamily="34" charset="0"/>
                <a:cs typeface="Arial" panose="020B0604020202020204" pitchFamily="34" charset="0"/>
              </a:rPr>
              <a:t>Teknologi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generasi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kedua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muncul</a:t>
            </a:r>
            <a:r>
              <a:rPr lang="en-ID" sz="2200" dirty="0">
                <a:latin typeface="Arial" panose="020B0604020202020204" pitchFamily="34" charset="0"/>
                <a:cs typeface="Arial" panose="020B0604020202020204" pitchFamily="34" charset="0"/>
              </a:rPr>
              <a:t> pada </a:t>
            </a:r>
            <a:r>
              <a:rPr lang="en-ID" sz="2200" dirty="0" err="1">
                <a:latin typeface="Arial" panose="020B0604020202020204" pitchFamily="34" charset="0"/>
                <a:cs typeface="Arial" panose="020B0604020202020204" pitchFamily="34" charset="0"/>
              </a:rPr>
              <a:t>awal</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tahun</a:t>
            </a:r>
            <a:r>
              <a:rPr lang="en-ID" sz="2200" dirty="0">
                <a:latin typeface="Arial" panose="020B0604020202020204" pitchFamily="34" charset="0"/>
                <a:cs typeface="Arial" panose="020B0604020202020204" pitchFamily="34" charset="0"/>
              </a:rPr>
              <a:t> 90-an </a:t>
            </a:r>
            <a:r>
              <a:rPr lang="en-ID" sz="2200" dirty="0" err="1">
                <a:latin typeface="Arial" panose="020B0604020202020204" pitchFamily="34" charset="0"/>
                <a:cs typeface="Arial" panose="020B0604020202020204" pitchFamily="34" charset="0"/>
              </a:rPr>
              <a:t>karena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tuntutan</a:t>
            </a:r>
            <a:r>
              <a:rPr lang="en-ID" sz="2200" dirty="0">
                <a:latin typeface="Arial" panose="020B0604020202020204" pitchFamily="34" charset="0"/>
                <a:cs typeface="Arial" panose="020B0604020202020204" pitchFamily="34" charset="0"/>
              </a:rPr>
              <a:t> pasar dan </a:t>
            </a:r>
            <a:r>
              <a:rPr lang="en-ID" sz="2200" dirty="0" err="1">
                <a:latin typeface="Arial" panose="020B0604020202020204" pitchFamily="34" charset="0"/>
                <a:cs typeface="Arial" panose="020B0604020202020204" pitchFamily="34" charset="0"/>
              </a:rPr>
              <a:t>kebutuhan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akan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kualitas</a:t>
            </a:r>
            <a:r>
              <a:rPr lang="en-ID" sz="2200" dirty="0">
                <a:latin typeface="Arial" panose="020B0604020202020204" pitchFamily="34" charset="0"/>
                <a:cs typeface="Arial" panose="020B0604020202020204" pitchFamily="34" charset="0"/>
              </a:rPr>
              <a:t> yang </a:t>
            </a:r>
            <a:r>
              <a:rPr lang="en-ID" sz="2200" dirty="0" err="1">
                <a:latin typeface="Arial" panose="020B0604020202020204" pitchFamily="34" charset="0"/>
                <a:cs typeface="Arial" panose="020B0604020202020204" pitchFamily="34" charset="0"/>
              </a:rPr>
              <a:t>semakin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baik</a:t>
            </a:r>
            <a:r>
              <a:rPr lang="en-ID" sz="2200" dirty="0">
                <a:latin typeface="Arial" panose="020B0604020202020204" pitchFamily="34" charset="0"/>
                <a:cs typeface="Arial" panose="020B0604020202020204" pitchFamily="34" charset="0"/>
              </a:rPr>
              <a:t>.</a:t>
            </a:r>
          </a:p>
          <a:p>
            <a:pPr algn="just">
              <a:buFont typeface="Wingdings" panose="05000000000000000000" pitchFamily="2" charset="2"/>
              <a:buChar char="Ø"/>
            </a:pPr>
            <a:r>
              <a:rPr lang="en-ID" sz="2200" dirty="0" err="1">
                <a:latin typeface="Arial" panose="020B0604020202020204" pitchFamily="34" charset="0"/>
                <a:cs typeface="Arial" panose="020B0604020202020204" pitchFamily="34" charset="0"/>
              </a:rPr>
              <a:t>Generasi</a:t>
            </a:r>
            <a:r>
              <a:rPr lang="en-ID" sz="2200" dirty="0">
                <a:latin typeface="Arial" panose="020B0604020202020204" pitchFamily="34" charset="0"/>
                <a:cs typeface="Arial" panose="020B0604020202020204" pitchFamily="34" charset="0"/>
              </a:rPr>
              <a:t> 2G </a:t>
            </a:r>
            <a:r>
              <a:rPr lang="en-ID" sz="2200" dirty="0" err="1">
                <a:latin typeface="Arial" panose="020B0604020202020204" pitchFamily="34" charset="0"/>
                <a:cs typeface="Arial" panose="020B0604020202020204" pitchFamily="34" charset="0"/>
              </a:rPr>
              <a:t>sudah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menggunakan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teknologi</a:t>
            </a:r>
            <a:r>
              <a:rPr lang="en-ID" sz="2200" dirty="0">
                <a:latin typeface="Arial" panose="020B0604020202020204" pitchFamily="34" charset="0"/>
                <a:cs typeface="Arial" panose="020B0604020202020204" pitchFamily="34" charset="0"/>
              </a:rPr>
              <a:t> digital.</a:t>
            </a:r>
          </a:p>
          <a:p>
            <a:pPr marL="0" indent="0" algn="just">
              <a:buNone/>
            </a:pPr>
            <a:endParaRPr lang="en-ID" sz="2200" dirty="0">
              <a:latin typeface="Arial" panose="020B0604020202020204" pitchFamily="34" charset="0"/>
              <a:cs typeface="Arial" panose="020B0604020202020204" pitchFamily="34" charset="0"/>
            </a:endParaRPr>
          </a:p>
          <a:p>
            <a:pPr algn="just">
              <a:buFont typeface="Wingdings" panose="05000000000000000000" pitchFamily="2" charset="2"/>
              <a:buChar char="v"/>
            </a:pPr>
            <a:r>
              <a:rPr lang="en-ID" sz="2200" dirty="0" err="1">
                <a:latin typeface="Arial" panose="020B0604020202020204" pitchFamily="34" charset="0"/>
                <a:cs typeface="Arial" panose="020B0604020202020204" pitchFamily="34" charset="0"/>
              </a:rPr>
              <a:t>Kemampuan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teknologi</a:t>
            </a:r>
            <a:r>
              <a:rPr lang="en-ID" sz="2200" dirty="0">
                <a:latin typeface="Arial" panose="020B0604020202020204" pitchFamily="34" charset="0"/>
                <a:cs typeface="Arial" panose="020B0604020202020204" pitchFamily="34" charset="0"/>
              </a:rPr>
              <a:t> 2G </a:t>
            </a:r>
            <a:r>
              <a:rPr lang="en-ID" sz="2200" i="1" dirty="0">
                <a:latin typeface="Arial" panose="020B0604020202020204" pitchFamily="34" charset="0"/>
                <a:cs typeface="Arial" panose="020B0604020202020204" pitchFamily="34" charset="0"/>
              </a:rPr>
              <a:t>:</a:t>
            </a:r>
            <a:endParaRPr lang="en-ID" sz="2200"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en-ID" sz="2200" dirty="0" err="1">
                <a:latin typeface="Arial" panose="020B0604020202020204" pitchFamily="34" charset="0"/>
                <a:cs typeface="Arial" panose="020B0604020202020204" pitchFamily="34" charset="0"/>
              </a:rPr>
              <a:t>Penggunaan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sinyal</a:t>
            </a:r>
            <a:r>
              <a:rPr lang="en-ID" sz="2200" dirty="0">
                <a:latin typeface="Arial" panose="020B0604020202020204" pitchFamily="34" charset="0"/>
                <a:cs typeface="Arial" panose="020B0604020202020204" pitchFamily="34" charset="0"/>
              </a:rPr>
              <a:t> digital </a:t>
            </a:r>
            <a:r>
              <a:rPr lang="en-ID" sz="2200" dirty="0" err="1">
                <a:latin typeface="Arial" panose="020B0604020202020204" pitchFamily="34" charset="0"/>
                <a:cs typeface="Arial" panose="020B0604020202020204" pitchFamily="34" charset="0"/>
              </a:rPr>
              <a:t>memperlengkapi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telepon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selular</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dengan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pesan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suara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panggilan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tunggu</a:t>
            </a:r>
            <a:r>
              <a:rPr lang="en-ID" sz="2200" dirty="0">
                <a:latin typeface="Arial" panose="020B0604020202020204" pitchFamily="34" charset="0"/>
                <a:cs typeface="Arial" panose="020B0604020202020204" pitchFamily="34" charset="0"/>
              </a:rPr>
              <a:t>, dan SMS. </a:t>
            </a:r>
            <a:r>
              <a:rPr lang="en-ID" sz="2200" dirty="0" err="1">
                <a:latin typeface="Arial" panose="020B0604020202020204" pitchFamily="34" charset="0"/>
                <a:cs typeface="Arial" panose="020B0604020202020204" pitchFamily="34" charset="0"/>
              </a:rPr>
              <a:t>Telepon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selular</a:t>
            </a:r>
            <a:r>
              <a:rPr lang="en-ID" sz="2200" dirty="0">
                <a:latin typeface="Arial" panose="020B0604020202020204" pitchFamily="34" charset="0"/>
                <a:cs typeface="Arial" panose="020B0604020202020204" pitchFamily="34" charset="0"/>
              </a:rPr>
              <a:t> pada </a:t>
            </a:r>
            <a:r>
              <a:rPr lang="en-ID" sz="2200" dirty="0" err="1">
                <a:latin typeface="Arial" panose="020B0604020202020204" pitchFamily="34" charset="0"/>
                <a:cs typeface="Arial" panose="020B0604020202020204" pitchFamily="34" charset="0"/>
              </a:rPr>
              <a:t>generasi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ini</a:t>
            </a:r>
            <a:r>
              <a:rPr lang="en-ID" sz="2200" dirty="0">
                <a:latin typeface="Arial" panose="020B0604020202020204" pitchFamily="34" charset="0"/>
                <a:cs typeface="Arial" panose="020B0604020202020204" pitchFamily="34" charset="0"/>
              </a:rPr>
              <a:t> juga </a:t>
            </a:r>
            <a:r>
              <a:rPr lang="en-ID" sz="2200" dirty="0" err="1">
                <a:latin typeface="Arial" panose="020B0604020202020204" pitchFamily="34" charset="0"/>
                <a:cs typeface="Arial" panose="020B0604020202020204" pitchFamily="34" charset="0"/>
              </a:rPr>
              <a:t>memiliki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ukuran</a:t>
            </a:r>
            <a:r>
              <a:rPr lang="en-ID" sz="2200" dirty="0">
                <a:latin typeface="Arial" panose="020B0604020202020204" pitchFamily="34" charset="0"/>
                <a:cs typeface="Arial" panose="020B0604020202020204" pitchFamily="34" charset="0"/>
              </a:rPr>
              <a:t> yang </a:t>
            </a:r>
            <a:r>
              <a:rPr lang="en-ID" sz="2200" dirty="0" err="1">
                <a:latin typeface="Arial" panose="020B0604020202020204" pitchFamily="34" charset="0"/>
                <a:cs typeface="Arial" panose="020B0604020202020204" pitchFamily="34" charset="0"/>
              </a:rPr>
              <a:t>lebih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kecil</a:t>
            </a:r>
            <a:r>
              <a:rPr lang="en-ID" sz="2200" dirty="0">
                <a:latin typeface="Arial" panose="020B0604020202020204" pitchFamily="34" charset="0"/>
                <a:cs typeface="Arial" panose="020B0604020202020204" pitchFamily="34" charset="0"/>
              </a:rPr>
              <a:t> dan </a:t>
            </a:r>
            <a:r>
              <a:rPr lang="en-ID" sz="2200" dirty="0" err="1">
                <a:latin typeface="Arial" panose="020B0604020202020204" pitchFamily="34" charset="0"/>
                <a:cs typeface="Arial" panose="020B0604020202020204" pitchFamily="34" charset="0"/>
              </a:rPr>
              <a:t>lebih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ringan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karena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penggunaan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teknologi</a:t>
            </a:r>
            <a:r>
              <a:rPr lang="en-ID" sz="2200" dirty="0">
                <a:latin typeface="Arial" panose="020B0604020202020204" pitchFamily="34" charset="0"/>
                <a:cs typeface="Arial" panose="020B0604020202020204" pitchFamily="34" charset="0"/>
              </a:rPr>
              <a:t> </a:t>
            </a:r>
            <a:r>
              <a:rPr lang="en-ID" sz="2200" i="1" dirty="0">
                <a:latin typeface="Arial" panose="020B0604020202020204" pitchFamily="34" charset="0"/>
                <a:cs typeface="Arial" panose="020B0604020202020204" pitchFamily="34" charset="0"/>
              </a:rPr>
              <a:t>chip</a:t>
            </a:r>
            <a:r>
              <a:rPr lang="en-ID" sz="2200" dirty="0">
                <a:latin typeface="Arial" panose="020B0604020202020204" pitchFamily="34" charset="0"/>
                <a:cs typeface="Arial" panose="020B0604020202020204" pitchFamily="34" charset="0"/>
              </a:rPr>
              <a:t> digital.</a:t>
            </a:r>
          </a:p>
          <a:p>
            <a:pPr algn="just">
              <a:buFont typeface="Wingdings" panose="05000000000000000000" pitchFamily="2" charset="2"/>
              <a:buChar char="Ø"/>
            </a:pPr>
            <a:r>
              <a:rPr lang="en-ID" sz="2200" dirty="0" err="1">
                <a:latin typeface="Arial" panose="020B0604020202020204" pitchFamily="34" charset="0"/>
                <a:cs typeface="Arial" panose="020B0604020202020204" pitchFamily="34" charset="0"/>
              </a:rPr>
              <a:t>Kelebihan</a:t>
            </a:r>
            <a:r>
              <a:rPr lang="en-ID" sz="2200" dirty="0">
                <a:latin typeface="Arial" panose="020B0604020202020204" pitchFamily="34" charset="0"/>
                <a:cs typeface="Arial" panose="020B0604020202020204" pitchFamily="34" charset="0"/>
              </a:rPr>
              <a:t> 2G </a:t>
            </a:r>
            <a:r>
              <a:rPr lang="en-ID" sz="2200" dirty="0" err="1">
                <a:latin typeface="Arial" panose="020B0604020202020204" pitchFamily="34" charset="0"/>
                <a:cs typeface="Arial" panose="020B0604020202020204" pitchFamily="34" charset="0"/>
              </a:rPr>
              <a:t>dibanding</a:t>
            </a:r>
            <a:r>
              <a:rPr lang="en-ID" sz="2200" dirty="0">
                <a:latin typeface="Arial" panose="020B0604020202020204" pitchFamily="34" charset="0"/>
                <a:cs typeface="Arial" panose="020B0604020202020204" pitchFamily="34" charset="0"/>
              </a:rPr>
              <a:t> 1G </a:t>
            </a:r>
            <a:r>
              <a:rPr lang="en-ID" sz="2200" dirty="0" err="1">
                <a:latin typeface="Arial" panose="020B0604020202020204" pitchFamily="34" charset="0"/>
                <a:cs typeface="Arial" panose="020B0604020202020204" pitchFamily="34" charset="0"/>
              </a:rPr>
              <a:t>selain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layanan</a:t>
            </a:r>
            <a:r>
              <a:rPr lang="en-ID" sz="2200" dirty="0">
                <a:latin typeface="Arial" panose="020B0604020202020204" pitchFamily="34" charset="0"/>
                <a:cs typeface="Arial" panose="020B0604020202020204" pitchFamily="34" charset="0"/>
              </a:rPr>
              <a:t> yang </a:t>
            </a:r>
            <a:r>
              <a:rPr lang="en-ID" sz="2200" dirty="0" err="1">
                <a:latin typeface="Arial" panose="020B0604020202020204" pitchFamily="34" charset="0"/>
                <a:cs typeface="Arial" panose="020B0604020202020204" pitchFamily="34" charset="0"/>
              </a:rPr>
              <a:t>lebih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baik</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dari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segi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kapasitas</a:t>
            </a:r>
            <a:r>
              <a:rPr lang="en-ID" sz="2200" dirty="0">
                <a:latin typeface="Arial" panose="020B0604020202020204" pitchFamily="34" charset="0"/>
                <a:cs typeface="Arial" panose="020B0604020202020204" pitchFamily="34" charset="0"/>
              </a:rPr>
              <a:t> juga </a:t>
            </a:r>
            <a:r>
              <a:rPr lang="en-ID" sz="2200" dirty="0" err="1">
                <a:latin typeface="Arial" panose="020B0604020202020204" pitchFamily="34" charset="0"/>
                <a:cs typeface="Arial" panose="020B0604020202020204" pitchFamily="34" charset="0"/>
              </a:rPr>
              <a:t>lebih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besar</a:t>
            </a:r>
            <a:r>
              <a:rPr lang="en-ID" sz="2200" dirty="0">
                <a:latin typeface="Arial" panose="020B0604020202020204" pitchFamily="34" charset="0"/>
                <a:cs typeface="Arial" panose="020B0604020202020204" pitchFamily="34" charset="0"/>
              </a:rPr>
              <a:t>.</a:t>
            </a:r>
          </a:p>
          <a:p>
            <a:pPr algn="just">
              <a:buFont typeface="Wingdings" panose="05000000000000000000" pitchFamily="2" charset="2"/>
              <a:buChar char="Ø"/>
            </a:pPr>
            <a:r>
              <a:rPr lang="en-ID" sz="2200" dirty="0" err="1">
                <a:latin typeface="Arial" panose="020B0604020202020204" pitchFamily="34" charset="0"/>
                <a:cs typeface="Arial" panose="020B0604020202020204" pitchFamily="34" charset="0"/>
              </a:rPr>
              <a:t>Suara</a:t>
            </a:r>
            <a:r>
              <a:rPr lang="en-ID" sz="2200" dirty="0">
                <a:latin typeface="Arial" panose="020B0604020202020204" pitchFamily="34" charset="0"/>
                <a:cs typeface="Arial" panose="020B0604020202020204" pitchFamily="34" charset="0"/>
              </a:rPr>
              <a:t> yang </a:t>
            </a:r>
            <a:r>
              <a:rPr lang="en-ID" sz="2200" dirty="0" err="1">
                <a:latin typeface="Arial" panose="020B0604020202020204" pitchFamily="34" charset="0"/>
                <a:cs typeface="Arial" panose="020B0604020202020204" pitchFamily="34" charset="0"/>
              </a:rPr>
              <a:t>dihasilkan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menjadi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lebih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jernih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karena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berbasis</a:t>
            </a:r>
            <a:r>
              <a:rPr lang="en-ID" sz="2200" dirty="0">
                <a:latin typeface="Arial" panose="020B0604020202020204" pitchFamily="34" charset="0"/>
                <a:cs typeface="Arial" panose="020B0604020202020204" pitchFamily="34" charset="0"/>
              </a:rPr>
              <a:t> digital, </a:t>
            </a:r>
            <a:r>
              <a:rPr lang="en-ID" sz="2200" dirty="0" err="1">
                <a:latin typeface="Arial" panose="020B0604020202020204" pitchFamily="34" charset="0"/>
                <a:cs typeface="Arial" panose="020B0604020202020204" pitchFamily="34" charset="0"/>
              </a:rPr>
              <a:t>maka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sebelum</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dikirim</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sinyal</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suara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analog</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diubah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menjadi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sinyal</a:t>
            </a:r>
            <a:r>
              <a:rPr lang="en-ID" sz="2200" dirty="0">
                <a:latin typeface="Arial" panose="020B0604020202020204" pitchFamily="34" charset="0"/>
                <a:cs typeface="Arial" panose="020B0604020202020204" pitchFamily="34" charset="0"/>
              </a:rPr>
              <a:t> digital.</a:t>
            </a:r>
          </a:p>
          <a:p>
            <a:pPr>
              <a:buFont typeface="Wingdings" panose="05000000000000000000" pitchFamily="2" charset="2"/>
              <a:buChar char="Ø"/>
            </a:pPr>
            <a:endParaRPr lang="en-ID" sz="2200" dirty="0"/>
          </a:p>
          <a:p>
            <a:pPr algn="just" defTabSz="1008375">
              <a:spcBef>
                <a:spcPts val="1103"/>
              </a:spcBef>
              <a:buFont typeface="Wingdings" panose="05000000000000000000" pitchFamily="2" charset="2"/>
              <a:buChar char="Ø"/>
              <a:defRPr/>
            </a:pPr>
            <a:endParaRPr lang="en-US" sz="2200" dirty="0">
              <a:solidFill>
                <a:sysClr val="windowText" lastClr="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5786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886460" y="2941289"/>
            <a:ext cx="1771650" cy="579646"/>
          </a:xfrm>
          <a:prstGeom prst="rect">
            <a:avLst/>
          </a:prstGeom>
        </p:spPr>
        <p:txBody>
          <a:bodyPr vert="horz" wrap="square" lIns="0" tIns="12700" rIns="0" bIns="0" rtlCol="0">
            <a:spAutoFit/>
          </a:bodyPr>
          <a:lstStyle/>
          <a:p>
            <a:pPr marL="12700">
              <a:spcBef>
                <a:spcPts val="100"/>
              </a:spcBef>
            </a:pPr>
            <a:r>
              <a:rPr spc="-10" dirty="0">
                <a:latin typeface="Calibri"/>
                <a:cs typeface="Calibri"/>
              </a:rPr>
              <a:t>1992</a:t>
            </a:r>
            <a:r>
              <a:rPr spc="-80" dirty="0">
                <a:latin typeface="Calibri"/>
                <a:cs typeface="Calibri"/>
              </a:rPr>
              <a:t> </a:t>
            </a:r>
            <a:r>
              <a:rPr dirty="0">
                <a:latin typeface="Calibri"/>
                <a:cs typeface="Calibri"/>
              </a:rPr>
              <a:t>–</a:t>
            </a:r>
            <a:r>
              <a:rPr spc="-80" dirty="0">
                <a:latin typeface="Calibri"/>
                <a:cs typeface="Calibri"/>
              </a:rPr>
              <a:t> </a:t>
            </a:r>
            <a:r>
              <a:rPr spc="-10" dirty="0">
                <a:latin typeface="Calibri"/>
                <a:cs typeface="Calibri"/>
              </a:rPr>
              <a:t>Motorola</a:t>
            </a:r>
            <a:endParaRPr dirty="0">
              <a:latin typeface="Calibri"/>
              <a:cs typeface="Calibri"/>
            </a:endParaRPr>
          </a:p>
          <a:p>
            <a:pPr marL="12700">
              <a:spcBef>
                <a:spcPts val="90"/>
              </a:spcBef>
            </a:pPr>
            <a:r>
              <a:rPr dirty="0">
                <a:latin typeface="Calibri"/>
                <a:cs typeface="Calibri"/>
              </a:rPr>
              <a:t>International</a:t>
            </a:r>
            <a:r>
              <a:rPr spc="155" dirty="0">
                <a:latin typeface="Calibri"/>
                <a:cs typeface="Calibri"/>
              </a:rPr>
              <a:t> </a:t>
            </a:r>
            <a:r>
              <a:rPr spc="-20" dirty="0">
                <a:latin typeface="Calibri"/>
                <a:cs typeface="Calibri"/>
              </a:rPr>
              <a:t>3200</a:t>
            </a:r>
            <a:endParaRPr dirty="0">
              <a:latin typeface="Calibri"/>
              <a:cs typeface="Calibri"/>
            </a:endParaRPr>
          </a:p>
        </p:txBody>
      </p:sp>
      <p:sp>
        <p:nvSpPr>
          <p:cNvPr id="5" name="object 5"/>
          <p:cNvSpPr txBox="1"/>
          <p:nvPr/>
        </p:nvSpPr>
        <p:spPr>
          <a:xfrm>
            <a:off x="994411" y="3612550"/>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6" name="object 6"/>
          <p:cNvSpPr txBox="1"/>
          <p:nvPr/>
        </p:nvSpPr>
        <p:spPr>
          <a:xfrm>
            <a:off x="1318260" y="3598580"/>
            <a:ext cx="1554480" cy="259045"/>
          </a:xfrm>
          <a:prstGeom prst="rect">
            <a:avLst/>
          </a:prstGeom>
        </p:spPr>
        <p:txBody>
          <a:bodyPr vert="horz" wrap="square" lIns="0" tIns="12700" rIns="0" bIns="0" rtlCol="0">
            <a:spAutoFit/>
          </a:bodyPr>
          <a:lstStyle/>
          <a:p>
            <a:pPr marL="12700">
              <a:spcBef>
                <a:spcPts val="100"/>
              </a:spcBef>
            </a:pPr>
            <a:r>
              <a:rPr sz="1600" dirty="0">
                <a:latin typeface="Calibri"/>
                <a:cs typeface="Calibri"/>
              </a:rPr>
              <a:t>Layanan</a:t>
            </a:r>
            <a:r>
              <a:rPr sz="1600" spc="70" dirty="0">
                <a:latin typeface="Calibri"/>
                <a:cs typeface="Calibri"/>
              </a:rPr>
              <a:t> </a:t>
            </a:r>
            <a:r>
              <a:rPr sz="1600" spc="-10" dirty="0">
                <a:latin typeface="Calibri"/>
                <a:cs typeface="Calibri"/>
              </a:rPr>
              <a:t>2G</a:t>
            </a:r>
            <a:r>
              <a:rPr sz="1600" spc="60" dirty="0">
                <a:latin typeface="Calibri"/>
                <a:cs typeface="Calibri"/>
              </a:rPr>
              <a:t> </a:t>
            </a:r>
            <a:r>
              <a:rPr sz="1600" spc="-20" dirty="0">
                <a:latin typeface="Calibri"/>
                <a:cs typeface="Calibri"/>
              </a:rPr>
              <a:t>(GSM)</a:t>
            </a:r>
            <a:endParaRPr sz="1600" dirty="0">
              <a:latin typeface="Calibri"/>
              <a:cs typeface="Calibri"/>
            </a:endParaRPr>
          </a:p>
        </p:txBody>
      </p:sp>
      <p:pic>
        <p:nvPicPr>
          <p:cNvPr id="7" name="object 7"/>
          <p:cNvPicPr/>
          <p:nvPr/>
        </p:nvPicPr>
        <p:blipFill>
          <a:blip r:embed="rId2" cstate="print"/>
          <a:stretch>
            <a:fillRect/>
          </a:stretch>
        </p:blipFill>
        <p:spPr>
          <a:xfrm>
            <a:off x="622300" y="424149"/>
            <a:ext cx="3086100" cy="2466340"/>
          </a:xfrm>
          <a:prstGeom prst="rect">
            <a:avLst/>
          </a:prstGeom>
        </p:spPr>
      </p:pic>
      <p:pic>
        <p:nvPicPr>
          <p:cNvPr id="8" name="object 8"/>
          <p:cNvPicPr/>
          <p:nvPr/>
        </p:nvPicPr>
        <p:blipFill>
          <a:blip r:embed="rId3" cstate="print"/>
          <a:stretch>
            <a:fillRect/>
          </a:stretch>
        </p:blipFill>
        <p:spPr>
          <a:xfrm>
            <a:off x="4702809" y="1538570"/>
            <a:ext cx="2396490" cy="4222750"/>
          </a:xfrm>
          <a:prstGeom prst="rect">
            <a:avLst/>
          </a:prstGeom>
        </p:spPr>
      </p:pic>
      <p:sp>
        <p:nvSpPr>
          <p:cNvPr id="9" name="object 9"/>
          <p:cNvSpPr txBox="1"/>
          <p:nvPr/>
        </p:nvSpPr>
        <p:spPr>
          <a:xfrm>
            <a:off x="7132319" y="1595721"/>
            <a:ext cx="107314" cy="137217"/>
          </a:xfrm>
          <a:prstGeom prst="rect">
            <a:avLst/>
          </a:prstGeom>
        </p:spPr>
        <p:txBody>
          <a:bodyPr vert="horz" wrap="square" lIns="0" tIns="13970" rIns="0" bIns="0" rtlCol="0">
            <a:spAutoFit/>
          </a:bodyPr>
          <a:lstStyle/>
          <a:p>
            <a:pPr marL="12700">
              <a:spcBef>
                <a:spcPts val="110"/>
              </a:spcBef>
            </a:pPr>
            <a:r>
              <a:rPr sz="800" spc="5" dirty="0">
                <a:latin typeface="OpenSymbol"/>
                <a:cs typeface="OpenSymbol"/>
              </a:rPr>
              <a:t>●</a:t>
            </a:r>
            <a:endParaRPr sz="800">
              <a:latin typeface="OpenSymbol"/>
              <a:cs typeface="OpenSymbol"/>
            </a:endParaRPr>
          </a:p>
        </p:txBody>
      </p:sp>
      <p:sp>
        <p:nvSpPr>
          <p:cNvPr id="10" name="object 10"/>
          <p:cNvSpPr txBox="1"/>
          <p:nvPr/>
        </p:nvSpPr>
        <p:spPr>
          <a:xfrm>
            <a:off x="7404100" y="1271023"/>
            <a:ext cx="2396490" cy="566822"/>
          </a:xfrm>
          <a:prstGeom prst="rect">
            <a:avLst/>
          </a:prstGeom>
        </p:spPr>
        <p:txBody>
          <a:bodyPr vert="horz" wrap="square" lIns="0" tIns="12700" rIns="0" bIns="0" rtlCol="0">
            <a:spAutoFit/>
          </a:bodyPr>
          <a:lstStyle/>
          <a:p>
            <a:pPr marL="12700">
              <a:spcBef>
                <a:spcPts val="100"/>
              </a:spcBef>
            </a:pPr>
            <a:r>
              <a:rPr spc="-10" dirty="0">
                <a:latin typeface="Calibri"/>
                <a:cs typeface="Calibri"/>
              </a:rPr>
              <a:t>1993</a:t>
            </a:r>
            <a:r>
              <a:rPr spc="-90" dirty="0">
                <a:latin typeface="Calibri"/>
                <a:cs typeface="Calibri"/>
              </a:rPr>
              <a:t> </a:t>
            </a:r>
            <a:r>
              <a:rPr dirty="0">
                <a:latin typeface="Calibri"/>
                <a:cs typeface="Calibri"/>
              </a:rPr>
              <a:t>–</a:t>
            </a:r>
            <a:r>
              <a:rPr spc="-70" dirty="0">
                <a:latin typeface="Calibri"/>
                <a:cs typeface="Calibri"/>
              </a:rPr>
              <a:t> </a:t>
            </a:r>
            <a:r>
              <a:rPr spc="-50" dirty="0">
                <a:latin typeface="Calibri"/>
                <a:cs typeface="Calibri"/>
              </a:rPr>
              <a:t>IBM </a:t>
            </a:r>
            <a:r>
              <a:rPr spc="-20" dirty="0">
                <a:latin typeface="Calibri"/>
                <a:cs typeface="Calibri"/>
              </a:rPr>
              <a:t>Simon</a:t>
            </a:r>
            <a:r>
              <a:rPr lang="en-US" spc="-20" dirty="0">
                <a:latin typeface="Calibri"/>
                <a:cs typeface="Calibri"/>
              </a:rPr>
              <a:t> (The first Smartphone)</a:t>
            </a:r>
            <a:endParaRPr dirty="0">
              <a:latin typeface="Calibri"/>
              <a:cs typeface="Calibri"/>
            </a:endParaRPr>
          </a:p>
        </p:txBody>
      </p:sp>
      <p:sp>
        <p:nvSpPr>
          <p:cNvPr id="11" name="object 11"/>
          <p:cNvSpPr txBox="1"/>
          <p:nvPr/>
        </p:nvSpPr>
        <p:spPr>
          <a:xfrm>
            <a:off x="7564120" y="2007199"/>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12" name="object 12"/>
          <p:cNvSpPr txBox="1"/>
          <p:nvPr/>
        </p:nvSpPr>
        <p:spPr>
          <a:xfrm>
            <a:off x="7887970" y="1991961"/>
            <a:ext cx="1310005" cy="506164"/>
          </a:xfrm>
          <a:prstGeom prst="rect">
            <a:avLst/>
          </a:prstGeom>
        </p:spPr>
        <p:txBody>
          <a:bodyPr vert="horz" wrap="square" lIns="0" tIns="3810" rIns="0" bIns="0" rtlCol="0">
            <a:spAutoFit/>
          </a:bodyPr>
          <a:lstStyle/>
          <a:p>
            <a:pPr marL="12700" marR="5080">
              <a:lnSpc>
                <a:spcPct val="103600"/>
              </a:lnSpc>
              <a:spcBef>
                <a:spcPts val="30"/>
              </a:spcBef>
            </a:pPr>
            <a:r>
              <a:rPr sz="1600" spc="-20" dirty="0">
                <a:latin typeface="Calibri"/>
                <a:cs typeface="Calibri"/>
              </a:rPr>
              <a:t>Mobile</a:t>
            </a:r>
            <a:r>
              <a:rPr sz="1600" spc="-30" dirty="0">
                <a:latin typeface="Calibri"/>
                <a:cs typeface="Calibri"/>
              </a:rPr>
              <a:t> </a:t>
            </a:r>
            <a:r>
              <a:rPr sz="1600" spc="-10" dirty="0">
                <a:latin typeface="Calibri"/>
                <a:cs typeface="Calibri"/>
              </a:rPr>
              <a:t>phone, </a:t>
            </a:r>
            <a:r>
              <a:rPr sz="1600" dirty="0">
                <a:latin typeface="Calibri"/>
                <a:cs typeface="Calibri"/>
              </a:rPr>
              <a:t>Pager,</a:t>
            </a:r>
            <a:r>
              <a:rPr sz="1600" spc="-50" dirty="0">
                <a:latin typeface="Calibri"/>
                <a:cs typeface="Calibri"/>
              </a:rPr>
              <a:t> </a:t>
            </a:r>
            <a:r>
              <a:rPr sz="1600" dirty="0">
                <a:latin typeface="Calibri"/>
                <a:cs typeface="Calibri"/>
              </a:rPr>
              <a:t>Fax,</a:t>
            </a:r>
            <a:r>
              <a:rPr sz="1600" spc="-50" dirty="0">
                <a:latin typeface="Calibri"/>
                <a:cs typeface="Calibri"/>
              </a:rPr>
              <a:t> </a:t>
            </a:r>
            <a:r>
              <a:rPr sz="1600" spc="-25" dirty="0">
                <a:latin typeface="Calibri"/>
                <a:cs typeface="Calibri"/>
              </a:rPr>
              <a:t>PDA</a:t>
            </a:r>
            <a:endParaRPr sz="1600">
              <a:latin typeface="Calibri"/>
              <a:cs typeface="Calibri"/>
            </a:endParaRPr>
          </a:p>
        </p:txBody>
      </p:sp>
      <p:sp>
        <p:nvSpPr>
          <p:cNvPr id="13" name="object 13"/>
          <p:cNvSpPr txBox="1"/>
          <p:nvPr/>
        </p:nvSpPr>
        <p:spPr>
          <a:xfrm>
            <a:off x="7564120" y="2692999"/>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14" name="object 14"/>
          <p:cNvSpPr txBox="1"/>
          <p:nvPr/>
        </p:nvSpPr>
        <p:spPr>
          <a:xfrm>
            <a:off x="7887969" y="2677761"/>
            <a:ext cx="1708150" cy="1529906"/>
          </a:xfrm>
          <a:prstGeom prst="rect">
            <a:avLst/>
          </a:prstGeom>
        </p:spPr>
        <p:txBody>
          <a:bodyPr vert="horz" wrap="square" lIns="0" tIns="3175" rIns="0" bIns="0" rtlCol="0">
            <a:spAutoFit/>
          </a:bodyPr>
          <a:lstStyle/>
          <a:p>
            <a:pPr marL="12700" marR="5080">
              <a:lnSpc>
                <a:spcPct val="103899"/>
              </a:lnSpc>
              <a:spcBef>
                <a:spcPts val="25"/>
              </a:spcBef>
            </a:pPr>
            <a:r>
              <a:rPr sz="1600" dirty="0">
                <a:latin typeface="Calibri"/>
                <a:cs typeface="Calibri"/>
              </a:rPr>
              <a:t>Calendar,</a:t>
            </a:r>
            <a:r>
              <a:rPr sz="1600" spc="80" dirty="0">
                <a:latin typeface="Calibri"/>
                <a:cs typeface="Calibri"/>
              </a:rPr>
              <a:t> </a:t>
            </a:r>
            <a:r>
              <a:rPr sz="1600" spc="-10" dirty="0">
                <a:latin typeface="Calibri"/>
                <a:cs typeface="Calibri"/>
              </a:rPr>
              <a:t>address </a:t>
            </a:r>
            <a:r>
              <a:rPr sz="1600" dirty="0">
                <a:latin typeface="Calibri"/>
                <a:cs typeface="Calibri"/>
              </a:rPr>
              <a:t>book,</a:t>
            </a:r>
            <a:r>
              <a:rPr sz="1600" spc="90" dirty="0">
                <a:latin typeface="Calibri"/>
                <a:cs typeface="Calibri"/>
              </a:rPr>
              <a:t> </a:t>
            </a:r>
            <a:r>
              <a:rPr sz="1600" spc="-10" dirty="0">
                <a:latin typeface="Calibri"/>
                <a:cs typeface="Calibri"/>
              </a:rPr>
              <a:t>clock, </a:t>
            </a:r>
            <a:r>
              <a:rPr sz="1600" dirty="0">
                <a:latin typeface="Calibri"/>
                <a:cs typeface="Calibri"/>
              </a:rPr>
              <a:t>calculator,</a:t>
            </a:r>
            <a:r>
              <a:rPr sz="1600" spc="50" dirty="0">
                <a:latin typeface="Calibri"/>
                <a:cs typeface="Calibri"/>
              </a:rPr>
              <a:t> </a:t>
            </a:r>
            <a:r>
              <a:rPr sz="1600" spc="-10" dirty="0">
                <a:latin typeface="Calibri"/>
                <a:cs typeface="Calibri"/>
              </a:rPr>
              <a:t>notepad, </a:t>
            </a:r>
            <a:r>
              <a:rPr sz="1600" dirty="0">
                <a:latin typeface="Calibri"/>
                <a:cs typeface="Calibri"/>
              </a:rPr>
              <a:t>email,</a:t>
            </a:r>
            <a:r>
              <a:rPr sz="1600" spc="55" dirty="0">
                <a:latin typeface="Calibri"/>
                <a:cs typeface="Calibri"/>
              </a:rPr>
              <a:t> </a:t>
            </a:r>
            <a:r>
              <a:rPr sz="1600" spc="-20" dirty="0">
                <a:latin typeface="Calibri"/>
                <a:cs typeface="Calibri"/>
              </a:rPr>
              <a:t>game, </a:t>
            </a:r>
            <a:r>
              <a:rPr sz="1600" dirty="0">
                <a:latin typeface="Calibri"/>
                <a:cs typeface="Calibri"/>
              </a:rPr>
              <a:t>touchscreen</a:t>
            </a:r>
            <a:r>
              <a:rPr sz="1600" spc="114" dirty="0">
                <a:latin typeface="Calibri"/>
                <a:cs typeface="Calibri"/>
              </a:rPr>
              <a:t> </a:t>
            </a:r>
            <a:r>
              <a:rPr sz="1600" spc="-50" dirty="0">
                <a:latin typeface="Calibri"/>
                <a:cs typeface="Calibri"/>
              </a:rPr>
              <a:t>+ </a:t>
            </a:r>
            <a:r>
              <a:rPr sz="1600" spc="-20" dirty="0">
                <a:latin typeface="Calibri"/>
                <a:cs typeface="Calibri"/>
              </a:rPr>
              <a:t>QWERTY</a:t>
            </a:r>
            <a:r>
              <a:rPr sz="1600" spc="-50" dirty="0">
                <a:latin typeface="Calibri"/>
                <a:cs typeface="Calibri"/>
              </a:rPr>
              <a:t> </a:t>
            </a:r>
            <a:r>
              <a:rPr sz="1600" spc="-10" dirty="0">
                <a:latin typeface="Calibri"/>
                <a:cs typeface="Calibri"/>
              </a:rPr>
              <a:t>keyboard</a:t>
            </a:r>
            <a:endParaRPr sz="1600">
              <a:latin typeface="Calibri"/>
              <a:cs typeface="Calibri"/>
            </a:endParaRPr>
          </a:p>
        </p:txBody>
      </p:sp>
      <p:sp>
        <p:nvSpPr>
          <p:cNvPr id="15" name="object 15"/>
          <p:cNvSpPr txBox="1"/>
          <p:nvPr/>
        </p:nvSpPr>
        <p:spPr>
          <a:xfrm>
            <a:off x="7564120" y="4392260"/>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16" name="object 16"/>
          <p:cNvSpPr txBox="1"/>
          <p:nvPr/>
        </p:nvSpPr>
        <p:spPr>
          <a:xfrm>
            <a:off x="7887969" y="4377021"/>
            <a:ext cx="1686560" cy="506164"/>
          </a:xfrm>
          <a:prstGeom prst="rect">
            <a:avLst/>
          </a:prstGeom>
        </p:spPr>
        <p:txBody>
          <a:bodyPr vert="horz" wrap="square" lIns="0" tIns="3810" rIns="0" bIns="0" rtlCol="0">
            <a:spAutoFit/>
          </a:bodyPr>
          <a:lstStyle/>
          <a:p>
            <a:pPr marL="12700" marR="5080">
              <a:lnSpc>
                <a:spcPct val="103600"/>
              </a:lnSpc>
              <a:spcBef>
                <a:spcPts val="30"/>
              </a:spcBef>
            </a:pPr>
            <a:r>
              <a:rPr sz="1600" dirty="0">
                <a:latin typeface="Calibri"/>
                <a:cs typeface="Calibri"/>
              </a:rPr>
              <a:t>Harga</a:t>
            </a:r>
            <a:r>
              <a:rPr sz="1600" spc="50" dirty="0">
                <a:latin typeface="Calibri"/>
                <a:cs typeface="Calibri"/>
              </a:rPr>
              <a:t> </a:t>
            </a:r>
            <a:r>
              <a:rPr sz="1600" dirty="0">
                <a:latin typeface="Calibri"/>
                <a:cs typeface="Calibri"/>
              </a:rPr>
              <a:t>saat</a:t>
            </a:r>
            <a:r>
              <a:rPr sz="1600" spc="55" dirty="0">
                <a:latin typeface="Calibri"/>
                <a:cs typeface="Calibri"/>
              </a:rPr>
              <a:t> </a:t>
            </a:r>
            <a:r>
              <a:rPr sz="1600" spc="-10" dirty="0">
                <a:latin typeface="Calibri"/>
                <a:cs typeface="Calibri"/>
              </a:rPr>
              <a:t>pertama </a:t>
            </a:r>
            <a:r>
              <a:rPr sz="1600" dirty="0">
                <a:latin typeface="Calibri"/>
                <a:cs typeface="Calibri"/>
              </a:rPr>
              <a:t>diluncurkan</a:t>
            </a:r>
            <a:r>
              <a:rPr sz="1600" spc="270" dirty="0">
                <a:latin typeface="Calibri"/>
                <a:cs typeface="Calibri"/>
              </a:rPr>
              <a:t> </a:t>
            </a:r>
            <a:r>
              <a:rPr sz="1600" spc="-20" dirty="0">
                <a:latin typeface="Calibri"/>
                <a:cs typeface="Calibri"/>
              </a:rPr>
              <a:t>$899</a:t>
            </a:r>
            <a:endParaRPr sz="1600">
              <a:latin typeface="Calibri"/>
              <a:cs typeface="Calibri"/>
            </a:endParaRPr>
          </a:p>
        </p:txBody>
      </p:sp>
      <p:pic>
        <p:nvPicPr>
          <p:cNvPr id="20" name="Picture 19">
            <a:extLst>
              <a:ext uri="{FF2B5EF4-FFF2-40B4-BE49-F238E27FC236}">
                <a16:creationId xmlns:a16="http://schemas.microsoft.com/office/drawing/2014/main" id="{A3F29D7C-513B-CF5F-AAC2-D9630D8F0F2D}"/>
              </a:ext>
            </a:extLst>
          </p:cNvPr>
          <p:cNvPicPr>
            <a:picLocks noChangeAspect="1"/>
          </p:cNvPicPr>
          <p:nvPr/>
        </p:nvPicPr>
        <p:blipFill>
          <a:blip r:embed="rId4"/>
          <a:stretch>
            <a:fillRect/>
          </a:stretch>
        </p:blipFill>
        <p:spPr>
          <a:xfrm>
            <a:off x="584081" y="4086225"/>
            <a:ext cx="2287248" cy="2626938"/>
          </a:xfrm>
          <a:prstGeom prst="rect">
            <a:avLst/>
          </a:prstGeom>
        </p:spPr>
      </p:pic>
      <p:sp>
        <p:nvSpPr>
          <p:cNvPr id="21" name="object 4">
            <a:extLst>
              <a:ext uri="{FF2B5EF4-FFF2-40B4-BE49-F238E27FC236}">
                <a16:creationId xmlns:a16="http://schemas.microsoft.com/office/drawing/2014/main" id="{84D3D364-B9B2-0B67-5234-97C6A48CE213}"/>
              </a:ext>
            </a:extLst>
          </p:cNvPr>
          <p:cNvSpPr txBox="1"/>
          <p:nvPr/>
        </p:nvSpPr>
        <p:spPr>
          <a:xfrm>
            <a:off x="927100" y="6753225"/>
            <a:ext cx="3590290" cy="566822"/>
          </a:xfrm>
          <a:prstGeom prst="rect">
            <a:avLst/>
          </a:prstGeom>
        </p:spPr>
        <p:txBody>
          <a:bodyPr vert="horz" wrap="square" lIns="0" tIns="12700" rIns="0" bIns="0" rtlCol="0">
            <a:spAutoFit/>
          </a:bodyPr>
          <a:lstStyle/>
          <a:p>
            <a:pPr marL="12700">
              <a:spcBef>
                <a:spcPts val="100"/>
              </a:spcBef>
            </a:pPr>
            <a:r>
              <a:rPr spc="-10" dirty="0">
                <a:latin typeface="Calibri"/>
                <a:cs typeface="Calibri"/>
              </a:rPr>
              <a:t>1992</a:t>
            </a:r>
            <a:r>
              <a:rPr spc="-80" dirty="0">
                <a:latin typeface="Calibri"/>
                <a:cs typeface="Calibri"/>
              </a:rPr>
              <a:t> </a:t>
            </a:r>
            <a:r>
              <a:rPr dirty="0">
                <a:latin typeface="Calibri"/>
                <a:cs typeface="Calibri"/>
              </a:rPr>
              <a:t>–</a:t>
            </a:r>
            <a:r>
              <a:rPr spc="-80" dirty="0">
                <a:latin typeface="Calibri"/>
                <a:cs typeface="Calibri"/>
              </a:rPr>
              <a:t> </a:t>
            </a:r>
            <a:r>
              <a:rPr lang="en-US" spc="-10" dirty="0">
                <a:latin typeface="Calibri"/>
                <a:cs typeface="Calibri"/>
              </a:rPr>
              <a:t>Nokia 1011, First Mass Market 2G Phone</a:t>
            </a:r>
            <a:endParaRPr dirty="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552450" y="4796121"/>
            <a:ext cx="107314" cy="137217"/>
          </a:xfrm>
          <a:prstGeom prst="rect">
            <a:avLst/>
          </a:prstGeom>
        </p:spPr>
        <p:txBody>
          <a:bodyPr vert="horz" wrap="square" lIns="0" tIns="13970" rIns="0" bIns="0" rtlCol="0">
            <a:spAutoFit/>
          </a:bodyPr>
          <a:lstStyle/>
          <a:p>
            <a:pPr marL="12700">
              <a:spcBef>
                <a:spcPts val="110"/>
              </a:spcBef>
            </a:pPr>
            <a:r>
              <a:rPr sz="800" spc="5" dirty="0">
                <a:latin typeface="OpenSymbol"/>
                <a:cs typeface="OpenSymbol"/>
              </a:rPr>
              <a:t>●</a:t>
            </a:r>
            <a:endParaRPr sz="800">
              <a:latin typeface="OpenSymbol"/>
              <a:cs typeface="OpenSymbol"/>
            </a:endParaRPr>
          </a:p>
        </p:txBody>
      </p:sp>
      <p:sp>
        <p:nvSpPr>
          <p:cNvPr id="4" name="object 4"/>
          <p:cNvSpPr txBox="1"/>
          <p:nvPr/>
        </p:nvSpPr>
        <p:spPr>
          <a:xfrm>
            <a:off x="876300" y="4727540"/>
            <a:ext cx="1739900" cy="579646"/>
          </a:xfrm>
          <a:prstGeom prst="rect">
            <a:avLst/>
          </a:prstGeom>
        </p:spPr>
        <p:txBody>
          <a:bodyPr vert="horz" wrap="square" lIns="0" tIns="12700" rIns="0" bIns="0" rtlCol="0">
            <a:spAutoFit/>
          </a:bodyPr>
          <a:lstStyle/>
          <a:p>
            <a:pPr marL="12700">
              <a:spcBef>
                <a:spcPts val="100"/>
              </a:spcBef>
            </a:pPr>
            <a:r>
              <a:rPr spc="-10" dirty="0">
                <a:latin typeface="Calibri"/>
                <a:cs typeface="Calibri"/>
              </a:rPr>
              <a:t>1997</a:t>
            </a:r>
            <a:r>
              <a:rPr spc="-30" dirty="0">
                <a:latin typeface="Calibri"/>
                <a:cs typeface="Calibri"/>
              </a:rPr>
              <a:t> </a:t>
            </a:r>
            <a:r>
              <a:rPr dirty="0">
                <a:latin typeface="Calibri"/>
                <a:cs typeface="Calibri"/>
              </a:rPr>
              <a:t>–</a:t>
            </a:r>
            <a:r>
              <a:rPr spc="-25" dirty="0">
                <a:latin typeface="Calibri"/>
                <a:cs typeface="Calibri"/>
              </a:rPr>
              <a:t> </a:t>
            </a:r>
            <a:r>
              <a:rPr dirty="0">
                <a:latin typeface="Calibri"/>
                <a:cs typeface="Calibri"/>
              </a:rPr>
              <a:t>Nokia</a:t>
            </a:r>
            <a:r>
              <a:rPr spc="-20" dirty="0">
                <a:latin typeface="Calibri"/>
                <a:cs typeface="Calibri"/>
              </a:rPr>
              <a:t> 9000</a:t>
            </a:r>
            <a:endParaRPr dirty="0">
              <a:latin typeface="Calibri"/>
              <a:cs typeface="Calibri"/>
            </a:endParaRPr>
          </a:p>
          <a:p>
            <a:pPr marL="12700">
              <a:spcBef>
                <a:spcPts val="90"/>
              </a:spcBef>
            </a:pPr>
            <a:r>
              <a:rPr spc="-10" dirty="0">
                <a:latin typeface="Calibri"/>
                <a:cs typeface="Calibri"/>
              </a:rPr>
              <a:t>Communicator</a:t>
            </a:r>
            <a:endParaRPr dirty="0">
              <a:latin typeface="Calibri"/>
              <a:cs typeface="Calibri"/>
            </a:endParaRPr>
          </a:p>
        </p:txBody>
      </p:sp>
      <p:sp>
        <p:nvSpPr>
          <p:cNvPr id="5" name="object 5"/>
          <p:cNvSpPr txBox="1"/>
          <p:nvPr/>
        </p:nvSpPr>
        <p:spPr>
          <a:xfrm>
            <a:off x="984251" y="5492080"/>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6" name="object 6"/>
          <p:cNvSpPr txBox="1"/>
          <p:nvPr/>
        </p:nvSpPr>
        <p:spPr>
          <a:xfrm>
            <a:off x="1308100" y="5478110"/>
            <a:ext cx="1576070" cy="697627"/>
          </a:xfrm>
          <a:prstGeom prst="rect">
            <a:avLst/>
          </a:prstGeom>
        </p:spPr>
        <p:txBody>
          <a:bodyPr vert="horz" wrap="square" lIns="0" tIns="12700" rIns="0" bIns="0" rtlCol="0">
            <a:spAutoFit/>
          </a:bodyPr>
          <a:lstStyle/>
          <a:p>
            <a:pPr marL="12700">
              <a:spcBef>
                <a:spcPts val="100"/>
              </a:spcBef>
            </a:pPr>
            <a:r>
              <a:rPr sz="1600" spc="-20" dirty="0">
                <a:latin typeface="Calibri"/>
                <a:cs typeface="Calibri"/>
              </a:rPr>
              <a:t>QWERTY</a:t>
            </a:r>
            <a:r>
              <a:rPr sz="1600" spc="-50" dirty="0">
                <a:latin typeface="Calibri"/>
                <a:cs typeface="Calibri"/>
              </a:rPr>
              <a:t> </a:t>
            </a:r>
            <a:r>
              <a:rPr sz="1600" spc="-10" dirty="0">
                <a:latin typeface="Calibri"/>
                <a:cs typeface="Calibri"/>
              </a:rPr>
              <a:t>keyboard</a:t>
            </a:r>
            <a:endParaRPr sz="1600">
              <a:latin typeface="Calibri"/>
              <a:cs typeface="Calibri"/>
            </a:endParaRPr>
          </a:p>
          <a:p>
            <a:pPr marL="12700">
              <a:spcBef>
                <a:spcPts val="1490"/>
              </a:spcBef>
            </a:pPr>
            <a:r>
              <a:rPr sz="1600" spc="-45" dirty="0">
                <a:latin typeface="Calibri"/>
                <a:cs typeface="Calibri"/>
              </a:rPr>
              <a:t>Web </a:t>
            </a:r>
            <a:r>
              <a:rPr sz="1600" spc="-10" dirty="0">
                <a:latin typeface="Calibri"/>
                <a:cs typeface="Calibri"/>
              </a:rPr>
              <a:t>access</a:t>
            </a:r>
            <a:endParaRPr sz="1600">
              <a:latin typeface="Calibri"/>
              <a:cs typeface="Calibri"/>
            </a:endParaRPr>
          </a:p>
        </p:txBody>
      </p:sp>
      <p:sp>
        <p:nvSpPr>
          <p:cNvPr id="7" name="object 7"/>
          <p:cNvSpPr txBox="1"/>
          <p:nvPr/>
        </p:nvSpPr>
        <p:spPr>
          <a:xfrm>
            <a:off x="984251" y="5925150"/>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8" name="object 8"/>
          <p:cNvSpPr txBox="1"/>
          <p:nvPr/>
        </p:nvSpPr>
        <p:spPr>
          <a:xfrm>
            <a:off x="7132319" y="1595721"/>
            <a:ext cx="107314" cy="137217"/>
          </a:xfrm>
          <a:prstGeom prst="rect">
            <a:avLst/>
          </a:prstGeom>
        </p:spPr>
        <p:txBody>
          <a:bodyPr vert="horz" wrap="square" lIns="0" tIns="13970" rIns="0" bIns="0" rtlCol="0">
            <a:spAutoFit/>
          </a:bodyPr>
          <a:lstStyle/>
          <a:p>
            <a:pPr marL="12700">
              <a:spcBef>
                <a:spcPts val="110"/>
              </a:spcBef>
            </a:pPr>
            <a:r>
              <a:rPr sz="800" spc="5" dirty="0">
                <a:latin typeface="OpenSymbol"/>
                <a:cs typeface="OpenSymbol"/>
              </a:rPr>
              <a:t>●</a:t>
            </a:r>
            <a:endParaRPr sz="800">
              <a:latin typeface="OpenSymbol"/>
              <a:cs typeface="OpenSymbol"/>
            </a:endParaRPr>
          </a:p>
        </p:txBody>
      </p:sp>
      <p:sp>
        <p:nvSpPr>
          <p:cNvPr id="9" name="object 9"/>
          <p:cNvSpPr txBox="1"/>
          <p:nvPr/>
        </p:nvSpPr>
        <p:spPr>
          <a:xfrm>
            <a:off x="7456169" y="1527141"/>
            <a:ext cx="1741170" cy="289823"/>
          </a:xfrm>
          <a:prstGeom prst="rect">
            <a:avLst/>
          </a:prstGeom>
        </p:spPr>
        <p:txBody>
          <a:bodyPr vert="horz" wrap="square" lIns="0" tIns="12700" rIns="0" bIns="0" rtlCol="0">
            <a:spAutoFit/>
          </a:bodyPr>
          <a:lstStyle/>
          <a:p>
            <a:pPr marL="12700">
              <a:spcBef>
                <a:spcPts val="100"/>
              </a:spcBef>
            </a:pPr>
            <a:r>
              <a:rPr spc="-10" dirty="0">
                <a:latin typeface="Calibri"/>
                <a:cs typeface="Calibri"/>
              </a:rPr>
              <a:t>1998</a:t>
            </a:r>
            <a:r>
              <a:rPr spc="-30" dirty="0">
                <a:latin typeface="Calibri"/>
                <a:cs typeface="Calibri"/>
              </a:rPr>
              <a:t> </a:t>
            </a:r>
            <a:r>
              <a:rPr dirty="0">
                <a:latin typeface="Calibri"/>
                <a:cs typeface="Calibri"/>
              </a:rPr>
              <a:t>–</a:t>
            </a:r>
            <a:r>
              <a:rPr spc="-25" dirty="0">
                <a:latin typeface="Calibri"/>
                <a:cs typeface="Calibri"/>
              </a:rPr>
              <a:t> </a:t>
            </a:r>
            <a:r>
              <a:rPr dirty="0">
                <a:latin typeface="Calibri"/>
                <a:cs typeface="Calibri"/>
              </a:rPr>
              <a:t>Nokia</a:t>
            </a:r>
            <a:r>
              <a:rPr spc="-20" dirty="0">
                <a:latin typeface="Calibri"/>
                <a:cs typeface="Calibri"/>
              </a:rPr>
              <a:t> 8810</a:t>
            </a:r>
            <a:endParaRPr>
              <a:latin typeface="Calibri"/>
              <a:cs typeface="Calibri"/>
            </a:endParaRPr>
          </a:p>
        </p:txBody>
      </p:sp>
      <p:sp>
        <p:nvSpPr>
          <p:cNvPr id="10" name="object 10"/>
          <p:cNvSpPr txBox="1"/>
          <p:nvPr/>
        </p:nvSpPr>
        <p:spPr>
          <a:xfrm>
            <a:off x="7564120" y="2007199"/>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11" name="object 11"/>
          <p:cNvSpPr txBox="1"/>
          <p:nvPr/>
        </p:nvSpPr>
        <p:spPr>
          <a:xfrm>
            <a:off x="7887969" y="1991961"/>
            <a:ext cx="1179195" cy="506164"/>
          </a:xfrm>
          <a:prstGeom prst="rect">
            <a:avLst/>
          </a:prstGeom>
        </p:spPr>
        <p:txBody>
          <a:bodyPr vert="horz" wrap="square" lIns="0" tIns="3810" rIns="0" bIns="0" rtlCol="0">
            <a:spAutoFit/>
          </a:bodyPr>
          <a:lstStyle/>
          <a:p>
            <a:pPr marL="12700" marR="5080">
              <a:lnSpc>
                <a:spcPct val="103600"/>
              </a:lnSpc>
              <a:spcBef>
                <a:spcPts val="30"/>
              </a:spcBef>
            </a:pPr>
            <a:r>
              <a:rPr sz="1600" dirty="0">
                <a:latin typeface="Calibri"/>
                <a:cs typeface="Calibri"/>
              </a:rPr>
              <a:t>Tanpa</a:t>
            </a:r>
            <a:r>
              <a:rPr sz="1600" spc="25" dirty="0">
                <a:latin typeface="Calibri"/>
                <a:cs typeface="Calibri"/>
              </a:rPr>
              <a:t> </a:t>
            </a:r>
            <a:r>
              <a:rPr sz="1600" spc="-10" dirty="0">
                <a:latin typeface="Calibri"/>
                <a:cs typeface="Calibri"/>
              </a:rPr>
              <a:t>antena eksternal</a:t>
            </a:r>
            <a:endParaRPr sz="1600" dirty="0">
              <a:latin typeface="Calibri"/>
              <a:cs typeface="Calibri"/>
            </a:endParaRPr>
          </a:p>
        </p:txBody>
      </p:sp>
      <p:pic>
        <p:nvPicPr>
          <p:cNvPr id="12" name="object 12"/>
          <p:cNvPicPr/>
          <p:nvPr/>
        </p:nvPicPr>
        <p:blipFill>
          <a:blip r:embed="rId2" cstate="print"/>
          <a:stretch>
            <a:fillRect/>
          </a:stretch>
        </p:blipFill>
        <p:spPr>
          <a:xfrm>
            <a:off x="731519" y="1476340"/>
            <a:ext cx="4503420" cy="3126740"/>
          </a:xfrm>
          <a:prstGeom prst="rect">
            <a:avLst/>
          </a:prstGeom>
        </p:spPr>
      </p:pic>
      <p:pic>
        <p:nvPicPr>
          <p:cNvPr id="13" name="object 13"/>
          <p:cNvPicPr/>
          <p:nvPr/>
        </p:nvPicPr>
        <p:blipFill>
          <a:blip r:embed="rId3" cstate="print"/>
          <a:stretch>
            <a:fillRect/>
          </a:stretch>
        </p:blipFill>
        <p:spPr>
          <a:xfrm>
            <a:off x="5943600" y="2715860"/>
            <a:ext cx="3206750" cy="240537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021080" y="5443821"/>
            <a:ext cx="107314" cy="137217"/>
          </a:xfrm>
          <a:prstGeom prst="rect">
            <a:avLst/>
          </a:prstGeom>
        </p:spPr>
        <p:txBody>
          <a:bodyPr vert="horz" wrap="square" lIns="0" tIns="13970" rIns="0" bIns="0" rtlCol="0">
            <a:spAutoFit/>
          </a:bodyPr>
          <a:lstStyle/>
          <a:p>
            <a:pPr marL="12700">
              <a:spcBef>
                <a:spcPts val="110"/>
              </a:spcBef>
            </a:pPr>
            <a:r>
              <a:rPr sz="800" spc="5" dirty="0">
                <a:latin typeface="OpenSymbol"/>
                <a:cs typeface="OpenSymbol"/>
              </a:rPr>
              <a:t>●</a:t>
            </a:r>
            <a:endParaRPr sz="800">
              <a:latin typeface="OpenSymbol"/>
              <a:cs typeface="OpenSymbol"/>
            </a:endParaRPr>
          </a:p>
        </p:txBody>
      </p:sp>
      <p:sp>
        <p:nvSpPr>
          <p:cNvPr id="4" name="object 4"/>
          <p:cNvSpPr txBox="1"/>
          <p:nvPr/>
        </p:nvSpPr>
        <p:spPr>
          <a:xfrm>
            <a:off x="1344930" y="5376510"/>
            <a:ext cx="1739900" cy="289823"/>
          </a:xfrm>
          <a:prstGeom prst="rect">
            <a:avLst/>
          </a:prstGeom>
        </p:spPr>
        <p:txBody>
          <a:bodyPr vert="horz" wrap="square" lIns="0" tIns="12700" rIns="0" bIns="0" rtlCol="0">
            <a:spAutoFit/>
          </a:bodyPr>
          <a:lstStyle/>
          <a:p>
            <a:pPr marL="12700">
              <a:spcBef>
                <a:spcPts val="100"/>
              </a:spcBef>
            </a:pPr>
            <a:r>
              <a:rPr spc="-10" dirty="0">
                <a:latin typeface="Calibri"/>
                <a:cs typeface="Calibri"/>
              </a:rPr>
              <a:t>2000</a:t>
            </a:r>
            <a:r>
              <a:rPr spc="-25" dirty="0">
                <a:latin typeface="Calibri"/>
                <a:cs typeface="Calibri"/>
              </a:rPr>
              <a:t> </a:t>
            </a:r>
            <a:r>
              <a:rPr dirty="0">
                <a:latin typeface="Calibri"/>
                <a:cs typeface="Calibri"/>
              </a:rPr>
              <a:t>–</a:t>
            </a:r>
            <a:r>
              <a:rPr spc="-30" dirty="0">
                <a:latin typeface="Calibri"/>
                <a:cs typeface="Calibri"/>
              </a:rPr>
              <a:t> </a:t>
            </a:r>
            <a:r>
              <a:rPr dirty="0">
                <a:latin typeface="Calibri"/>
                <a:cs typeface="Calibri"/>
              </a:rPr>
              <a:t>Nokia</a:t>
            </a:r>
            <a:r>
              <a:rPr spc="-30" dirty="0">
                <a:latin typeface="Calibri"/>
                <a:cs typeface="Calibri"/>
              </a:rPr>
              <a:t> </a:t>
            </a:r>
            <a:r>
              <a:rPr spc="-20" dirty="0">
                <a:latin typeface="Calibri"/>
                <a:cs typeface="Calibri"/>
              </a:rPr>
              <a:t>3310</a:t>
            </a:r>
            <a:endParaRPr>
              <a:latin typeface="Calibri"/>
              <a:cs typeface="Calibri"/>
            </a:endParaRPr>
          </a:p>
        </p:txBody>
      </p:sp>
      <p:sp>
        <p:nvSpPr>
          <p:cNvPr id="5" name="object 5"/>
          <p:cNvSpPr txBox="1"/>
          <p:nvPr/>
        </p:nvSpPr>
        <p:spPr>
          <a:xfrm>
            <a:off x="1452881" y="5855299"/>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6" name="object 6"/>
          <p:cNvSpPr txBox="1"/>
          <p:nvPr/>
        </p:nvSpPr>
        <p:spPr>
          <a:xfrm>
            <a:off x="1776730" y="5840061"/>
            <a:ext cx="1310005" cy="697627"/>
          </a:xfrm>
          <a:prstGeom prst="rect">
            <a:avLst/>
          </a:prstGeom>
        </p:spPr>
        <p:txBody>
          <a:bodyPr vert="horz" wrap="square" lIns="0" tIns="12700" rIns="0" bIns="0" rtlCol="0">
            <a:spAutoFit/>
          </a:bodyPr>
          <a:lstStyle/>
          <a:p>
            <a:pPr marL="12700">
              <a:spcBef>
                <a:spcPts val="100"/>
              </a:spcBef>
            </a:pPr>
            <a:r>
              <a:rPr sz="1600" spc="50" dirty="0">
                <a:latin typeface="Calibri"/>
                <a:cs typeface="Calibri"/>
              </a:rPr>
              <a:t>HP</a:t>
            </a:r>
            <a:r>
              <a:rPr sz="1600" spc="-25" dirty="0">
                <a:latin typeface="Calibri"/>
                <a:cs typeface="Calibri"/>
              </a:rPr>
              <a:t> </a:t>
            </a:r>
            <a:r>
              <a:rPr sz="1600" dirty="0">
                <a:latin typeface="Calibri"/>
                <a:cs typeface="Calibri"/>
              </a:rPr>
              <a:t>sejuta</a:t>
            </a:r>
            <a:r>
              <a:rPr sz="1600" spc="-20" dirty="0">
                <a:latin typeface="Calibri"/>
                <a:cs typeface="Calibri"/>
              </a:rPr>
              <a:t> umat</a:t>
            </a:r>
            <a:endParaRPr sz="1600">
              <a:latin typeface="Calibri"/>
              <a:cs typeface="Calibri"/>
            </a:endParaRPr>
          </a:p>
          <a:p>
            <a:pPr marL="12700">
              <a:spcBef>
                <a:spcPts val="1490"/>
              </a:spcBef>
            </a:pPr>
            <a:r>
              <a:rPr sz="1600" dirty="0">
                <a:latin typeface="Calibri"/>
                <a:cs typeface="Calibri"/>
              </a:rPr>
              <a:t>Game</a:t>
            </a:r>
            <a:r>
              <a:rPr sz="1600" spc="-35" dirty="0">
                <a:latin typeface="Calibri"/>
                <a:cs typeface="Calibri"/>
              </a:rPr>
              <a:t> </a:t>
            </a:r>
            <a:r>
              <a:rPr sz="1600" spc="-10" dirty="0">
                <a:latin typeface="Calibri"/>
                <a:cs typeface="Calibri"/>
              </a:rPr>
              <a:t>snake</a:t>
            </a:r>
            <a:endParaRPr sz="1600">
              <a:latin typeface="Calibri"/>
              <a:cs typeface="Calibri"/>
            </a:endParaRPr>
          </a:p>
        </p:txBody>
      </p:sp>
      <p:sp>
        <p:nvSpPr>
          <p:cNvPr id="7" name="object 7"/>
          <p:cNvSpPr txBox="1"/>
          <p:nvPr/>
        </p:nvSpPr>
        <p:spPr>
          <a:xfrm>
            <a:off x="1452881" y="6288370"/>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8" name="object 8"/>
          <p:cNvSpPr txBox="1"/>
          <p:nvPr/>
        </p:nvSpPr>
        <p:spPr>
          <a:xfrm>
            <a:off x="5872479" y="1595721"/>
            <a:ext cx="107314" cy="137217"/>
          </a:xfrm>
          <a:prstGeom prst="rect">
            <a:avLst/>
          </a:prstGeom>
        </p:spPr>
        <p:txBody>
          <a:bodyPr vert="horz" wrap="square" lIns="0" tIns="13970" rIns="0" bIns="0" rtlCol="0">
            <a:spAutoFit/>
          </a:bodyPr>
          <a:lstStyle/>
          <a:p>
            <a:pPr marL="12700">
              <a:spcBef>
                <a:spcPts val="110"/>
              </a:spcBef>
            </a:pPr>
            <a:r>
              <a:rPr sz="800" spc="5" dirty="0">
                <a:latin typeface="OpenSymbol"/>
                <a:cs typeface="OpenSymbol"/>
              </a:rPr>
              <a:t>●</a:t>
            </a:r>
            <a:endParaRPr sz="800">
              <a:latin typeface="OpenSymbol"/>
              <a:cs typeface="OpenSymbol"/>
            </a:endParaRPr>
          </a:p>
        </p:txBody>
      </p:sp>
      <p:sp>
        <p:nvSpPr>
          <p:cNvPr id="9" name="object 9"/>
          <p:cNvSpPr txBox="1"/>
          <p:nvPr/>
        </p:nvSpPr>
        <p:spPr>
          <a:xfrm>
            <a:off x="6196330" y="1527141"/>
            <a:ext cx="1736725" cy="289823"/>
          </a:xfrm>
          <a:prstGeom prst="rect">
            <a:avLst/>
          </a:prstGeom>
        </p:spPr>
        <p:txBody>
          <a:bodyPr vert="horz" wrap="square" lIns="0" tIns="12700" rIns="0" bIns="0" rtlCol="0">
            <a:spAutoFit/>
          </a:bodyPr>
          <a:lstStyle/>
          <a:p>
            <a:pPr marL="12700">
              <a:spcBef>
                <a:spcPts val="100"/>
              </a:spcBef>
            </a:pPr>
            <a:r>
              <a:rPr spc="-10" dirty="0">
                <a:latin typeface="Calibri"/>
                <a:cs typeface="Calibri"/>
              </a:rPr>
              <a:t>1999</a:t>
            </a:r>
            <a:r>
              <a:rPr spc="-80" dirty="0">
                <a:latin typeface="Calibri"/>
                <a:cs typeface="Calibri"/>
              </a:rPr>
              <a:t> </a:t>
            </a:r>
            <a:r>
              <a:rPr dirty="0">
                <a:latin typeface="Calibri"/>
                <a:cs typeface="Calibri"/>
              </a:rPr>
              <a:t>–</a:t>
            </a:r>
            <a:r>
              <a:rPr spc="-80" dirty="0">
                <a:latin typeface="Calibri"/>
                <a:cs typeface="Calibri"/>
              </a:rPr>
              <a:t> </a:t>
            </a:r>
            <a:r>
              <a:rPr spc="-10" dirty="0">
                <a:latin typeface="Calibri"/>
                <a:cs typeface="Calibri"/>
              </a:rPr>
              <a:t>GeoSentric</a:t>
            </a:r>
            <a:endParaRPr>
              <a:latin typeface="Calibri"/>
              <a:cs typeface="Calibri"/>
            </a:endParaRPr>
          </a:p>
        </p:txBody>
      </p:sp>
      <p:sp>
        <p:nvSpPr>
          <p:cNvPr id="10" name="object 10"/>
          <p:cNvSpPr txBox="1"/>
          <p:nvPr/>
        </p:nvSpPr>
        <p:spPr>
          <a:xfrm>
            <a:off x="6304280" y="2007199"/>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11" name="object 11"/>
          <p:cNvSpPr txBox="1"/>
          <p:nvPr/>
        </p:nvSpPr>
        <p:spPr>
          <a:xfrm>
            <a:off x="6628131" y="1991960"/>
            <a:ext cx="1654175" cy="259045"/>
          </a:xfrm>
          <a:prstGeom prst="rect">
            <a:avLst/>
          </a:prstGeom>
        </p:spPr>
        <p:txBody>
          <a:bodyPr vert="horz" wrap="square" lIns="0" tIns="12700" rIns="0" bIns="0" rtlCol="0">
            <a:spAutoFit/>
          </a:bodyPr>
          <a:lstStyle/>
          <a:p>
            <a:pPr marL="12700">
              <a:spcBef>
                <a:spcPts val="100"/>
              </a:spcBef>
            </a:pPr>
            <a:r>
              <a:rPr sz="1600" dirty="0">
                <a:latin typeface="Calibri"/>
                <a:cs typeface="Calibri"/>
              </a:rPr>
              <a:t>Fitur</a:t>
            </a:r>
            <a:r>
              <a:rPr sz="1600" spc="60" dirty="0">
                <a:latin typeface="Calibri"/>
                <a:cs typeface="Calibri"/>
              </a:rPr>
              <a:t> </a:t>
            </a:r>
            <a:r>
              <a:rPr sz="1600" dirty="0">
                <a:latin typeface="Calibri"/>
                <a:cs typeface="Calibri"/>
              </a:rPr>
              <a:t>GPS</a:t>
            </a:r>
            <a:r>
              <a:rPr sz="1600" spc="65" dirty="0">
                <a:latin typeface="Calibri"/>
                <a:cs typeface="Calibri"/>
              </a:rPr>
              <a:t> </a:t>
            </a:r>
            <a:r>
              <a:rPr sz="1600" spc="-10" dirty="0">
                <a:latin typeface="Calibri"/>
                <a:cs typeface="Calibri"/>
              </a:rPr>
              <a:t>navigator</a:t>
            </a:r>
            <a:endParaRPr sz="1600">
              <a:latin typeface="Calibri"/>
              <a:cs typeface="Calibri"/>
            </a:endParaRPr>
          </a:p>
        </p:txBody>
      </p:sp>
      <p:pic>
        <p:nvPicPr>
          <p:cNvPr id="12" name="object 12"/>
          <p:cNvPicPr/>
          <p:nvPr/>
        </p:nvPicPr>
        <p:blipFill>
          <a:blip r:embed="rId2" cstate="print"/>
          <a:stretch>
            <a:fillRect/>
          </a:stretch>
        </p:blipFill>
        <p:spPr>
          <a:xfrm>
            <a:off x="1527810" y="1640170"/>
            <a:ext cx="1428750" cy="3380740"/>
          </a:xfrm>
          <a:prstGeom prst="rect">
            <a:avLst/>
          </a:prstGeom>
        </p:spPr>
      </p:pic>
      <p:pic>
        <p:nvPicPr>
          <p:cNvPr id="13" name="object 13"/>
          <p:cNvPicPr/>
          <p:nvPr/>
        </p:nvPicPr>
        <p:blipFill>
          <a:blip r:embed="rId3" cstate="print"/>
          <a:stretch>
            <a:fillRect/>
          </a:stretch>
        </p:blipFill>
        <p:spPr>
          <a:xfrm>
            <a:off x="5394959" y="2375500"/>
            <a:ext cx="2532380" cy="3657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021080" y="5443821"/>
            <a:ext cx="107314" cy="137217"/>
          </a:xfrm>
          <a:prstGeom prst="rect">
            <a:avLst/>
          </a:prstGeom>
        </p:spPr>
        <p:txBody>
          <a:bodyPr vert="horz" wrap="square" lIns="0" tIns="13970" rIns="0" bIns="0" rtlCol="0">
            <a:spAutoFit/>
          </a:bodyPr>
          <a:lstStyle/>
          <a:p>
            <a:pPr marL="12700">
              <a:spcBef>
                <a:spcPts val="110"/>
              </a:spcBef>
            </a:pPr>
            <a:r>
              <a:rPr sz="800" spc="5" dirty="0">
                <a:latin typeface="OpenSymbol"/>
                <a:cs typeface="OpenSymbol"/>
              </a:rPr>
              <a:t>●</a:t>
            </a:r>
            <a:endParaRPr sz="800">
              <a:latin typeface="OpenSymbol"/>
              <a:cs typeface="OpenSymbol"/>
            </a:endParaRPr>
          </a:p>
        </p:txBody>
      </p:sp>
      <p:sp>
        <p:nvSpPr>
          <p:cNvPr id="4" name="object 4"/>
          <p:cNvSpPr txBox="1"/>
          <p:nvPr/>
        </p:nvSpPr>
        <p:spPr>
          <a:xfrm>
            <a:off x="1344931" y="5376510"/>
            <a:ext cx="1358265" cy="289823"/>
          </a:xfrm>
          <a:prstGeom prst="rect">
            <a:avLst/>
          </a:prstGeom>
        </p:spPr>
        <p:txBody>
          <a:bodyPr vert="horz" wrap="square" lIns="0" tIns="12700" rIns="0" bIns="0" rtlCol="0">
            <a:spAutoFit/>
          </a:bodyPr>
          <a:lstStyle/>
          <a:p>
            <a:pPr marL="12700">
              <a:spcBef>
                <a:spcPts val="100"/>
              </a:spcBef>
            </a:pPr>
            <a:r>
              <a:rPr spc="-10" dirty="0">
                <a:latin typeface="Calibri"/>
                <a:cs typeface="Calibri"/>
              </a:rPr>
              <a:t>2000</a:t>
            </a:r>
            <a:r>
              <a:rPr spc="-80" dirty="0">
                <a:latin typeface="Calibri"/>
                <a:cs typeface="Calibri"/>
              </a:rPr>
              <a:t> </a:t>
            </a:r>
            <a:r>
              <a:rPr dirty="0">
                <a:latin typeface="Calibri"/>
                <a:cs typeface="Calibri"/>
              </a:rPr>
              <a:t>–</a:t>
            </a:r>
            <a:r>
              <a:rPr spc="-90" dirty="0">
                <a:latin typeface="Calibri"/>
                <a:cs typeface="Calibri"/>
              </a:rPr>
              <a:t> </a:t>
            </a:r>
            <a:r>
              <a:rPr spc="125" dirty="0">
                <a:latin typeface="Calibri"/>
                <a:cs typeface="Calibri"/>
              </a:rPr>
              <a:t>J-</a:t>
            </a:r>
            <a:r>
              <a:rPr spc="-20" dirty="0">
                <a:latin typeface="Calibri"/>
                <a:cs typeface="Calibri"/>
              </a:rPr>
              <a:t>SH04</a:t>
            </a:r>
            <a:endParaRPr>
              <a:latin typeface="Calibri"/>
              <a:cs typeface="Calibri"/>
            </a:endParaRPr>
          </a:p>
        </p:txBody>
      </p:sp>
      <p:sp>
        <p:nvSpPr>
          <p:cNvPr id="5" name="object 5"/>
          <p:cNvSpPr txBox="1"/>
          <p:nvPr/>
        </p:nvSpPr>
        <p:spPr>
          <a:xfrm>
            <a:off x="1452881" y="5855299"/>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6" name="object 6"/>
          <p:cNvSpPr txBox="1"/>
          <p:nvPr/>
        </p:nvSpPr>
        <p:spPr>
          <a:xfrm>
            <a:off x="1776730" y="5840060"/>
            <a:ext cx="1276985" cy="259045"/>
          </a:xfrm>
          <a:prstGeom prst="rect">
            <a:avLst/>
          </a:prstGeom>
        </p:spPr>
        <p:txBody>
          <a:bodyPr vert="horz" wrap="square" lIns="0" tIns="12700" rIns="0" bIns="0" rtlCol="0">
            <a:spAutoFit/>
          </a:bodyPr>
          <a:lstStyle/>
          <a:p>
            <a:pPr marL="12700">
              <a:spcBef>
                <a:spcPts val="100"/>
              </a:spcBef>
            </a:pPr>
            <a:r>
              <a:rPr sz="1600" dirty="0">
                <a:latin typeface="Calibri"/>
                <a:cs typeface="Calibri"/>
              </a:rPr>
              <a:t>Kamera</a:t>
            </a:r>
            <a:r>
              <a:rPr sz="1600" spc="5" dirty="0">
                <a:latin typeface="Calibri"/>
                <a:cs typeface="Calibri"/>
              </a:rPr>
              <a:t> </a:t>
            </a:r>
            <a:r>
              <a:rPr sz="1600" spc="-10" dirty="0">
                <a:latin typeface="Calibri"/>
                <a:cs typeface="Calibri"/>
              </a:rPr>
              <a:t>0.1</a:t>
            </a:r>
            <a:r>
              <a:rPr sz="1600" spc="5" dirty="0">
                <a:latin typeface="Calibri"/>
                <a:cs typeface="Calibri"/>
              </a:rPr>
              <a:t> </a:t>
            </a:r>
            <a:r>
              <a:rPr sz="1600" spc="-25" dirty="0">
                <a:latin typeface="Calibri"/>
                <a:cs typeface="Calibri"/>
              </a:rPr>
              <a:t>MP</a:t>
            </a:r>
            <a:endParaRPr sz="1600">
              <a:latin typeface="Calibri"/>
              <a:cs typeface="Calibri"/>
            </a:endParaRPr>
          </a:p>
        </p:txBody>
      </p:sp>
      <p:sp>
        <p:nvSpPr>
          <p:cNvPr id="7" name="object 7"/>
          <p:cNvSpPr txBox="1"/>
          <p:nvPr/>
        </p:nvSpPr>
        <p:spPr>
          <a:xfrm>
            <a:off x="5398770" y="1595721"/>
            <a:ext cx="107314" cy="137217"/>
          </a:xfrm>
          <a:prstGeom prst="rect">
            <a:avLst/>
          </a:prstGeom>
        </p:spPr>
        <p:txBody>
          <a:bodyPr vert="horz" wrap="square" lIns="0" tIns="13970" rIns="0" bIns="0" rtlCol="0">
            <a:spAutoFit/>
          </a:bodyPr>
          <a:lstStyle/>
          <a:p>
            <a:pPr marL="12700">
              <a:spcBef>
                <a:spcPts val="110"/>
              </a:spcBef>
            </a:pPr>
            <a:r>
              <a:rPr sz="800" spc="5" dirty="0">
                <a:latin typeface="OpenSymbol"/>
                <a:cs typeface="OpenSymbol"/>
              </a:rPr>
              <a:t>●</a:t>
            </a:r>
            <a:endParaRPr sz="800">
              <a:latin typeface="OpenSymbol"/>
              <a:cs typeface="OpenSymbol"/>
            </a:endParaRPr>
          </a:p>
        </p:txBody>
      </p:sp>
      <p:sp>
        <p:nvSpPr>
          <p:cNvPr id="8" name="object 8"/>
          <p:cNvSpPr txBox="1"/>
          <p:nvPr/>
        </p:nvSpPr>
        <p:spPr>
          <a:xfrm>
            <a:off x="5722621" y="1527141"/>
            <a:ext cx="2225675" cy="289823"/>
          </a:xfrm>
          <a:prstGeom prst="rect">
            <a:avLst/>
          </a:prstGeom>
        </p:spPr>
        <p:txBody>
          <a:bodyPr vert="horz" wrap="square" lIns="0" tIns="12700" rIns="0" bIns="0" rtlCol="0">
            <a:spAutoFit/>
          </a:bodyPr>
          <a:lstStyle/>
          <a:p>
            <a:pPr marL="12700">
              <a:spcBef>
                <a:spcPts val="100"/>
              </a:spcBef>
            </a:pPr>
            <a:r>
              <a:rPr spc="-10" dirty="0">
                <a:latin typeface="Calibri"/>
                <a:cs typeface="Calibri"/>
              </a:rPr>
              <a:t>2000</a:t>
            </a:r>
            <a:r>
              <a:rPr spc="55" dirty="0">
                <a:latin typeface="Calibri"/>
                <a:cs typeface="Calibri"/>
              </a:rPr>
              <a:t> </a:t>
            </a:r>
            <a:r>
              <a:rPr dirty="0">
                <a:latin typeface="Calibri"/>
                <a:cs typeface="Calibri"/>
              </a:rPr>
              <a:t>–</a:t>
            </a:r>
            <a:r>
              <a:rPr spc="60" dirty="0">
                <a:latin typeface="Calibri"/>
                <a:cs typeface="Calibri"/>
              </a:rPr>
              <a:t> </a:t>
            </a:r>
            <a:r>
              <a:rPr dirty="0">
                <a:latin typeface="Calibri"/>
                <a:cs typeface="Calibri"/>
              </a:rPr>
              <a:t>BlackBerry</a:t>
            </a:r>
            <a:r>
              <a:rPr spc="55" dirty="0">
                <a:latin typeface="Calibri"/>
                <a:cs typeface="Calibri"/>
              </a:rPr>
              <a:t> </a:t>
            </a:r>
            <a:r>
              <a:rPr spc="-20" dirty="0">
                <a:latin typeface="Calibri"/>
                <a:cs typeface="Calibri"/>
              </a:rPr>
              <a:t>5810</a:t>
            </a:r>
            <a:endParaRPr dirty="0">
              <a:latin typeface="Calibri"/>
              <a:cs typeface="Calibri"/>
            </a:endParaRPr>
          </a:p>
        </p:txBody>
      </p:sp>
      <p:sp>
        <p:nvSpPr>
          <p:cNvPr id="9" name="object 9"/>
          <p:cNvSpPr txBox="1"/>
          <p:nvPr/>
        </p:nvSpPr>
        <p:spPr>
          <a:xfrm>
            <a:off x="5830571" y="2007199"/>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10" name="object 10"/>
          <p:cNvSpPr txBox="1"/>
          <p:nvPr/>
        </p:nvSpPr>
        <p:spPr>
          <a:xfrm>
            <a:off x="6154420" y="1991960"/>
            <a:ext cx="2312035" cy="1080167"/>
          </a:xfrm>
          <a:prstGeom prst="rect">
            <a:avLst/>
          </a:prstGeom>
        </p:spPr>
        <p:txBody>
          <a:bodyPr vert="horz" wrap="square" lIns="0" tIns="12700" rIns="0" bIns="0" rtlCol="0">
            <a:spAutoFit/>
          </a:bodyPr>
          <a:lstStyle/>
          <a:p>
            <a:pPr marL="12700">
              <a:spcBef>
                <a:spcPts val="100"/>
              </a:spcBef>
            </a:pPr>
            <a:r>
              <a:rPr sz="1600" dirty="0">
                <a:latin typeface="Calibri"/>
                <a:cs typeface="Calibri"/>
              </a:rPr>
              <a:t>Device</a:t>
            </a:r>
            <a:r>
              <a:rPr sz="1600" spc="125" dirty="0">
                <a:latin typeface="Calibri"/>
                <a:cs typeface="Calibri"/>
              </a:rPr>
              <a:t> </a:t>
            </a:r>
            <a:r>
              <a:rPr sz="1600" dirty="0">
                <a:latin typeface="Calibri"/>
                <a:cs typeface="Calibri"/>
              </a:rPr>
              <a:t>BlackBerry</a:t>
            </a:r>
            <a:r>
              <a:rPr sz="1600" spc="130" dirty="0">
                <a:latin typeface="Calibri"/>
                <a:cs typeface="Calibri"/>
              </a:rPr>
              <a:t> </a:t>
            </a:r>
            <a:r>
              <a:rPr sz="1600" spc="-10" dirty="0">
                <a:latin typeface="Calibri"/>
                <a:cs typeface="Calibri"/>
              </a:rPr>
              <a:t>pertama</a:t>
            </a:r>
            <a:endParaRPr sz="1600" dirty="0">
              <a:latin typeface="Calibri"/>
              <a:cs typeface="Calibri"/>
            </a:endParaRPr>
          </a:p>
          <a:p>
            <a:pPr marL="12700" marR="882628">
              <a:lnSpc>
                <a:spcPct val="177600"/>
              </a:lnSpc>
            </a:pPr>
            <a:r>
              <a:rPr sz="1600" spc="-10" dirty="0">
                <a:latin typeface="Calibri"/>
                <a:cs typeface="Calibri"/>
              </a:rPr>
              <a:t>Data-</a:t>
            </a:r>
            <a:r>
              <a:rPr sz="1600" dirty="0">
                <a:latin typeface="Calibri"/>
                <a:cs typeface="Calibri"/>
              </a:rPr>
              <a:t>only</a:t>
            </a:r>
            <a:r>
              <a:rPr sz="1600" spc="80" dirty="0">
                <a:latin typeface="Calibri"/>
                <a:cs typeface="Calibri"/>
              </a:rPr>
              <a:t> </a:t>
            </a:r>
            <a:r>
              <a:rPr sz="1600" spc="-10" dirty="0">
                <a:latin typeface="Calibri"/>
                <a:cs typeface="Calibri"/>
              </a:rPr>
              <a:t>device </a:t>
            </a:r>
            <a:r>
              <a:rPr sz="1600" dirty="0">
                <a:latin typeface="Calibri"/>
                <a:cs typeface="Calibri"/>
              </a:rPr>
              <a:t>No</a:t>
            </a:r>
            <a:r>
              <a:rPr sz="1600" spc="-35" dirty="0">
                <a:latin typeface="Calibri"/>
                <a:cs typeface="Calibri"/>
              </a:rPr>
              <a:t> </a:t>
            </a:r>
            <a:r>
              <a:rPr sz="1600" spc="-10" dirty="0">
                <a:latin typeface="Calibri"/>
                <a:cs typeface="Calibri"/>
              </a:rPr>
              <a:t>speaker</a:t>
            </a:r>
            <a:endParaRPr sz="1600" dirty="0">
              <a:latin typeface="Calibri"/>
              <a:cs typeface="Calibri"/>
            </a:endParaRPr>
          </a:p>
        </p:txBody>
      </p:sp>
      <p:sp>
        <p:nvSpPr>
          <p:cNvPr id="11" name="object 11"/>
          <p:cNvSpPr txBox="1"/>
          <p:nvPr/>
        </p:nvSpPr>
        <p:spPr>
          <a:xfrm>
            <a:off x="5830571" y="2440270"/>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12" name="object 12"/>
          <p:cNvSpPr txBox="1"/>
          <p:nvPr/>
        </p:nvSpPr>
        <p:spPr>
          <a:xfrm>
            <a:off x="5830571" y="2873340"/>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pic>
        <p:nvPicPr>
          <p:cNvPr id="13" name="object 13"/>
          <p:cNvPicPr/>
          <p:nvPr/>
        </p:nvPicPr>
        <p:blipFill>
          <a:blip r:embed="rId2" cstate="print"/>
          <a:stretch>
            <a:fillRect/>
          </a:stretch>
        </p:blipFill>
        <p:spPr>
          <a:xfrm>
            <a:off x="613409" y="2414870"/>
            <a:ext cx="4050029" cy="2797810"/>
          </a:xfrm>
          <a:prstGeom prst="rect">
            <a:avLst/>
          </a:prstGeom>
        </p:spPr>
      </p:pic>
      <p:pic>
        <p:nvPicPr>
          <p:cNvPr id="14" name="object 14"/>
          <p:cNvPicPr/>
          <p:nvPr/>
        </p:nvPicPr>
        <p:blipFill>
          <a:blip r:embed="rId3" cstate="print"/>
          <a:stretch>
            <a:fillRect/>
          </a:stretch>
        </p:blipFill>
        <p:spPr>
          <a:xfrm>
            <a:off x="4962151" y="3292440"/>
            <a:ext cx="4548879" cy="36537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25502-25E7-A48B-174D-CE6E3654C2A4}"/>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772670F0-F389-C0C6-CCE8-F60766E311A1}"/>
              </a:ext>
            </a:extLst>
          </p:cNvPr>
          <p:cNvSpPr txBox="1">
            <a:spLocks/>
          </p:cNvSpPr>
          <p:nvPr/>
        </p:nvSpPr>
        <p:spPr>
          <a:xfrm>
            <a:off x="2014" y="2510884"/>
            <a:ext cx="10081787" cy="5051966"/>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id-ID" sz="2206" dirty="0">
                <a:latin typeface="Arial" panose="020B0604020202020204" pitchFamily="34" charset="0"/>
                <a:cs typeface="Arial" panose="020B0604020202020204" pitchFamily="34" charset="0"/>
              </a:rPr>
              <a:t>.</a:t>
            </a:r>
          </a:p>
        </p:txBody>
      </p:sp>
      <p:sp>
        <p:nvSpPr>
          <p:cNvPr id="3" name="Content Placeholder 2">
            <a:extLst>
              <a:ext uri="{FF2B5EF4-FFF2-40B4-BE49-F238E27FC236}">
                <a16:creationId xmlns:a16="http://schemas.microsoft.com/office/drawing/2014/main" id="{2A5FD287-C69E-3DA5-00EB-B40FED897651}"/>
              </a:ext>
            </a:extLst>
          </p:cNvPr>
          <p:cNvSpPr txBox="1">
            <a:spLocks/>
          </p:cNvSpPr>
          <p:nvPr/>
        </p:nvSpPr>
        <p:spPr>
          <a:xfrm>
            <a:off x="521639" y="1343026"/>
            <a:ext cx="9092262" cy="5461636"/>
          </a:xfrm>
          <a:prstGeom prst="rect">
            <a:avLst/>
          </a:prstGeom>
        </p:spPr>
        <p:txBody>
          <a:bodyPr vert="horz" lIns="100838" tIns="50419" rIns="100838" bIns="50419"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1008375">
              <a:spcBef>
                <a:spcPts val="1103"/>
              </a:spcBef>
              <a:buNone/>
              <a:defRPr/>
            </a:pPr>
            <a:r>
              <a:rPr lang="en-US" sz="2200" b="1" dirty="0">
                <a:solidFill>
                  <a:sysClr val="windowText" lastClr="000000"/>
                </a:solidFill>
                <a:latin typeface="Arial" panose="020B0604020202020204" pitchFamily="34" charset="0"/>
                <a:cs typeface="Arial" panose="020B0604020202020204" pitchFamily="34" charset="0"/>
              </a:rPr>
              <a:t>4.    </a:t>
            </a:r>
            <a:r>
              <a:rPr lang="en-US" sz="2200" b="1" dirty="0" err="1">
                <a:solidFill>
                  <a:sysClr val="windowText" lastClr="000000"/>
                </a:solidFill>
                <a:latin typeface="Arial" panose="020B0604020202020204" pitchFamily="34" charset="0"/>
                <a:cs typeface="Arial" panose="020B0604020202020204" pitchFamily="34" charset="0"/>
              </a:rPr>
              <a:t>Teknologi</a:t>
            </a:r>
            <a:r>
              <a:rPr lang="en-US" sz="2200" b="1" dirty="0">
                <a:solidFill>
                  <a:sysClr val="windowText" lastClr="000000"/>
                </a:solidFill>
                <a:latin typeface="Arial" panose="020B0604020202020204" pitchFamily="34" charset="0"/>
                <a:cs typeface="Arial" panose="020B0604020202020204" pitchFamily="34" charset="0"/>
              </a:rPr>
              <a:t> 3G (</a:t>
            </a:r>
            <a:r>
              <a:rPr lang="en-US" sz="2200" b="1" dirty="0" err="1">
                <a:solidFill>
                  <a:sysClr val="windowText" lastClr="000000"/>
                </a:solidFill>
                <a:latin typeface="Arial" panose="020B0604020202020204" pitchFamily="34" charset="0"/>
                <a:cs typeface="Arial" panose="020B0604020202020204" pitchFamily="34" charset="0"/>
              </a:rPr>
              <a:t>Generasi</a:t>
            </a:r>
            <a:r>
              <a:rPr lang="en-US" sz="2200" b="1" dirty="0">
                <a:solidFill>
                  <a:sysClr val="windowText" lastClr="000000"/>
                </a:solidFill>
                <a:latin typeface="Arial" panose="020B0604020202020204" pitchFamily="34" charset="0"/>
                <a:cs typeface="Arial" panose="020B0604020202020204" pitchFamily="34" charset="0"/>
              </a:rPr>
              <a:t> </a:t>
            </a:r>
            <a:r>
              <a:rPr lang="en-US" sz="2200" b="1" dirty="0" err="1">
                <a:solidFill>
                  <a:sysClr val="windowText" lastClr="000000"/>
                </a:solidFill>
                <a:latin typeface="Arial" panose="020B0604020202020204" pitchFamily="34" charset="0"/>
                <a:cs typeface="Arial" panose="020B0604020202020204" pitchFamily="34" charset="0"/>
              </a:rPr>
              <a:t>Ketiga</a:t>
            </a:r>
            <a:r>
              <a:rPr lang="en-US" sz="2200" b="1" dirty="0">
                <a:solidFill>
                  <a:sysClr val="windowText" lastClr="000000"/>
                </a:solidFill>
                <a:latin typeface="Arial" panose="020B0604020202020204" pitchFamily="34" charset="0"/>
                <a:cs typeface="Arial" panose="020B0604020202020204" pitchFamily="34" charset="0"/>
              </a:rPr>
              <a:t>)</a:t>
            </a:r>
          </a:p>
          <a:p>
            <a:pPr algn="just">
              <a:buFont typeface="Wingdings" panose="05000000000000000000" pitchFamily="2" charset="2"/>
              <a:buChar char="Ø"/>
            </a:pPr>
            <a:r>
              <a:rPr lang="en-ID" sz="2200" dirty="0" err="1">
                <a:latin typeface="Arial" panose="020B0604020202020204" pitchFamily="34" charset="0"/>
                <a:cs typeface="Arial" panose="020B0604020202020204" pitchFamily="34" charset="0"/>
              </a:rPr>
              <a:t>Generasi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ini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disebut</a:t>
            </a:r>
            <a:r>
              <a:rPr lang="en-ID" sz="2200" dirty="0">
                <a:latin typeface="Arial" panose="020B0604020202020204" pitchFamily="34" charset="0"/>
                <a:cs typeface="Arial" panose="020B0604020202020204" pitchFamily="34" charset="0"/>
              </a:rPr>
              <a:t> juga 3G yang </a:t>
            </a:r>
            <a:r>
              <a:rPr lang="en-ID" sz="2200" dirty="0" err="1">
                <a:latin typeface="Arial" panose="020B0604020202020204" pitchFamily="34" charset="0"/>
                <a:cs typeface="Arial" panose="020B0604020202020204" pitchFamily="34" charset="0"/>
              </a:rPr>
              <a:t>memungkinkan</a:t>
            </a:r>
            <a:r>
              <a:rPr lang="en-ID" sz="2200" dirty="0">
                <a:latin typeface="Arial" panose="020B0604020202020204" pitchFamily="34" charset="0"/>
                <a:cs typeface="Arial" panose="020B0604020202020204" pitchFamily="34" charset="0"/>
              </a:rPr>
              <a:t> operator </a:t>
            </a:r>
            <a:r>
              <a:rPr lang="en-ID" sz="2200" dirty="0" err="1">
                <a:latin typeface="Arial" panose="020B0604020202020204" pitchFamily="34" charset="0"/>
                <a:cs typeface="Arial" panose="020B0604020202020204" pitchFamily="34" charset="0"/>
              </a:rPr>
              <a:t>jaringan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untuk</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memberi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pengguna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mereka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jangkauan</a:t>
            </a:r>
            <a:r>
              <a:rPr lang="en-ID" sz="2200" dirty="0">
                <a:latin typeface="Arial" panose="020B0604020202020204" pitchFamily="34" charset="0"/>
                <a:cs typeface="Arial" panose="020B0604020202020204" pitchFamily="34" charset="0"/>
              </a:rPr>
              <a:t> yang </a:t>
            </a:r>
            <a:r>
              <a:rPr lang="en-ID" sz="2200" dirty="0" err="1">
                <a:latin typeface="Arial" panose="020B0604020202020204" pitchFamily="34" charset="0"/>
                <a:cs typeface="Arial" panose="020B0604020202020204" pitchFamily="34" charset="0"/>
              </a:rPr>
              <a:t>lebih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luas</a:t>
            </a:r>
            <a:r>
              <a:rPr lang="en-ID" sz="2200" dirty="0">
                <a:latin typeface="Arial" panose="020B0604020202020204" pitchFamily="34" charset="0"/>
                <a:cs typeface="Arial" panose="020B0604020202020204" pitchFamily="34" charset="0"/>
              </a:rPr>
              <a:t>.</a:t>
            </a:r>
          </a:p>
          <a:p>
            <a:pPr algn="just">
              <a:buFont typeface="Wingdings" panose="05000000000000000000" pitchFamily="2" charset="2"/>
              <a:buChar char="Ø"/>
            </a:pPr>
            <a:r>
              <a:rPr lang="en-ID" sz="2200" dirty="0">
                <a:latin typeface="Arial" panose="020B0604020202020204" pitchFamily="34" charset="0"/>
                <a:cs typeface="Arial" panose="020B0604020202020204" pitchFamily="34" charset="0"/>
              </a:rPr>
              <a:t>Pada </a:t>
            </a:r>
            <a:r>
              <a:rPr lang="en-ID" sz="2200" dirty="0" err="1">
                <a:latin typeface="Arial" panose="020B0604020202020204" pitchFamily="34" charset="0"/>
                <a:cs typeface="Arial" panose="020B0604020202020204" pitchFamily="34" charset="0"/>
              </a:rPr>
              <a:t>generasi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ini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adalah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mulai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dimasukkannya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sistem</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operasi</a:t>
            </a:r>
            <a:r>
              <a:rPr lang="en-ID" sz="2200" dirty="0">
                <a:latin typeface="Arial" panose="020B0604020202020204" pitchFamily="34" charset="0"/>
                <a:cs typeface="Arial" panose="020B0604020202020204" pitchFamily="34" charset="0"/>
              </a:rPr>
              <a:t> pada handphone </a:t>
            </a:r>
            <a:r>
              <a:rPr lang="en-ID" sz="2200" dirty="0" err="1">
                <a:latin typeface="Arial" panose="020B0604020202020204" pitchFamily="34" charset="0"/>
                <a:cs typeface="Arial" panose="020B0604020202020204" pitchFamily="34" charset="0"/>
              </a:rPr>
              <a:t>sehingga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membuat</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fitur</a:t>
            </a:r>
            <a:r>
              <a:rPr lang="en-ID" sz="2200" dirty="0">
                <a:latin typeface="Arial" panose="020B0604020202020204" pitchFamily="34" charset="0"/>
                <a:cs typeface="Arial" panose="020B0604020202020204" pitchFamily="34" charset="0"/>
              </a:rPr>
              <a:t> handphone </a:t>
            </a:r>
            <a:r>
              <a:rPr lang="en-ID" sz="2200" dirty="0" err="1">
                <a:latin typeface="Arial" panose="020B0604020202020204" pitchFamily="34" charset="0"/>
                <a:cs typeface="Arial" panose="020B0604020202020204" pitchFamily="34" charset="0"/>
              </a:rPr>
              <a:t>semakin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lengkap</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bahkan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mendekati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fungsi</a:t>
            </a:r>
            <a:r>
              <a:rPr lang="en-ID" sz="2200" dirty="0">
                <a:latin typeface="Arial" panose="020B0604020202020204" pitchFamily="34" charset="0"/>
                <a:cs typeface="Arial" panose="020B0604020202020204" pitchFamily="34" charset="0"/>
              </a:rPr>
              <a:t> PC</a:t>
            </a:r>
          </a:p>
          <a:p>
            <a:pPr algn="just">
              <a:buFont typeface="Wingdings" panose="05000000000000000000" pitchFamily="2" charset="2"/>
              <a:buChar char="Ø"/>
            </a:pPr>
            <a:r>
              <a:rPr lang="en-ID" sz="2200" dirty="0" err="1">
                <a:latin typeface="Arial" panose="020B0604020202020204" pitchFamily="34" charset="0"/>
                <a:cs typeface="Arial" panose="020B0604020202020204" pitchFamily="34" charset="0"/>
              </a:rPr>
              <a:t>Teknologi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telepon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seluler</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generasi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ketiga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mengandalkan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fitur</a:t>
            </a:r>
            <a:r>
              <a:rPr lang="en-ID" sz="2200" dirty="0">
                <a:latin typeface="Arial" panose="020B0604020202020204" pitchFamily="34" charset="0"/>
                <a:cs typeface="Arial" panose="020B0604020202020204" pitchFamily="34" charset="0"/>
              </a:rPr>
              <a:t> high-speed data access </a:t>
            </a:r>
            <a:r>
              <a:rPr lang="en-ID" sz="2200" dirty="0" err="1">
                <a:latin typeface="Arial" panose="020B0604020202020204" pitchFamily="34" charset="0"/>
                <a:cs typeface="Arial" panose="020B0604020202020204" pitchFamily="34" charset="0"/>
              </a:rPr>
              <a:t>sehingga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memungkinkan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tersedianya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layanan-layanan</a:t>
            </a:r>
            <a:r>
              <a:rPr lang="en-ID" sz="2200" dirty="0">
                <a:latin typeface="Arial" panose="020B0604020202020204" pitchFamily="34" charset="0"/>
                <a:cs typeface="Arial" panose="020B0604020202020204" pitchFamily="34" charset="0"/>
              </a:rPr>
              <a:t> data yang </a:t>
            </a:r>
            <a:r>
              <a:rPr lang="en-ID" sz="2200" dirty="0" err="1">
                <a:latin typeface="Arial" panose="020B0604020202020204" pitchFamily="34" charset="0"/>
                <a:cs typeface="Arial" panose="020B0604020202020204" pitchFamily="34" charset="0"/>
              </a:rPr>
              <a:t>lebih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menarik</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seperti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layanan-layanan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hiburan</a:t>
            </a:r>
            <a:r>
              <a:rPr lang="en-ID" sz="2200" dirty="0">
                <a:latin typeface="Arial" panose="020B0604020202020204" pitchFamily="34" charset="0"/>
                <a:cs typeface="Arial" panose="020B0604020202020204" pitchFamily="34" charset="0"/>
              </a:rPr>
              <a:t> yang </a:t>
            </a:r>
            <a:r>
              <a:rPr lang="en-ID" sz="2200" dirty="0" err="1">
                <a:latin typeface="Arial" panose="020B0604020202020204" pitchFamily="34" charset="0"/>
                <a:cs typeface="Arial" panose="020B0604020202020204" pitchFamily="34" charset="0"/>
              </a:rPr>
              <a:t>dapat</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dinikmati</a:t>
            </a:r>
            <a:r>
              <a:rPr lang="en-ID" sz="2200" dirty="0">
                <a:latin typeface="Arial" panose="020B0604020202020204" pitchFamily="34" charset="0"/>
                <a:cs typeface="Arial" panose="020B0604020202020204" pitchFamily="34" charset="0"/>
              </a:rPr>
              <a:t> oleh </a:t>
            </a:r>
            <a:r>
              <a:rPr lang="en-ID" sz="2200" dirty="0" err="1">
                <a:latin typeface="Arial" panose="020B0604020202020204" pitchFamily="34" charset="0"/>
                <a:cs typeface="Arial" panose="020B0604020202020204" pitchFamily="34" charset="0"/>
              </a:rPr>
              <a:t>pengguna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melalui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ponselnya</a:t>
            </a:r>
            <a:r>
              <a:rPr lang="en-ID" sz="2200" dirty="0">
                <a:latin typeface="Arial" panose="020B0604020202020204" pitchFamily="34" charset="0"/>
                <a:cs typeface="Arial" panose="020B0604020202020204" pitchFamily="34" charset="0"/>
              </a:rPr>
              <a:t>.</a:t>
            </a:r>
          </a:p>
          <a:p>
            <a:pPr>
              <a:buFont typeface="Wingdings" panose="05000000000000000000" pitchFamily="2" charset="2"/>
              <a:buChar char="Ø"/>
            </a:pPr>
            <a:endParaRPr lang="en-ID" sz="2200" dirty="0"/>
          </a:p>
          <a:p>
            <a:pPr algn="just" defTabSz="1008375">
              <a:spcBef>
                <a:spcPts val="1103"/>
              </a:spcBef>
              <a:buFont typeface="Wingdings" panose="05000000000000000000" pitchFamily="2" charset="2"/>
              <a:buChar char="Ø"/>
              <a:defRPr/>
            </a:pPr>
            <a:endParaRPr lang="en-US" sz="2200" dirty="0">
              <a:solidFill>
                <a:sysClr val="windowText" lastClr="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7393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021080" y="5443821"/>
            <a:ext cx="107314" cy="137217"/>
          </a:xfrm>
          <a:prstGeom prst="rect">
            <a:avLst/>
          </a:prstGeom>
        </p:spPr>
        <p:txBody>
          <a:bodyPr vert="horz" wrap="square" lIns="0" tIns="13970" rIns="0" bIns="0" rtlCol="0">
            <a:spAutoFit/>
          </a:bodyPr>
          <a:lstStyle/>
          <a:p>
            <a:pPr marL="12700">
              <a:spcBef>
                <a:spcPts val="110"/>
              </a:spcBef>
            </a:pPr>
            <a:r>
              <a:rPr sz="800" spc="5" dirty="0">
                <a:latin typeface="OpenSymbol"/>
                <a:cs typeface="OpenSymbol"/>
              </a:rPr>
              <a:t>●</a:t>
            </a:r>
            <a:endParaRPr sz="800">
              <a:latin typeface="OpenSymbol"/>
              <a:cs typeface="OpenSymbol"/>
            </a:endParaRPr>
          </a:p>
        </p:txBody>
      </p:sp>
      <p:sp>
        <p:nvSpPr>
          <p:cNvPr id="4" name="object 4"/>
          <p:cNvSpPr txBox="1"/>
          <p:nvPr/>
        </p:nvSpPr>
        <p:spPr>
          <a:xfrm>
            <a:off x="1344930" y="5376510"/>
            <a:ext cx="2189480" cy="289823"/>
          </a:xfrm>
          <a:prstGeom prst="rect">
            <a:avLst/>
          </a:prstGeom>
        </p:spPr>
        <p:txBody>
          <a:bodyPr vert="horz" wrap="square" lIns="0" tIns="12700" rIns="0" bIns="0" rtlCol="0">
            <a:spAutoFit/>
          </a:bodyPr>
          <a:lstStyle/>
          <a:p>
            <a:pPr marL="12700">
              <a:spcBef>
                <a:spcPts val="100"/>
              </a:spcBef>
            </a:pPr>
            <a:r>
              <a:rPr spc="-10" dirty="0">
                <a:latin typeface="Calibri"/>
                <a:cs typeface="Calibri"/>
              </a:rPr>
              <a:t>2002</a:t>
            </a:r>
            <a:r>
              <a:rPr spc="-55" dirty="0">
                <a:latin typeface="Calibri"/>
                <a:cs typeface="Calibri"/>
              </a:rPr>
              <a:t> </a:t>
            </a:r>
            <a:r>
              <a:rPr dirty="0">
                <a:latin typeface="Calibri"/>
                <a:cs typeface="Calibri"/>
              </a:rPr>
              <a:t>–</a:t>
            </a:r>
            <a:r>
              <a:rPr spc="-65" dirty="0">
                <a:latin typeface="Calibri"/>
                <a:cs typeface="Calibri"/>
              </a:rPr>
              <a:t> </a:t>
            </a:r>
            <a:r>
              <a:rPr spc="65" dirty="0">
                <a:latin typeface="Calibri"/>
                <a:cs typeface="Calibri"/>
              </a:rPr>
              <a:t>HP</a:t>
            </a:r>
            <a:r>
              <a:rPr spc="-60" dirty="0">
                <a:latin typeface="Calibri"/>
                <a:cs typeface="Calibri"/>
              </a:rPr>
              <a:t> </a:t>
            </a:r>
            <a:r>
              <a:rPr spc="60" dirty="0">
                <a:latin typeface="Calibri"/>
                <a:cs typeface="Calibri"/>
              </a:rPr>
              <a:t>Jornada</a:t>
            </a:r>
            <a:r>
              <a:rPr spc="-60" dirty="0">
                <a:latin typeface="Calibri"/>
                <a:cs typeface="Calibri"/>
              </a:rPr>
              <a:t> </a:t>
            </a:r>
            <a:r>
              <a:rPr spc="-25" dirty="0">
                <a:latin typeface="Calibri"/>
                <a:cs typeface="Calibri"/>
              </a:rPr>
              <a:t>928</a:t>
            </a:r>
            <a:endParaRPr dirty="0">
              <a:latin typeface="Calibri"/>
              <a:cs typeface="Calibri"/>
            </a:endParaRPr>
          </a:p>
        </p:txBody>
      </p:sp>
      <p:sp>
        <p:nvSpPr>
          <p:cNvPr id="5" name="object 5"/>
          <p:cNvSpPr txBox="1"/>
          <p:nvPr/>
        </p:nvSpPr>
        <p:spPr>
          <a:xfrm>
            <a:off x="1452881" y="5855299"/>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6" name="object 6"/>
          <p:cNvSpPr txBox="1"/>
          <p:nvPr/>
        </p:nvSpPr>
        <p:spPr>
          <a:xfrm>
            <a:off x="1776730" y="5840060"/>
            <a:ext cx="2036445" cy="259045"/>
          </a:xfrm>
          <a:prstGeom prst="rect">
            <a:avLst/>
          </a:prstGeom>
        </p:spPr>
        <p:txBody>
          <a:bodyPr vert="horz" wrap="square" lIns="0" tIns="12700" rIns="0" bIns="0" rtlCol="0">
            <a:spAutoFit/>
          </a:bodyPr>
          <a:lstStyle/>
          <a:p>
            <a:pPr marL="12700">
              <a:spcBef>
                <a:spcPts val="100"/>
              </a:spcBef>
            </a:pPr>
            <a:r>
              <a:rPr sz="1600" dirty="0">
                <a:latin typeface="Calibri"/>
                <a:cs typeface="Calibri"/>
              </a:rPr>
              <a:t>Windows</a:t>
            </a:r>
            <a:r>
              <a:rPr sz="1600" spc="-40" dirty="0">
                <a:latin typeface="Calibri"/>
                <a:cs typeface="Calibri"/>
              </a:rPr>
              <a:t> </a:t>
            </a:r>
            <a:r>
              <a:rPr sz="1600" spc="-20" dirty="0">
                <a:latin typeface="Calibri"/>
                <a:cs typeface="Calibri"/>
              </a:rPr>
              <a:t>Mobile</a:t>
            </a:r>
            <a:r>
              <a:rPr sz="1600" spc="-45" dirty="0">
                <a:latin typeface="Calibri"/>
                <a:cs typeface="Calibri"/>
              </a:rPr>
              <a:t> </a:t>
            </a:r>
            <a:r>
              <a:rPr sz="1600" spc="-10" dirty="0">
                <a:latin typeface="Calibri"/>
                <a:cs typeface="Calibri"/>
              </a:rPr>
              <a:t>Classic</a:t>
            </a:r>
            <a:endParaRPr sz="1600">
              <a:latin typeface="Calibri"/>
              <a:cs typeface="Calibri"/>
            </a:endParaRPr>
          </a:p>
        </p:txBody>
      </p:sp>
      <p:sp>
        <p:nvSpPr>
          <p:cNvPr id="7" name="object 7"/>
          <p:cNvSpPr txBox="1"/>
          <p:nvPr/>
        </p:nvSpPr>
        <p:spPr>
          <a:xfrm>
            <a:off x="5398770" y="1595721"/>
            <a:ext cx="107314" cy="137217"/>
          </a:xfrm>
          <a:prstGeom prst="rect">
            <a:avLst/>
          </a:prstGeom>
        </p:spPr>
        <p:txBody>
          <a:bodyPr vert="horz" wrap="square" lIns="0" tIns="13970" rIns="0" bIns="0" rtlCol="0">
            <a:spAutoFit/>
          </a:bodyPr>
          <a:lstStyle/>
          <a:p>
            <a:pPr marL="12700">
              <a:spcBef>
                <a:spcPts val="110"/>
              </a:spcBef>
            </a:pPr>
            <a:r>
              <a:rPr sz="800" spc="5" dirty="0">
                <a:latin typeface="OpenSymbol"/>
                <a:cs typeface="OpenSymbol"/>
              </a:rPr>
              <a:t>●</a:t>
            </a:r>
            <a:endParaRPr sz="800">
              <a:latin typeface="OpenSymbol"/>
              <a:cs typeface="OpenSymbol"/>
            </a:endParaRPr>
          </a:p>
        </p:txBody>
      </p:sp>
      <p:sp>
        <p:nvSpPr>
          <p:cNvPr id="8" name="object 8"/>
          <p:cNvSpPr txBox="1"/>
          <p:nvPr/>
        </p:nvSpPr>
        <p:spPr>
          <a:xfrm>
            <a:off x="5722620" y="1527141"/>
            <a:ext cx="1355090" cy="289823"/>
          </a:xfrm>
          <a:prstGeom prst="rect">
            <a:avLst/>
          </a:prstGeom>
        </p:spPr>
        <p:txBody>
          <a:bodyPr vert="horz" wrap="square" lIns="0" tIns="12700" rIns="0" bIns="0" rtlCol="0">
            <a:spAutoFit/>
          </a:bodyPr>
          <a:lstStyle/>
          <a:p>
            <a:pPr marL="12700">
              <a:spcBef>
                <a:spcPts val="100"/>
              </a:spcBef>
            </a:pPr>
            <a:r>
              <a:rPr spc="-10" dirty="0">
                <a:latin typeface="Calibri"/>
                <a:cs typeface="Calibri"/>
              </a:rPr>
              <a:t>2007</a:t>
            </a:r>
            <a:r>
              <a:rPr spc="-80" dirty="0">
                <a:latin typeface="Calibri"/>
                <a:cs typeface="Calibri"/>
              </a:rPr>
              <a:t> </a:t>
            </a:r>
            <a:r>
              <a:rPr dirty="0">
                <a:latin typeface="Calibri"/>
                <a:cs typeface="Calibri"/>
              </a:rPr>
              <a:t>–</a:t>
            </a:r>
            <a:r>
              <a:rPr spc="-80" dirty="0">
                <a:latin typeface="Calibri"/>
                <a:cs typeface="Calibri"/>
              </a:rPr>
              <a:t> </a:t>
            </a:r>
            <a:r>
              <a:rPr spc="-10" dirty="0">
                <a:latin typeface="Calibri"/>
                <a:cs typeface="Calibri"/>
              </a:rPr>
              <a:t>iPhone</a:t>
            </a:r>
            <a:endParaRPr>
              <a:latin typeface="Calibri"/>
              <a:cs typeface="Calibri"/>
            </a:endParaRPr>
          </a:p>
        </p:txBody>
      </p:sp>
      <p:sp>
        <p:nvSpPr>
          <p:cNvPr id="9" name="object 9"/>
          <p:cNvSpPr txBox="1"/>
          <p:nvPr/>
        </p:nvSpPr>
        <p:spPr>
          <a:xfrm>
            <a:off x="5830571" y="2007199"/>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endParaRPr sz="1200">
              <a:latin typeface="OpenSymbol"/>
              <a:cs typeface="OpenSymbol"/>
            </a:endParaRPr>
          </a:p>
        </p:txBody>
      </p:sp>
      <p:sp>
        <p:nvSpPr>
          <p:cNvPr id="10" name="object 10"/>
          <p:cNvSpPr txBox="1"/>
          <p:nvPr/>
        </p:nvSpPr>
        <p:spPr>
          <a:xfrm>
            <a:off x="6154420" y="1991960"/>
            <a:ext cx="1102995" cy="259045"/>
          </a:xfrm>
          <a:prstGeom prst="rect">
            <a:avLst/>
          </a:prstGeom>
        </p:spPr>
        <p:txBody>
          <a:bodyPr vert="horz" wrap="square" lIns="0" tIns="12700" rIns="0" bIns="0" rtlCol="0">
            <a:spAutoFit/>
          </a:bodyPr>
          <a:lstStyle/>
          <a:p>
            <a:pPr marL="12700">
              <a:spcBef>
                <a:spcPts val="100"/>
              </a:spcBef>
            </a:pPr>
            <a:r>
              <a:rPr sz="1600" spc="-10" dirty="0">
                <a:latin typeface="Calibri"/>
                <a:cs typeface="Calibri"/>
              </a:rPr>
              <a:t>Touchscreen</a:t>
            </a:r>
            <a:endParaRPr sz="1600">
              <a:latin typeface="Calibri"/>
              <a:cs typeface="Calibri"/>
            </a:endParaRPr>
          </a:p>
        </p:txBody>
      </p:sp>
      <p:pic>
        <p:nvPicPr>
          <p:cNvPr id="11" name="object 11"/>
          <p:cNvPicPr/>
          <p:nvPr/>
        </p:nvPicPr>
        <p:blipFill>
          <a:blip r:embed="rId2" cstate="print"/>
          <a:stretch>
            <a:fillRect/>
          </a:stretch>
        </p:blipFill>
        <p:spPr>
          <a:xfrm>
            <a:off x="1141730" y="1463641"/>
            <a:ext cx="2424430" cy="3718560"/>
          </a:xfrm>
          <a:prstGeom prst="rect">
            <a:avLst/>
          </a:prstGeom>
        </p:spPr>
      </p:pic>
      <p:pic>
        <p:nvPicPr>
          <p:cNvPr id="12" name="object 12"/>
          <p:cNvPicPr/>
          <p:nvPr/>
        </p:nvPicPr>
        <p:blipFill>
          <a:blip r:embed="rId3" cstate="print"/>
          <a:stretch>
            <a:fillRect/>
          </a:stretch>
        </p:blipFill>
        <p:spPr>
          <a:xfrm>
            <a:off x="5029200" y="2378040"/>
            <a:ext cx="4272280" cy="30454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009650" y="2337401"/>
            <a:ext cx="107314" cy="137217"/>
          </a:xfrm>
          <a:prstGeom prst="rect">
            <a:avLst/>
          </a:prstGeom>
        </p:spPr>
        <p:txBody>
          <a:bodyPr vert="horz" wrap="square" lIns="0" tIns="13970" rIns="0" bIns="0" rtlCol="0">
            <a:spAutoFit/>
          </a:bodyPr>
          <a:lstStyle/>
          <a:p>
            <a:pPr marL="12700">
              <a:spcBef>
                <a:spcPts val="110"/>
              </a:spcBef>
            </a:pPr>
            <a:r>
              <a:rPr sz="800" spc="5" dirty="0">
                <a:latin typeface="OpenSymbol"/>
                <a:cs typeface="OpenSymbol"/>
              </a:rPr>
              <a:t>●</a:t>
            </a:r>
            <a:endParaRPr sz="800">
              <a:latin typeface="OpenSymbol"/>
              <a:cs typeface="OpenSymbol"/>
            </a:endParaRPr>
          </a:p>
        </p:txBody>
      </p:sp>
      <p:sp>
        <p:nvSpPr>
          <p:cNvPr id="4" name="object 4"/>
          <p:cNvSpPr txBox="1"/>
          <p:nvPr/>
        </p:nvSpPr>
        <p:spPr>
          <a:xfrm>
            <a:off x="1333500" y="2268820"/>
            <a:ext cx="1758950" cy="289823"/>
          </a:xfrm>
          <a:prstGeom prst="rect">
            <a:avLst/>
          </a:prstGeom>
        </p:spPr>
        <p:txBody>
          <a:bodyPr vert="horz" wrap="square" lIns="0" tIns="12700" rIns="0" bIns="0" rtlCol="0">
            <a:spAutoFit/>
          </a:bodyPr>
          <a:lstStyle/>
          <a:p>
            <a:pPr marL="12700">
              <a:spcBef>
                <a:spcPts val="100"/>
              </a:spcBef>
            </a:pPr>
            <a:r>
              <a:rPr spc="-10" dirty="0">
                <a:latin typeface="Calibri"/>
                <a:cs typeface="Calibri"/>
              </a:rPr>
              <a:t>2008</a:t>
            </a:r>
            <a:r>
              <a:rPr spc="-70" dirty="0">
                <a:latin typeface="Calibri"/>
                <a:cs typeface="Calibri"/>
              </a:rPr>
              <a:t> </a:t>
            </a:r>
            <a:r>
              <a:rPr dirty="0">
                <a:latin typeface="Calibri"/>
                <a:cs typeface="Calibri"/>
              </a:rPr>
              <a:t>–</a:t>
            </a:r>
            <a:r>
              <a:rPr spc="-70" dirty="0">
                <a:latin typeface="Calibri"/>
                <a:cs typeface="Calibri"/>
              </a:rPr>
              <a:t> </a:t>
            </a:r>
            <a:r>
              <a:rPr spc="50" dirty="0">
                <a:latin typeface="Calibri"/>
                <a:cs typeface="Calibri"/>
              </a:rPr>
              <a:t>HTC</a:t>
            </a:r>
            <a:r>
              <a:rPr spc="-70" dirty="0">
                <a:latin typeface="Calibri"/>
                <a:cs typeface="Calibri"/>
              </a:rPr>
              <a:t> </a:t>
            </a:r>
            <a:r>
              <a:rPr spc="-20" dirty="0">
                <a:latin typeface="Calibri"/>
                <a:cs typeface="Calibri"/>
              </a:rPr>
              <a:t>Dream</a:t>
            </a:r>
            <a:endParaRPr dirty="0">
              <a:latin typeface="Calibri"/>
              <a:cs typeface="Calibri"/>
            </a:endParaRPr>
          </a:p>
        </p:txBody>
      </p:sp>
      <p:sp>
        <p:nvSpPr>
          <p:cNvPr id="5" name="object 5"/>
          <p:cNvSpPr txBox="1"/>
          <p:nvPr/>
        </p:nvSpPr>
        <p:spPr>
          <a:xfrm>
            <a:off x="1441451" y="2748880"/>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p>
        </p:txBody>
      </p:sp>
      <p:sp>
        <p:nvSpPr>
          <p:cNvPr id="6" name="object 6"/>
          <p:cNvSpPr txBox="1"/>
          <p:nvPr/>
        </p:nvSpPr>
        <p:spPr>
          <a:xfrm>
            <a:off x="1765301" y="2733640"/>
            <a:ext cx="700405" cy="259045"/>
          </a:xfrm>
          <a:prstGeom prst="rect">
            <a:avLst/>
          </a:prstGeom>
        </p:spPr>
        <p:txBody>
          <a:bodyPr vert="horz" wrap="square" lIns="0" tIns="12700" rIns="0" bIns="0" rtlCol="0">
            <a:spAutoFit/>
          </a:bodyPr>
          <a:lstStyle/>
          <a:p>
            <a:pPr marL="12700">
              <a:spcBef>
                <a:spcPts val="100"/>
              </a:spcBef>
            </a:pPr>
            <a:r>
              <a:rPr sz="1600" spc="-10" dirty="0">
                <a:latin typeface="Calibri"/>
                <a:cs typeface="Calibri"/>
              </a:rPr>
              <a:t>Android</a:t>
            </a:r>
            <a:endParaRPr sz="1600" dirty="0">
              <a:latin typeface="Calibri"/>
              <a:cs typeface="Calibri"/>
            </a:endParaRPr>
          </a:p>
        </p:txBody>
      </p:sp>
      <p:pic>
        <p:nvPicPr>
          <p:cNvPr id="7" name="object 7"/>
          <p:cNvPicPr/>
          <p:nvPr/>
        </p:nvPicPr>
        <p:blipFill>
          <a:blip r:embed="rId2" cstate="print"/>
          <a:stretch>
            <a:fillRect/>
          </a:stretch>
        </p:blipFill>
        <p:spPr>
          <a:xfrm>
            <a:off x="3675379" y="2211671"/>
            <a:ext cx="5116830" cy="41059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9F157-2AEF-48BC-B16F-0CD2C93B419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00E473-5460-37DD-4177-35447EE605D8}"/>
              </a:ext>
            </a:extLst>
          </p:cNvPr>
          <p:cNvSpPr txBox="1">
            <a:spLocks/>
          </p:cNvSpPr>
          <p:nvPr/>
        </p:nvSpPr>
        <p:spPr>
          <a:xfrm>
            <a:off x="521639" y="1038226"/>
            <a:ext cx="9168462" cy="5766436"/>
          </a:xfrm>
          <a:prstGeom prst="rect">
            <a:avLst/>
          </a:prstGeom>
        </p:spPr>
        <p:txBody>
          <a:bodyPr vert="horz" lIns="100838" tIns="50419" rIns="100838" bIns="50419"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1008375">
              <a:spcBef>
                <a:spcPts val="1103"/>
              </a:spcBef>
              <a:buNone/>
              <a:defRPr/>
            </a:pPr>
            <a:r>
              <a:rPr lang="en-US" sz="2200" b="1" dirty="0">
                <a:solidFill>
                  <a:sysClr val="windowText" lastClr="000000"/>
                </a:solidFill>
                <a:latin typeface="Arial" panose="020B0604020202020204" pitchFamily="34" charset="0"/>
                <a:cs typeface="Arial" panose="020B0604020202020204" pitchFamily="34" charset="0"/>
              </a:rPr>
              <a:t>5.    </a:t>
            </a:r>
            <a:r>
              <a:rPr lang="en-US" sz="2200" b="1" dirty="0" err="1">
                <a:solidFill>
                  <a:sysClr val="windowText" lastClr="000000"/>
                </a:solidFill>
                <a:latin typeface="Arial" panose="020B0604020202020204" pitchFamily="34" charset="0"/>
                <a:cs typeface="Arial" panose="020B0604020202020204" pitchFamily="34" charset="0"/>
              </a:rPr>
              <a:t>Teknologi</a:t>
            </a:r>
            <a:r>
              <a:rPr lang="en-US" sz="2200" b="1" dirty="0">
                <a:solidFill>
                  <a:sysClr val="windowText" lastClr="000000"/>
                </a:solidFill>
                <a:latin typeface="Arial" panose="020B0604020202020204" pitchFamily="34" charset="0"/>
                <a:cs typeface="Arial" panose="020B0604020202020204" pitchFamily="34" charset="0"/>
              </a:rPr>
              <a:t> 4G (</a:t>
            </a:r>
            <a:r>
              <a:rPr lang="en-US" sz="2200" b="1" dirty="0" err="1">
                <a:solidFill>
                  <a:sysClr val="windowText" lastClr="000000"/>
                </a:solidFill>
                <a:latin typeface="Arial" panose="020B0604020202020204" pitchFamily="34" charset="0"/>
                <a:cs typeface="Arial" panose="020B0604020202020204" pitchFamily="34" charset="0"/>
              </a:rPr>
              <a:t>Generasi</a:t>
            </a:r>
            <a:r>
              <a:rPr lang="en-US" sz="2200" b="1" dirty="0">
                <a:solidFill>
                  <a:sysClr val="windowText" lastClr="000000"/>
                </a:solidFill>
                <a:latin typeface="Arial" panose="020B0604020202020204" pitchFamily="34" charset="0"/>
                <a:cs typeface="Arial" panose="020B0604020202020204" pitchFamily="34" charset="0"/>
              </a:rPr>
              <a:t> </a:t>
            </a:r>
            <a:r>
              <a:rPr lang="en-US" sz="2200" b="1" dirty="0" err="1">
                <a:solidFill>
                  <a:sysClr val="windowText" lastClr="000000"/>
                </a:solidFill>
                <a:latin typeface="Arial" panose="020B0604020202020204" pitchFamily="34" charset="0"/>
                <a:cs typeface="Arial" panose="020B0604020202020204" pitchFamily="34" charset="0"/>
              </a:rPr>
              <a:t>Keempat</a:t>
            </a:r>
            <a:r>
              <a:rPr lang="en-US" sz="2200" b="1" dirty="0">
                <a:solidFill>
                  <a:sysClr val="windowText" lastClr="000000"/>
                </a:solidFill>
                <a:latin typeface="Arial" panose="020B0604020202020204" pitchFamily="34" charset="0"/>
                <a:cs typeface="Arial" panose="020B0604020202020204" pitchFamily="34" charset="0"/>
              </a:rPr>
              <a:t>)</a:t>
            </a:r>
          </a:p>
          <a:p>
            <a:pPr algn="just">
              <a:buFont typeface="Wingdings" panose="05000000000000000000" pitchFamily="2" charset="2"/>
              <a:buChar char="Ø"/>
            </a:pPr>
            <a:r>
              <a:rPr lang="en-ID" sz="2200" dirty="0">
                <a:latin typeface="Arial" panose="020B0604020202020204" pitchFamily="34" charset="0"/>
                <a:cs typeface="Arial" panose="020B0604020202020204" pitchFamily="34" charset="0"/>
              </a:rPr>
              <a:t>4G </a:t>
            </a:r>
            <a:r>
              <a:rPr lang="en-ID" sz="2200" dirty="0" err="1">
                <a:latin typeface="Arial" panose="020B0604020202020204" pitchFamily="34" charset="0"/>
                <a:cs typeface="Arial" panose="020B0604020202020204" pitchFamily="34" charset="0"/>
              </a:rPr>
              <a:t>merupakan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sistem</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telepon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selular</a:t>
            </a:r>
            <a:r>
              <a:rPr lang="en-ID" sz="2200" dirty="0">
                <a:latin typeface="Arial" panose="020B0604020202020204" pitchFamily="34" charset="0"/>
                <a:cs typeface="Arial" panose="020B0604020202020204" pitchFamily="34" charset="0"/>
              </a:rPr>
              <a:t> yang </a:t>
            </a:r>
            <a:r>
              <a:rPr lang="en-ID" sz="2200" dirty="0" err="1">
                <a:latin typeface="Arial" panose="020B0604020202020204" pitchFamily="34" charset="0"/>
                <a:cs typeface="Arial" panose="020B0604020202020204" pitchFamily="34" charset="0"/>
              </a:rPr>
              <a:t>menawarkan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pendekatan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baru</a:t>
            </a:r>
            <a:r>
              <a:rPr lang="en-ID" sz="2200" dirty="0">
                <a:latin typeface="Arial" panose="020B0604020202020204" pitchFamily="34" charset="0"/>
                <a:cs typeface="Arial" panose="020B0604020202020204" pitchFamily="34" charset="0"/>
              </a:rPr>
              <a:t> dan </a:t>
            </a:r>
            <a:r>
              <a:rPr lang="en-ID" sz="2200" dirty="0" err="1">
                <a:latin typeface="Arial" panose="020B0604020202020204" pitchFamily="34" charset="0"/>
                <a:cs typeface="Arial" panose="020B0604020202020204" pitchFamily="34" charset="0"/>
              </a:rPr>
              <a:t>solusi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infrastruktur</a:t>
            </a:r>
            <a:r>
              <a:rPr lang="en-ID" sz="2200" dirty="0">
                <a:latin typeface="Arial" panose="020B0604020202020204" pitchFamily="34" charset="0"/>
                <a:cs typeface="Arial" panose="020B0604020202020204" pitchFamily="34" charset="0"/>
              </a:rPr>
              <a:t> yang </a:t>
            </a:r>
            <a:r>
              <a:rPr lang="en-ID" sz="2200" dirty="0" err="1">
                <a:latin typeface="Arial" panose="020B0604020202020204" pitchFamily="34" charset="0"/>
                <a:cs typeface="Arial" panose="020B0604020202020204" pitchFamily="34" charset="0"/>
              </a:rPr>
              <a:t>mengintegrasikan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teknologi</a:t>
            </a:r>
            <a:r>
              <a:rPr lang="en-ID" sz="2200" dirty="0">
                <a:latin typeface="Arial" panose="020B0604020202020204" pitchFamily="34" charset="0"/>
                <a:cs typeface="Arial" panose="020B0604020202020204" pitchFamily="34" charset="0"/>
              </a:rPr>
              <a:t> </a:t>
            </a:r>
            <a:r>
              <a:rPr lang="en-ID" sz="2200" i="1" dirty="0">
                <a:latin typeface="Arial" panose="020B0604020202020204" pitchFamily="34" charset="0"/>
                <a:cs typeface="Arial" panose="020B0604020202020204" pitchFamily="34" charset="0"/>
              </a:rPr>
              <a:t>wireless</a:t>
            </a:r>
            <a:r>
              <a:rPr lang="en-ID" sz="2200" dirty="0">
                <a:latin typeface="Arial" panose="020B0604020202020204" pitchFamily="34" charset="0"/>
                <a:cs typeface="Arial" panose="020B0604020202020204" pitchFamily="34" charset="0"/>
              </a:rPr>
              <a:t> yang </a:t>
            </a:r>
            <a:r>
              <a:rPr lang="en-ID" sz="2200" dirty="0" err="1">
                <a:latin typeface="Arial" panose="020B0604020202020204" pitchFamily="34" charset="0"/>
                <a:cs typeface="Arial" panose="020B0604020202020204" pitchFamily="34" charset="0"/>
              </a:rPr>
              <a:t>telah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ada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termasuk</a:t>
            </a:r>
            <a:r>
              <a:rPr lang="en-ID" sz="2200" dirty="0">
                <a:latin typeface="Arial" panose="020B0604020202020204" pitchFamily="34" charset="0"/>
                <a:cs typeface="Arial" panose="020B0604020202020204" pitchFamily="34" charset="0"/>
              </a:rPr>
              <a:t> </a:t>
            </a:r>
            <a:r>
              <a:rPr lang="en-ID" sz="2200" i="1" dirty="0">
                <a:latin typeface="Arial" panose="020B0604020202020204" pitchFamily="34" charset="0"/>
                <a:cs typeface="Arial" panose="020B0604020202020204" pitchFamily="34" charset="0"/>
              </a:rPr>
              <a:t>wireless broadband (WiBro), 802.16e, </a:t>
            </a:r>
            <a:r>
              <a:rPr lang="en-ID" sz="2200" dirty="0">
                <a:latin typeface="Arial" panose="020B0604020202020204" pitchFamily="34" charset="0"/>
                <a:cs typeface="Arial" panose="020B0604020202020204" pitchFamily="34" charset="0"/>
              </a:rPr>
              <a:t>CDMA</a:t>
            </a:r>
            <a:r>
              <a:rPr lang="en-ID" sz="2200" i="1" dirty="0">
                <a:latin typeface="Arial" panose="020B0604020202020204" pitchFamily="34" charset="0"/>
                <a:cs typeface="Arial" panose="020B0604020202020204" pitchFamily="34" charset="0"/>
              </a:rPr>
              <a:t>, wireless </a:t>
            </a:r>
            <a:r>
              <a:rPr lang="en-ID" sz="2200" dirty="0">
                <a:latin typeface="Arial" panose="020B0604020202020204" pitchFamily="34" charset="0"/>
                <a:cs typeface="Arial" panose="020B0604020202020204" pitchFamily="34" charset="0"/>
              </a:rPr>
              <a:t>LAN</a:t>
            </a:r>
            <a:r>
              <a:rPr lang="en-ID" sz="2200" i="1" dirty="0">
                <a:latin typeface="Arial" panose="020B0604020202020204" pitchFamily="34" charset="0"/>
                <a:cs typeface="Arial" panose="020B0604020202020204" pitchFamily="34" charset="0"/>
              </a:rPr>
              <a:t>, Bluetooth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dll</a:t>
            </a:r>
            <a:r>
              <a:rPr lang="en-ID" sz="2200" dirty="0">
                <a:latin typeface="Arial" panose="020B0604020202020204" pitchFamily="34" charset="0"/>
                <a:cs typeface="Arial" panose="020B0604020202020204" pitchFamily="34" charset="0"/>
              </a:rPr>
              <a:t>. </a:t>
            </a:r>
          </a:p>
          <a:p>
            <a:pPr algn="just">
              <a:buFont typeface="Wingdings" panose="05000000000000000000" pitchFamily="2" charset="2"/>
              <a:buChar char="Ø"/>
            </a:pPr>
            <a:r>
              <a:rPr lang="en-ID" sz="2200" dirty="0">
                <a:latin typeface="Arial" panose="020B0604020202020204" pitchFamily="34" charset="0"/>
                <a:cs typeface="Arial" panose="020B0604020202020204" pitchFamily="34" charset="0"/>
              </a:rPr>
              <a:t>4G juga </a:t>
            </a:r>
            <a:r>
              <a:rPr lang="en-ID" sz="2200" dirty="0" err="1">
                <a:latin typeface="Arial" panose="020B0604020202020204" pitchFamily="34" charset="0"/>
                <a:cs typeface="Arial" panose="020B0604020202020204" pitchFamily="34" charset="0"/>
              </a:rPr>
              <a:t>memberikan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penggunanya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kecepatan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tinggi</a:t>
            </a:r>
            <a:r>
              <a:rPr lang="en-ID" sz="2200" dirty="0">
                <a:latin typeface="Arial" panose="020B0604020202020204" pitchFamily="34" charset="0"/>
                <a:cs typeface="Arial" panose="020B0604020202020204" pitchFamily="34" charset="0"/>
              </a:rPr>
              <a:t>, volume </a:t>
            </a:r>
            <a:r>
              <a:rPr lang="en-ID" sz="2200" dirty="0" err="1">
                <a:latin typeface="Arial" panose="020B0604020202020204" pitchFamily="34" charset="0"/>
                <a:cs typeface="Arial" panose="020B0604020202020204" pitchFamily="34" charset="0"/>
              </a:rPr>
              <a:t>tinggi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kualitas</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baik</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jangkauan</a:t>
            </a:r>
            <a:r>
              <a:rPr lang="en-ID" sz="2200" dirty="0">
                <a:latin typeface="Arial" panose="020B0604020202020204" pitchFamily="34" charset="0"/>
                <a:cs typeface="Arial" panose="020B0604020202020204" pitchFamily="34" charset="0"/>
              </a:rPr>
              <a:t> global, dan </a:t>
            </a:r>
            <a:r>
              <a:rPr lang="en-ID" sz="2200" dirty="0" err="1">
                <a:latin typeface="Arial" panose="020B0604020202020204" pitchFamily="34" charset="0"/>
                <a:cs typeface="Arial" panose="020B0604020202020204" pitchFamily="34" charset="0"/>
              </a:rPr>
              <a:t>fleksibilitas</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untuk</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menjelajahi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berbagai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teknologi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berbeda</a:t>
            </a:r>
            <a:r>
              <a:rPr lang="en-ID" sz="2200" dirty="0">
                <a:latin typeface="Arial" panose="020B0604020202020204" pitchFamily="34" charset="0"/>
                <a:cs typeface="Arial" panose="020B0604020202020204" pitchFamily="34" charset="0"/>
              </a:rPr>
              <a:t>. </a:t>
            </a:r>
          </a:p>
          <a:p>
            <a:pPr algn="just">
              <a:buFont typeface="Wingdings" panose="05000000000000000000" pitchFamily="2" charset="2"/>
              <a:buChar char="Ø"/>
            </a:pPr>
            <a:r>
              <a:rPr lang="en-ID" sz="2200" dirty="0">
                <a:latin typeface="Arial" panose="020B0604020202020204" pitchFamily="34" charset="0"/>
                <a:cs typeface="Arial" panose="020B0604020202020204" pitchFamily="34" charset="0"/>
              </a:rPr>
              <a:t>4G </a:t>
            </a:r>
            <a:r>
              <a:rPr lang="en-ID" sz="2200" dirty="0" err="1">
                <a:latin typeface="Arial" panose="020B0604020202020204" pitchFamily="34" charset="0"/>
                <a:cs typeface="Arial" panose="020B0604020202020204" pitchFamily="34" charset="0"/>
              </a:rPr>
              <a:t>memberikan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pelayanan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pengiriman</a:t>
            </a:r>
            <a:r>
              <a:rPr lang="en-ID" sz="2200" dirty="0">
                <a:latin typeface="Arial" panose="020B0604020202020204" pitchFamily="34" charset="0"/>
                <a:cs typeface="Arial" panose="020B0604020202020204" pitchFamily="34" charset="0"/>
              </a:rPr>
              <a:t> data </a:t>
            </a:r>
            <a:r>
              <a:rPr lang="en-ID" sz="2200" dirty="0" err="1">
                <a:latin typeface="Arial" panose="020B0604020202020204" pitchFamily="34" charset="0"/>
                <a:cs typeface="Arial" panose="020B0604020202020204" pitchFamily="34" charset="0"/>
              </a:rPr>
              <a:t>cepat</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untuk</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mengakomodasi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berbagai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aplikasi</a:t>
            </a:r>
            <a:r>
              <a:rPr lang="en-ID" sz="2200" dirty="0">
                <a:latin typeface="Arial" panose="020B0604020202020204" pitchFamily="34" charset="0"/>
                <a:cs typeface="Arial" panose="020B0604020202020204" pitchFamily="34" charset="0"/>
              </a:rPr>
              <a:t> multimedia </a:t>
            </a:r>
            <a:r>
              <a:rPr lang="en-ID" sz="2200" dirty="0" err="1">
                <a:latin typeface="Arial" panose="020B0604020202020204" pitchFamily="34" charset="0"/>
                <a:cs typeface="Arial" panose="020B0604020202020204" pitchFamily="34" charset="0"/>
              </a:rPr>
              <a:t>seperti</a:t>
            </a:r>
            <a:r>
              <a:rPr lang="en-ID" sz="2200" dirty="0">
                <a:latin typeface="Arial" panose="020B0604020202020204" pitchFamily="34" charset="0"/>
                <a:cs typeface="Arial" panose="020B0604020202020204" pitchFamily="34" charset="0"/>
              </a:rPr>
              <a:t>, video </a:t>
            </a:r>
            <a:r>
              <a:rPr lang="en-ID" sz="2200" i="1" dirty="0">
                <a:latin typeface="Arial" panose="020B0604020202020204" pitchFamily="34" charset="0"/>
                <a:cs typeface="Arial" panose="020B0604020202020204" pitchFamily="34" charset="0"/>
              </a:rPr>
              <a:t>conferencing</a:t>
            </a:r>
            <a:r>
              <a:rPr lang="en-ID" sz="2200" dirty="0">
                <a:latin typeface="Arial" panose="020B0604020202020204" pitchFamily="34" charset="0"/>
                <a:cs typeface="Arial" panose="020B0604020202020204" pitchFamily="34" charset="0"/>
              </a:rPr>
              <a:t>, </a:t>
            </a:r>
            <a:r>
              <a:rPr lang="en-ID" sz="2200" i="1" dirty="0">
                <a:latin typeface="Arial" panose="020B0604020202020204" pitchFamily="34" charset="0"/>
                <a:cs typeface="Arial" panose="020B0604020202020204" pitchFamily="34" charset="0"/>
              </a:rPr>
              <a:t>game on-line</a:t>
            </a:r>
            <a:r>
              <a:rPr lang="en-ID" sz="2200" dirty="0">
                <a:latin typeface="Arial" panose="020B0604020202020204" pitchFamily="34" charset="0"/>
                <a:cs typeface="Arial" panose="020B0604020202020204" pitchFamily="34" charset="0"/>
              </a:rPr>
              <a:t> , </a:t>
            </a:r>
            <a:r>
              <a:rPr lang="en-ID" sz="2200" dirty="0" err="1">
                <a:latin typeface="Arial" panose="020B0604020202020204" pitchFamily="34" charset="0"/>
                <a:cs typeface="Arial" panose="020B0604020202020204" pitchFamily="34" charset="0"/>
              </a:rPr>
              <a:t>dll</a:t>
            </a:r>
            <a:r>
              <a:rPr lang="en-ID" sz="2200" dirty="0">
                <a:latin typeface="Arial" panose="020B0604020202020204" pitchFamily="34" charset="0"/>
                <a:cs typeface="Arial" panose="020B0604020202020204" pitchFamily="34" charset="0"/>
              </a:rPr>
              <a:t>.</a:t>
            </a:r>
          </a:p>
          <a:p>
            <a:pPr algn="just" defTabSz="1008375">
              <a:spcBef>
                <a:spcPts val="1103"/>
              </a:spcBef>
              <a:buFont typeface="Wingdings" panose="05000000000000000000" pitchFamily="2" charset="2"/>
              <a:buChar char="Ø"/>
              <a:defRPr/>
            </a:pPr>
            <a:endParaRPr lang="en-US" sz="2200" dirty="0">
              <a:solidFill>
                <a:sysClr val="windowText" lastClr="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0001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4">
            <a:extLst>
              <a:ext uri="{FF2B5EF4-FFF2-40B4-BE49-F238E27FC236}">
                <a16:creationId xmlns:a16="http://schemas.microsoft.com/office/drawing/2014/main" id="{2E622DDE-915A-AFFA-2682-67D38066E58A}"/>
              </a:ext>
            </a:extLst>
          </p:cNvPr>
          <p:cNvSpPr txBox="1"/>
          <p:nvPr/>
        </p:nvSpPr>
        <p:spPr>
          <a:xfrm>
            <a:off x="546100" y="1266825"/>
            <a:ext cx="3352800" cy="579646"/>
          </a:xfrm>
          <a:prstGeom prst="rect">
            <a:avLst/>
          </a:prstGeom>
        </p:spPr>
        <p:txBody>
          <a:bodyPr vert="horz" wrap="square" lIns="0" tIns="12700" rIns="0" bIns="0" rtlCol="0">
            <a:spAutoFit/>
          </a:bodyPr>
          <a:lstStyle/>
          <a:p>
            <a:pPr marL="12700">
              <a:spcBef>
                <a:spcPts val="100"/>
              </a:spcBef>
            </a:pPr>
            <a:r>
              <a:rPr spc="-10" dirty="0">
                <a:latin typeface="Calibri"/>
                <a:cs typeface="Calibri"/>
              </a:rPr>
              <a:t>20</a:t>
            </a:r>
            <a:r>
              <a:rPr lang="en-US" spc="-10" dirty="0">
                <a:latin typeface="Calibri"/>
                <a:cs typeface="Calibri"/>
              </a:rPr>
              <a:t>10</a:t>
            </a:r>
            <a:r>
              <a:rPr spc="-70" dirty="0">
                <a:latin typeface="Calibri"/>
                <a:cs typeface="Calibri"/>
              </a:rPr>
              <a:t> </a:t>
            </a:r>
            <a:r>
              <a:rPr dirty="0">
                <a:latin typeface="Calibri"/>
                <a:cs typeface="Calibri"/>
              </a:rPr>
              <a:t>–</a:t>
            </a:r>
            <a:r>
              <a:rPr spc="-70" dirty="0">
                <a:latin typeface="Calibri"/>
                <a:cs typeface="Calibri"/>
              </a:rPr>
              <a:t> </a:t>
            </a:r>
            <a:r>
              <a:rPr spc="50" dirty="0">
                <a:latin typeface="Calibri"/>
                <a:cs typeface="Calibri"/>
              </a:rPr>
              <a:t>HTC</a:t>
            </a:r>
            <a:r>
              <a:rPr spc="-70" dirty="0">
                <a:latin typeface="Calibri"/>
                <a:cs typeface="Calibri"/>
              </a:rPr>
              <a:t> </a:t>
            </a:r>
            <a:r>
              <a:rPr lang="en-US" spc="-20" dirty="0">
                <a:latin typeface="Calibri"/>
                <a:cs typeface="Calibri"/>
              </a:rPr>
              <a:t>EVO 4G (First 4G Phone)</a:t>
            </a:r>
          </a:p>
          <a:p>
            <a:pPr marL="12700">
              <a:spcBef>
                <a:spcPts val="100"/>
              </a:spcBef>
            </a:pPr>
            <a:r>
              <a:rPr lang="en-US" spc="-20" dirty="0">
                <a:latin typeface="Calibri"/>
                <a:cs typeface="Calibri"/>
              </a:rPr>
              <a:t> </a:t>
            </a:r>
            <a:endParaRPr dirty="0">
              <a:latin typeface="Calibri"/>
              <a:cs typeface="Calibri"/>
            </a:endParaRPr>
          </a:p>
        </p:txBody>
      </p:sp>
      <p:sp>
        <p:nvSpPr>
          <p:cNvPr id="7" name="object 5">
            <a:extLst>
              <a:ext uri="{FF2B5EF4-FFF2-40B4-BE49-F238E27FC236}">
                <a16:creationId xmlns:a16="http://schemas.microsoft.com/office/drawing/2014/main" id="{38F3E08F-44D2-164D-8D99-3760F7AA528F}"/>
              </a:ext>
            </a:extLst>
          </p:cNvPr>
          <p:cNvSpPr txBox="1"/>
          <p:nvPr/>
        </p:nvSpPr>
        <p:spPr>
          <a:xfrm>
            <a:off x="831850" y="1861711"/>
            <a:ext cx="110489" cy="197490"/>
          </a:xfrm>
          <a:prstGeom prst="rect">
            <a:avLst/>
          </a:prstGeom>
        </p:spPr>
        <p:txBody>
          <a:bodyPr vert="horz" wrap="square" lIns="0" tIns="12700" rIns="0" bIns="0" rtlCol="0">
            <a:spAutoFit/>
          </a:bodyPr>
          <a:lstStyle/>
          <a:p>
            <a:pPr marL="12700">
              <a:spcBef>
                <a:spcPts val="100"/>
              </a:spcBef>
            </a:pPr>
            <a:r>
              <a:rPr sz="1200" dirty="0">
                <a:latin typeface="OpenSymbol"/>
                <a:cs typeface="OpenSymbol"/>
              </a:rPr>
              <a:t>–</a:t>
            </a:r>
          </a:p>
        </p:txBody>
      </p:sp>
      <p:sp>
        <p:nvSpPr>
          <p:cNvPr id="8" name="object 6">
            <a:extLst>
              <a:ext uri="{FF2B5EF4-FFF2-40B4-BE49-F238E27FC236}">
                <a16:creationId xmlns:a16="http://schemas.microsoft.com/office/drawing/2014/main" id="{BD3C76D6-45CC-2B24-B2FD-BD40346AF91B}"/>
              </a:ext>
            </a:extLst>
          </p:cNvPr>
          <p:cNvSpPr txBox="1"/>
          <p:nvPr/>
        </p:nvSpPr>
        <p:spPr>
          <a:xfrm>
            <a:off x="1155700" y="1846471"/>
            <a:ext cx="700405" cy="259045"/>
          </a:xfrm>
          <a:prstGeom prst="rect">
            <a:avLst/>
          </a:prstGeom>
        </p:spPr>
        <p:txBody>
          <a:bodyPr vert="horz" wrap="square" lIns="0" tIns="12700" rIns="0" bIns="0" rtlCol="0">
            <a:spAutoFit/>
          </a:bodyPr>
          <a:lstStyle/>
          <a:p>
            <a:pPr marL="12700">
              <a:spcBef>
                <a:spcPts val="100"/>
              </a:spcBef>
            </a:pPr>
            <a:r>
              <a:rPr sz="1600" spc="-10" dirty="0">
                <a:latin typeface="Calibri"/>
                <a:cs typeface="Calibri"/>
              </a:rPr>
              <a:t>Android</a:t>
            </a:r>
            <a:endParaRPr sz="1600" dirty="0">
              <a:latin typeface="Calibri"/>
              <a:cs typeface="Calibri"/>
            </a:endParaRPr>
          </a:p>
        </p:txBody>
      </p:sp>
      <p:grpSp>
        <p:nvGrpSpPr>
          <p:cNvPr id="11" name="Group 10">
            <a:extLst>
              <a:ext uri="{FF2B5EF4-FFF2-40B4-BE49-F238E27FC236}">
                <a16:creationId xmlns:a16="http://schemas.microsoft.com/office/drawing/2014/main" id="{EC795427-5FBC-F619-D4D6-D51A1414B6B0}"/>
              </a:ext>
            </a:extLst>
          </p:cNvPr>
          <p:cNvGrpSpPr/>
          <p:nvPr/>
        </p:nvGrpSpPr>
        <p:grpSpPr>
          <a:xfrm>
            <a:off x="317500" y="200025"/>
            <a:ext cx="9008041" cy="6363056"/>
            <a:chOff x="317500" y="200025"/>
            <a:chExt cx="9008041" cy="6363056"/>
          </a:xfrm>
        </p:grpSpPr>
        <p:pic>
          <p:nvPicPr>
            <p:cNvPr id="5" name="Picture 4">
              <a:extLst>
                <a:ext uri="{FF2B5EF4-FFF2-40B4-BE49-F238E27FC236}">
                  <a16:creationId xmlns:a16="http://schemas.microsoft.com/office/drawing/2014/main" id="{2F0CBD72-F09E-CA7C-FE24-8BA6A9A6549B}"/>
                </a:ext>
              </a:extLst>
            </p:cNvPr>
            <p:cNvPicPr>
              <a:picLocks noChangeAspect="1"/>
            </p:cNvPicPr>
            <p:nvPr/>
          </p:nvPicPr>
          <p:blipFill>
            <a:blip r:embed="rId2"/>
            <a:stretch>
              <a:fillRect/>
            </a:stretch>
          </p:blipFill>
          <p:spPr>
            <a:xfrm>
              <a:off x="4481689" y="200025"/>
              <a:ext cx="4843852" cy="4628569"/>
            </a:xfrm>
            <a:prstGeom prst="rect">
              <a:avLst/>
            </a:prstGeom>
          </p:spPr>
        </p:pic>
        <p:pic>
          <p:nvPicPr>
            <p:cNvPr id="10" name="Picture 9">
              <a:extLst>
                <a:ext uri="{FF2B5EF4-FFF2-40B4-BE49-F238E27FC236}">
                  <a16:creationId xmlns:a16="http://schemas.microsoft.com/office/drawing/2014/main" id="{BB67CCAA-C29B-7CC0-F608-7D711BEFC5C5}"/>
                </a:ext>
              </a:extLst>
            </p:cNvPr>
            <p:cNvPicPr>
              <a:picLocks noChangeAspect="1"/>
            </p:cNvPicPr>
            <p:nvPr/>
          </p:nvPicPr>
          <p:blipFill>
            <a:blip r:embed="rId3"/>
            <a:stretch>
              <a:fillRect/>
            </a:stretch>
          </p:blipFill>
          <p:spPr>
            <a:xfrm>
              <a:off x="317500" y="4010025"/>
              <a:ext cx="6268325" cy="2553056"/>
            </a:xfrm>
            <a:prstGeom prst="rect">
              <a:avLst/>
            </a:prstGeom>
          </p:spPr>
        </p:pic>
      </p:grpSp>
      <p:sp>
        <p:nvSpPr>
          <p:cNvPr id="13" name="TextBox 12">
            <a:extLst>
              <a:ext uri="{FF2B5EF4-FFF2-40B4-BE49-F238E27FC236}">
                <a16:creationId xmlns:a16="http://schemas.microsoft.com/office/drawing/2014/main" id="{57D457E5-344B-33E3-0613-B400BF6D7909}"/>
              </a:ext>
            </a:extLst>
          </p:cNvPr>
          <p:cNvSpPr txBox="1"/>
          <p:nvPr/>
        </p:nvSpPr>
        <p:spPr>
          <a:xfrm>
            <a:off x="394950" y="6563081"/>
            <a:ext cx="5942349" cy="338554"/>
          </a:xfrm>
          <a:prstGeom prst="rect">
            <a:avLst/>
          </a:prstGeom>
          <a:noFill/>
        </p:spPr>
        <p:txBody>
          <a:bodyPr wrap="square">
            <a:spAutoFit/>
          </a:bodyPr>
          <a:lstStyle/>
          <a:p>
            <a:r>
              <a:rPr lang="id-ID" sz="1600" dirty="0"/>
              <a:t>https://www.gsmarena.com/htc_evo_4g-3427.php</a:t>
            </a:r>
          </a:p>
        </p:txBody>
      </p:sp>
      <p:sp>
        <p:nvSpPr>
          <p:cNvPr id="15" name="TextBox 14">
            <a:extLst>
              <a:ext uri="{FF2B5EF4-FFF2-40B4-BE49-F238E27FC236}">
                <a16:creationId xmlns:a16="http://schemas.microsoft.com/office/drawing/2014/main" id="{93E1FC78-068C-B199-F404-A063C1EE0D6C}"/>
              </a:ext>
            </a:extLst>
          </p:cNvPr>
          <p:cNvSpPr txBox="1"/>
          <p:nvPr/>
        </p:nvSpPr>
        <p:spPr>
          <a:xfrm>
            <a:off x="6606992" y="4791677"/>
            <a:ext cx="3476808" cy="584775"/>
          </a:xfrm>
          <a:prstGeom prst="rect">
            <a:avLst/>
          </a:prstGeom>
          <a:noFill/>
        </p:spPr>
        <p:txBody>
          <a:bodyPr wrap="square">
            <a:spAutoFit/>
          </a:bodyPr>
          <a:lstStyle/>
          <a:p>
            <a:r>
              <a:rPr lang="id-ID" sz="1600" dirty="0"/>
              <a:t>https://www.anandtech.com/show/3791/the-sprint-htc-evo-4g-review</a:t>
            </a:r>
          </a:p>
        </p:txBody>
      </p:sp>
    </p:spTree>
    <p:extLst>
      <p:ext uri="{BB962C8B-B14F-4D97-AF65-F5344CB8AC3E}">
        <p14:creationId xmlns:p14="http://schemas.microsoft.com/office/powerpoint/2010/main" val="1980773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FC11F-495E-8A25-6DF4-02AFF9FAD97A}"/>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AED8CDE5-475C-1B69-F588-7C9B37B6DF46}"/>
              </a:ext>
            </a:extLst>
          </p:cNvPr>
          <p:cNvSpPr txBox="1">
            <a:spLocks/>
          </p:cNvSpPr>
          <p:nvPr/>
        </p:nvSpPr>
        <p:spPr>
          <a:xfrm>
            <a:off x="2014" y="2510884"/>
            <a:ext cx="10081787" cy="5051966"/>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id-ID" sz="2206" dirty="0">
                <a:latin typeface="Arial" panose="020B0604020202020204" pitchFamily="34" charset="0"/>
                <a:cs typeface="Arial" panose="020B0604020202020204" pitchFamily="34" charset="0"/>
              </a:rPr>
              <a:t>.</a:t>
            </a:r>
          </a:p>
        </p:txBody>
      </p:sp>
      <p:sp>
        <p:nvSpPr>
          <p:cNvPr id="3" name="Content Placeholder 2">
            <a:extLst>
              <a:ext uri="{FF2B5EF4-FFF2-40B4-BE49-F238E27FC236}">
                <a16:creationId xmlns:a16="http://schemas.microsoft.com/office/drawing/2014/main" id="{8397E776-C2A5-C491-3D35-599F2DD714B9}"/>
              </a:ext>
            </a:extLst>
          </p:cNvPr>
          <p:cNvSpPr txBox="1">
            <a:spLocks/>
          </p:cNvSpPr>
          <p:nvPr/>
        </p:nvSpPr>
        <p:spPr>
          <a:xfrm>
            <a:off x="521639" y="1266825"/>
            <a:ext cx="8939862" cy="5537837"/>
          </a:xfrm>
          <a:prstGeom prst="rect">
            <a:avLst/>
          </a:prstGeom>
        </p:spPr>
        <p:txBody>
          <a:bodyPr vert="horz" lIns="100838" tIns="50419" rIns="100838" bIns="50419"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1008375">
              <a:spcBef>
                <a:spcPts val="1103"/>
              </a:spcBef>
              <a:buNone/>
              <a:defRPr/>
            </a:pPr>
            <a:r>
              <a:rPr lang="en-US" sz="2200" b="1" dirty="0">
                <a:solidFill>
                  <a:sysClr val="windowText" lastClr="000000"/>
                </a:solidFill>
                <a:latin typeface="Arial" panose="020B0604020202020204" pitchFamily="34" charset="0"/>
                <a:cs typeface="Arial" panose="020B0604020202020204" pitchFamily="34" charset="0"/>
              </a:rPr>
              <a:t>6    </a:t>
            </a:r>
            <a:r>
              <a:rPr lang="en-US" sz="2200" b="1" dirty="0" err="1">
                <a:solidFill>
                  <a:sysClr val="windowText" lastClr="000000"/>
                </a:solidFill>
                <a:latin typeface="Arial" panose="020B0604020202020204" pitchFamily="34" charset="0"/>
                <a:cs typeface="Arial" panose="020B0604020202020204" pitchFamily="34" charset="0"/>
              </a:rPr>
              <a:t>Teknologi</a:t>
            </a:r>
            <a:r>
              <a:rPr lang="en-US" sz="2200" b="1" dirty="0">
                <a:solidFill>
                  <a:sysClr val="windowText" lastClr="000000"/>
                </a:solidFill>
                <a:latin typeface="Arial" panose="020B0604020202020204" pitchFamily="34" charset="0"/>
                <a:cs typeface="Arial" panose="020B0604020202020204" pitchFamily="34" charset="0"/>
              </a:rPr>
              <a:t> 5G (</a:t>
            </a:r>
            <a:r>
              <a:rPr lang="en-US" sz="2200" b="1" dirty="0" err="1">
                <a:solidFill>
                  <a:sysClr val="windowText" lastClr="000000"/>
                </a:solidFill>
                <a:latin typeface="Arial" panose="020B0604020202020204" pitchFamily="34" charset="0"/>
                <a:cs typeface="Arial" panose="020B0604020202020204" pitchFamily="34" charset="0"/>
              </a:rPr>
              <a:t>Generasi</a:t>
            </a:r>
            <a:r>
              <a:rPr lang="en-US" sz="2200" b="1" dirty="0">
                <a:solidFill>
                  <a:sysClr val="windowText" lastClr="000000"/>
                </a:solidFill>
                <a:latin typeface="Arial" panose="020B0604020202020204" pitchFamily="34" charset="0"/>
                <a:cs typeface="Arial" panose="020B0604020202020204" pitchFamily="34" charset="0"/>
              </a:rPr>
              <a:t> </a:t>
            </a:r>
            <a:r>
              <a:rPr lang="en-US" sz="2200" b="1" dirty="0" err="1">
                <a:solidFill>
                  <a:sysClr val="windowText" lastClr="000000"/>
                </a:solidFill>
                <a:latin typeface="Arial" panose="020B0604020202020204" pitchFamily="34" charset="0"/>
                <a:cs typeface="Arial" panose="020B0604020202020204" pitchFamily="34" charset="0"/>
              </a:rPr>
              <a:t>Kelima</a:t>
            </a:r>
            <a:r>
              <a:rPr lang="en-US" sz="2200" b="1" dirty="0">
                <a:solidFill>
                  <a:sysClr val="windowText" lastClr="000000"/>
                </a:solidFill>
                <a:latin typeface="Arial" panose="020B0604020202020204" pitchFamily="34" charset="0"/>
                <a:cs typeface="Arial" panose="020B0604020202020204" pitchFamily="34" charset="0"/>
              </a:rPr>
              <a:t>)</a:t>
            </a:r>
          </a:p>
          <a:p>
            <a:pPr algn="just">
              <a:buFont typeface="Wingdings" panose="05000000000000000000" pitchFamily="2" charset="2"/>
              <a:buChar char="Ø"/>
            </a:pPr>
            <a:r>
              <a:rPr lang="en-ID" sz="2200" dirty="0">
                <a:latin typeface="Arial" panose="020B0604020202020204" pitchFamily="34" charset="0"/>
                <a:cs typeface="Arial" panose="020B0604020202020204" pitchFamily="34" charset="0"/>
              </a:rPr>
              <a:t> 5G </a:t>
            </a:r>
            <a:r>
              <a:rPr lang="en-ID" sz="2200" dirty="0" err="1">
                <a:latin typeface="Arial" panose="020B0604020202020204" pitchFamily="34" charset="0"/>
                <a:cs typeface="Arial" panose="020B0604020202020204" pitchFamily="34" charset="0"/>
              </a:rPr>
              <a:t>adalah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generasi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kelima</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dari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teknologi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seluler</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nirkabel</a:t>
            </a:r>
            <a:r>
              <a:rPr lang="en-ID" sz="2200" dirty="0">
                <a:latin typeface="Arial" panose="020B0604020202020204" pitchFamily="34" charset="0"/>
                <a:cs typeface="Arial" panose="020B0604020202020204" pitchFamily="34" charset="0"/>
              </a:rPr>
              <a:t>, yang </a:t>
            </a:r>
            <a:r>
              <a:rPr lang="en-ID" sz="2200" dirty="0" err="1">
                <a:latin typeface="Arial" panose="020B0604020202020204" pitchFamily="34" charset="0"/>
                <a:cs typeface="Arial" panose="020B0604020202020204" pitchFamily="34" charset="0"/>
              </a:rPr>
              <a:t>menawarkan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kecepatan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unggah</a:t>
            </a:r>
            <a:r>
              <a:rPr lang="en-ID" sz="2200" dirty="0">
                <a:latin typeface="Arial" panose="020B0604020202020204" pitchFamily="34" charset="0"/>
                <a:cs typeface="Arial" panose="020B0604020202020204" pitchFamily="34" charset="0"/>
              </a:rPr>
              <a:t> dan </a:t>
            </a:r>
            <a:r>
              <a:rPr lang="en-ID" sz="2200" dirty="0" err="1">
                <a:latin typeface="Arial" panose="020B0604020202020204" pitchFamily="34" charset="0"/>
                <a:cs typeface="Arial" panose="020B0604020202020204" pitchFamily="34" charset="0"/>
              </a:rPr>
              <a:t>unduh</a:t>
            </a:r>
            <a:r>
              <a:rPr lang="en-ID" sz="2200" dirty="0">
                <a:latin typeface="Arial" panose="020B0604020202020204" pitchFamily="34" charset="0"/>
                <a:cs typeface="Arial" panose="020B0604020202020204" pitchFamily="34" charset="0"/>
              </a:rPr>
              <a:t> yang </a:t>
            </a:r>
            <a:r>
              <a:rPr lang="en-ID" sz="2200" dirty="0" err="1">
                <a:latin typeface="Arial" panose="020B0604020202020204" pitchFamily="34" charset="0"/>
                <a:cs typeface="Arial" panose="020B0604020202020204" pitchFamily="34" charset="0"/>
              </a:rPr>
              <a:t>lebih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tinggi</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koneksi</a:t>
            </a:r>
            <a:r>
              <a:rPr lang="en-ID" sz="2200" dirty="0">
                <a:latin typeface="Arial" panose="020B0604020202020204" pitchFamily="34" charset="0"/>
                <a:cs typeface="Arial" panose="020B0604020202020204" pitchFamily="34" charset="0"/>
              </a:rPr>
              <a:t> yang </a:t>
            </a:r>
            <a:r>
              <a:rPr lang="en-ID" sz="2200" dirty="0" err="1">
                <a:latin typeface="Arial" panose="020B0604020202020204" pitchFamily="34" charset="0"/>
                <a:cs typeface="Arial" panose="020B0604020202020204" pitchFamily="34" charset="0"/>
              </a:rPr>
              <a:t>lebih</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konsisten</a:t>
            </a:r>
            <a:r>
              <a:rPr lang="en-ID" sz="2200" dirty="0">
                <a:latin typeface="Arial" panose="020B0604020202020204" pitchFamily="34" charset="0"/>
                <a:cs typeface="Arial" panose="020B0604020202020204" pitchFamily="34" charset="0"/>
              </a:rPr>
              <a:t>, dan </a:t>
            </a:r>
            <a:r>
              <a:rPr lang="en-ID" sz="2200" dirty="0" err="1">
                <a:latin typeface="Arial" panose="020B0604020202020204" pitchFamily="34" charset="0"/>
                <a:cs typeface="Arial" panose="020B0604020202020204" pitchFamily="34" charset="0"/>
              </a:rPr>
              <a:t>peningkatan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kapasitas</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dibandingkan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jaringan</a:t>
            </a:r>
            <a:r>
              <a:rPr lang="en-ID" sz="2200" dirty="0">
                <a:latin typeface="Arial" panose="020B0604020202020204" pitchFamily="34" charset="0"/>
                <a:cs typeface="Arial" panose="020B0604020202020204" pitchFamily="34" charset="0"/>
              </a:rPr>
              <a:t> </a:t>
            </a:r>
            <a:r>
              <a:rPr lang="en-ID" sz="2200" dirty="0" err="1">
                <a:latin typeface="Arial" panose="020B0604020202020204" pitchFamily="34" charset="0"/>
                <a:cs typeface="Arial" panose="020B0604020202020204" pitchFamily="34" charset="0"/>
              </a:rPr>
              <a:t>sebelumnya</a:t>
            </a:r>
            <a:r>
              <a:rPr lang="en-ID" sz="2200" dirty="0">
                <a:latin typeface="Arial" panose="020B0604020202020204" pitchFamily="34" charset="0"/>
                <a:cs typeface="Arial" panose="020B0604020202020204" pitchFamily="34" charset="0"/>
              </a:rPr>
              <a:t>.</a:t>
            </a:r>
            <a:endParaRPr lang="en-US" sz="2200" dirty="0">
              <a:solidFill>
                <a:sysClr val="windowText" lastClr="000000"/>
              </a:solidFill>
              <a:latin typeface="Arial" panose="020B0604020202020204" pitchFamily="34" charset="0"/>
              <a:cs typeface="Arial" panose="020B0604020202020204" pitchFamily="34" charset="0"/>
            </a:endParaRPr>
          </a:p>
        </p:txBody>
      </p:sp>
      <p:grpSp>
        <p:nvGrpSpPr>
          <p:cNvPr id="14" name="Group 13">
            <a:extLst>
              <a:ext uri="{FF2B5EF4-FFF2-40B4-BE49-F238E27FC236}">
                <a16:creationId xmlns:a16="http://schemas.microsoft.com/office/drawing/2014/main" id="{61B2C27A-E2FD-9860-3E8E-983CCCB626A8}"/>
              </a:ext>
            </a:extLst>
          </p:cNvPr>
          <p:cNvGrpSpPr/>
          <p:nvPr/>
        </p:nvGrpSpPr>
        <p:grpSpPr>
          <a:xfrm>
            <a:off x="797920" y="3398585"/>
            <a:ext cx="8487960" cy="3406077"/>
            <a:chOff x="902580" y="3781425"/>
            <a:chExt cx="8487960" cy="3406077"/>
          </a:xfrm>
        </p:grpSpPr>
        <p:pic>
          <p:nvPicPr>
            <p:cNvPr id="11" name="Picture 10">
              <a:extLst>
                <a:ext uri="{FF2B5EF4-FFF2-40B4-BE49-F238E27FC236}">
                  <a16:creationId xmlns:a16="http://schemas.microsoft.com/office/drawing/2014/main" id="{26F3BD36-B33B-6B2C-596E-52702CB73424}"/>
                </a:ext>
              </a:extLst>
            </p:cNvPr>
            <p:cNvPicPr>
              <a:picLocks noChangeAspect="1"/>
            </p:cNvPicPr>
            <p:nvPr/>
          </p:nvPicPr>
          <p:blipFill>
            <a:blip r:embed="rId2"/>
            <a:stretch>
              <a:fillRect/>
            </a:stretch>
          </p:blipFill>
          <p:spPr>
            <a:xfrm>
              <a:off x="902580" y="3781425"/>
              <a:ext cx="8487960" cy="3124636"/>
            </a:xfrm>
            <a:prstGeom prst="rect">
              <a:avLst/>
            </a:prstGeom>
          </p:spPr>
        </p:pic>
        <p:sp>
          <p:nvSpPr>
            <p:cNvPr id="13" name="TextBox 12">
              <a:extLst>
                <a:ext uri="{FF2B5EF4-FFF2-40B4-BE49-F238E27FC236}">
                  <a16:creationId xmlns:a16="http://schemas.microsoft.com/office/drawing/2014/main" id="{0ACBF3C3-2315-BE78-D720-A4012BDB7B4D}"/>
                </a:ext>
              </a:extLst>
            </p:cNvPr>
            <p:cNvSpPr txBox="1"/>
            <p:nvPr/>
          </p:nvSpPr>
          <p:spPr>
            <a:xfrm>
              <a:off x="918102" y="6848948"/>
              <a:ext cx="6562198" cy="338554"/>
            </a:xfrm>
            <a:prstGeom prst="rect">
              <a:avLst/>
            </a:prstGeom>
            <a:noFill/>
          </p:spPr>
          <p:txBody>
            <a:bodyPr wrap="square">
              <a:spAutoFit/>
            </a:bodyPr>
            <a:lstStyle/>
            <a:p>
              <a:r>
                <a:rPr lang="id-ID" sz="1600" dirty="0"/>
                <a:t>https://www.gsmarena.com/samsung_galaxy_s10_5g-9588.php</a:t>
              </a:r>
            </a:p>
          </p:txBody>
        </p:sp>
      </p:grpSp>
    </p:spTree>
    <p:extLst>
      <p:ext uri="{BB962C8B-B14F-4D97-AF65-F5344CB8AC3E}">
        <p14:creationId xmlns:p14="http://schemas.microsoft.com/office/powerpoint/2010/main" val="2273711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3A7EE-FECA-500D-06F4-51475BCB0920}"/>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91DDD2C9-67D6-F285-ACB4-F512C1C36106}"/>
              </a:ext>
            </a:extLst>
          </p:cNvPr>
          <p:cNvSpPr>
            <a:spLocks noGrp="1"/>
          </p:cNvSpPr>
          <p:nvPr>
            <p:ph type="title"/>
          </p:nvPr>
        </p:nvSpPr>
        <p:spPr>
          <a:xfrm>
            <a:off x="0" y="123825"/>
            <a:ext cx="10083800" cy="1179945"/>
          </a:xfrm>
        </p:spPr>
        <p:txBody>
          <a:bodyPr/>
          <a:lstStyle/>
          <a:p>
            <a:pPr algn="ctr"/>
            <a:r>
              <a:rPr lang="en-US" sz="3529" dirty="0" err="1"/>
              <a:t>Pemrograman</a:t>
            </a:r>
            <a:r>
              <a:rPr lang="en-US" sz="3529" dirty="0"/>
              <a:t> Mobile</a:t>
            </a:r>
            <a:endParaRPr lang="en-ID" sz="3529" dirty="0"/>
          </a:p>
        </p:txBody>
      </p:sp>
      <p:sp>
        <p:nvSpPr>
          <p:cNvPr id="10" name="Content Placeholder 2">
            <a:extLst>
              <a:ext uri="{FF2B5EF4-FFF2-40B4-BE49-F238E27FC236}">
                <a16:creationId xmlns:a16="http://schemas.microsoft.com/office/drawing/2014/main" id="{CB690571-2F45-E939-9CD2-BF17340C38FA}"/>
              </a:ext>
            </a:extLst>
          </p:cNvPr>
          <p:cNvSpPr txBox="1">
            <a:spLocks/>
          </p:cNvSpPr>
          <p:nvPr/>
        </p:nvSpPr>
        <p:spPr>
          <a:xfrm>
            <a:off x="317500" y="1800226"/>
            <a:ext cx="9448800" cy="2971800"/>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Ø"/>
            </a:pPr>
            <a:r>
              <a:rPr lang="id-ID" sz="2300" dirty="0">
                <a:latin typeface="Arial" panose="020B0604020202020204" pitchFamily="34" charset="0"/>
                <a:cs typeface="Arial" panose="020B0604020202020204" pitchFamily="34" charset="0"/>
              </a:rPr>
              <a:t>Pemrograman mobile bukan hanya tentang membangun aplikasi telepon. Tetapi semua pengembangan untuk segala jenis perangkat mobile</a:t>
            </a:r>
            <a:r>
              <a:rPr lang="en-US" sz="2300" dirty="0">
                <a:latin typeface="Arial" panose="020B0604020202020204" pitchFamily="34" charset="0"/>
                <a:cs typeface="Arial" panose="020B0604020202020204" pitchFamily="34" charset="0"/>
              </a:rPr>
              <a:t> (</a:t>
            </a:r>
            <a:r>
              <a:rPr lang="id-ID" sz="2300" dirty="0">
                <a:latin typeface="Arial" panose="020B0604020202020204" pitchFamily="34" charset="0"/>
                <a:cs typeface="Arial" panose="020B0604020202020204" pitchFamily="34" charset="0"/>
              </a:rPr>
              <a:t>pons</a:t>
            </a:r>
            <a:r>
              <a:rPr lang="en-US" sz="2300" dirty="0">
                <a:latin typeface="Arial" panose="020B0604020202020204" pitchFamily="34" charset="0"/>
                <a:cs typeface="Arial" panose="020B0604020202020204" pitchFamily="34" charset="0"/>
              </a:rPr>
              <a:t>e</a:t>
            </a:r>
            <a:r>
              <a:rPr lang="id-ID" sz="2300" dirty="0">
                <a:latin typeface="Arial" panose="020B0604020202020204" pitchFamily="34" charset="0"/>
                <a:cs typeface="Arial" panose="020B0604020202020204" pitchFamily="34" charset="0"/>
              </a:rPr>
              <a:t>l, tablet, jam tangan pintar, dan semua jenis perangkat lain yang dapat dipakai</a:t>
            </a:r>
            <a:r>
              <a:rPr lang="en-US" sz="2300" dirty="0">
                <a:latin typeface="Arial" panose="020B0604020202020204" pitchFamily="34" charset="0"/>
                <a:cs typeface="Arial" panose="020B0604020202020204" pitchFamily="34" charset="0"/>
              </a:rPr>
              <a:t> </a:t>
            </a:r>
            <a:r>
              <a:rPr lang="id-ID" sz="2300" dirty="0">
                <a:latin typeface="Arial" panose="020B0604020202020204" pitchFamily="34" charset="0"/>
                <a:cs typeface="Arial" panose="020B0604020202020204" pitchFamily="34" charset="0"/>
              </a:rPr>
              <a:t>dan dijalankan pada beberapa jenis sistem operasi mobile.</a:t>
            </a:r>
            <a:endParaRPr lang="en-US" sz="2300"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id-ID" sz="2300" dirty="0">
                <a:latin typeface="Arial" panose="020B0604020202020204" pitchFamily="34" charset="0"/>
                <a:cs typeface="Arial" panose="020B0604020202020204" pitchFamily="34" charset="0"/>
              </a:rPr>
              <a:t>Hal tersebut tidak berarti mengembangkan aplikasi mobile saja, karena juga harus memikirkan bagaimana aplikasi yang dibuat akan digunakan dan diakses ataupun dapat dioperasikan  pada perangkat mobile yang ada.</a:t>
            </a:r>
          </a:p>
        </p:txBody>
      </p:sp>
    </p:spTree>
    <p:extLst>
      <p:ext uri="{BB962C8B-B14F-4D97-AF65-F5344CB8AC3E}">
        <p14:creationId xmlns:p14="http://schemas.microsoft.com/office/powerpoint/2010/main" val="1691494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49355-C3B8-5A75-E196-06CC3F888D8E}"/>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E2B82BFE-4D62-BF0F-CBDF-2020B9E7580A}"/>
              </a:ext>
            </a:extLst>
          </p:cNvPr>
          <p:cNvSpPr>
            <a:spLocks noGrp="1"/>
          </p:cNvSpPr>
          <p:nvPr>
            <p:ph type="title"/>
          </p:nvPr>
        </p:nvSpPr>
        <p:spPr>
          <a:xfrm>
            <a:off x="0" y="809625"/>
            <a:ext cx="10083800" cy="370320"/>
          </a:xfrm>
        </p:spPr>
        <p:txBody>
          <a:bodyPr>
            <a:normAutofit fontScale="90000"/>
          </a:bodyPr>
          <a:lstStyle/>
          <a:p>
            <a:pPr algn="ctr"/>
            <a:br>
              <a:rPr lang="id-ID" sz="3600" dirty="0"/>
            </a:br>
            <a:r>
              <a:rPr lang="id-ID" sz="3600" dirty="0"/>
              <a:t>Sistem Operasi Perangkat </a:t>
            </a:r>
            <a:r>
              <a:rPr lang="en-US" sz="3600" dirty="0"/>
              <a:t>Mobile</a:t>
            </a:r>
            <a:br>
              <a:rPr lang="id-ID" sz="3600" dirty="0"/>
            </a:br>
            <a:endParaRPr lang="en-ID" sz="3529" dirty="0"/>
          </a:p>
        </p:txBody>
      </p:sp>
      <p:sp>
        <p:nvSpPr>
          <p:cNvPr id="5" name="Title 1">
            <a:extLst>
              <a:ext uri="{FF2B5EF4-FFF2-40B4-BE49-F238E27FC236}">
                <a16:creationId xmlns:a16="http://schemas.microsoft.com/office/drawing/2014/main" id="{1F90BE7D-5859-F653-7FCE-1862012BDF8F}"/>
              </a:ext>
            </a:extLst>
          </p:cNvPr>
          <p:cNvSpPr txBox="1">
            <a:spLocks/>
          </p:cNvSpPr>
          <p:nvPr/>
        </p:nvSpPr>
        <p:spPr>
          <a:xfrm>
            <a:off x="356780" y="1955022"/>
            <a:ext cx="9727021" cy="468177"/>
          </a:xfrm>
          <a:prstGeom prst="rect">
            <a:avLst/>
          </a:prstGeom>
        </p:spPr>
        <p:txBody>
          <a:bodyPr anchor="ctr">
            <a:noAutofit/>
          </a:bodyPr>
          <a:lstStyle>
            <a:lvl1pPr algn="l" defTabSz="914400" rtl="0" eaLnBrk="1" latinLnBrk="1" hangingPunct="1">
              <a:spcBef>
                <a:spcPct val="0"/>
              </a:spcBef>
              <a:buNone/>
              <a:defRPr sz="4000" b="1" kern="1200" baseline="0">
                <a:solidFill>
                  <a:schemeClr val="tx1"/>
                </a:solidFill>
                <a:latin typeface="Arial" pitchFamily="34" charset="0"/>
                <a:ea typeface="+mj-ea"/>
                <a:cs typeface="Arial" pitchFamily="34" charset="0"/>
              </a:defRPr>
            </a:lvl1pPr>
          </a:lstStyle>
          <a:p>
            <a:endParaRPr lang="id-ID" sz="2647" dirty="0"/>
          </a:p>
        </p:txBody>
      </p:sp>
      <p:sp>
        <p:nvSpPr>
          <p:cNvPr id="6" name="Content Placeholder 2">
            <a:extLst>
              <a:ext uri="{FF2B5EF4-FFF2-40B4-BE49-F238E27FC236}">
                <a16:creationId xmlns:a16="http://schemas.microsoft.com/office/drawing/2014/main" id="{583653E3-7829-51BB-4599-CAD1F1B8F669}"/>
              </a:ext>
            </a:extLst>
          </p:cNvPr>
          <p:cNvSpPr>
            <a:spLocks noGrp="1"/>
          </p:cNvSpPr>
          <p:nvPr>
            <p:ph idx="1"/>
          </p:nvPr>
        </p:nvSpPr>
        <p:spPr>
          <a:xfrm>
            <a:off x="184094" y="1925474"/>
            <a:ext cx="9715612" cy="5637376"/>
          </a:xfrm>
        </p:spPr>
        <p:txBody>
          <a:bodyPr>
            <a:normAutofit/>
          </a:bodyPr>
          <a:lstStyle/>
          <a:p>
            <a:pPr algn="just">
              <a:buFont typeface="Wingdings" panose="05000000000000000000" pitchFamily="2" charset="2"/>
              <a:buChar char="Ø"/>
            </a:pPr>
            <a:r>
              <a:rPr lang="id-ID" sz="2206" dirty="0">
                <a:latin typeface="Arial" panose="020B0604020202020204" pitchFamily="34" charset="0"/>
                <a:cs typeface="Arial" panose="020B0604020202020204" pitchFamily="34" charset="0"/>
              </a:rPr>
              <a:t>Perangkat komputasi bergerak seperti pada smartphone dan tablet, tidak bisa dilepaskan dari adanya sistem operasi (operating system). Sebagaimana sistem operasi pada komputer, sistem operasi pada perangkat mobile berfungsi untuk mengelola sumber daya perangkat bergerak dan menyediakan layanan (servis) yang bersifat umum agar bisa diakses oleh aplikasi yang berjalan di atasnya. </a:t>
            </a:r>
            <a:endParaRPr lang="en-US" sz="2206"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id-ID" sz="2206" dirty="0">
                <a:latin typeface="Arial" panose="020B0604020202020204" pitchFamily="34" charset="0"/>
                <a:cs typeface="Arial" panose="020B0604020202020204" pitchFamily="34" charset="0"/>
              </a:rPr>
              <a:t>Sistem operasi pada perangkat mobile memadukan kemampuan sistem </a:t>
            </a:r>
            <a:r>
              <a:rPr lang="en-US" sz="2206" dirty="0">
                <a:latin typeface="Arial" panose="020B0604020202020204" pitchFamily="34" charset="0"/>
                <a:cs typeface="Arial" panose="020B0604020202020204" pitchFamily="34" charset="0"/>
              </a:rPr>
              <a:t> </a:t>
            </a:r>
            <a:r>
              <a:rPr lang="id-ID" sz="2206" dirty="0">
                <a:latin typeface="Arial" panose="020B0604020202020204" pitchFamily="34" charset="0"/>
                <a:cs typeface="Arial" panose="020B0604020202020204" pitchFamily="34" charset="0"/>
              </a:rPr>
              <a:t>operasi pada komputer dengan kemampuan untuk mengelola komponen yang biasa ada dalam perangkat mobile seperti layar sentuh, jaringan seluler, bluetooth, WiFi, navigasi GPS, NFC, dan fitur standar lainnya. Jadi </a:t>
            </a:r>
            <a:r>
              <a:rPr lang="en-US" sz="2206" dirty="0">
                <a:latin typeface="Arial" panose="020B0604020202020204" pitchFamily="34" charset="0"/>
                <a:cs typeface="Arial" panose="020B0604020202020204" pitchFamily="34" charset="0"/>
              </a:rPr>
              <a:t> </a:t>
            </a:r>
            <a:r>
              <a:rPr lang="id-ID" sz="2206" dirty="0">
                <a:latin typeface="Arial" panose="020B0604020202020204" pitchFamily="34" charset="0"/>
                <a:cs typeface="Arial" panose="020B0604020202020204" pitchFamily="34" charset="0"/>
              </a:rPr>
              <a:t>sistem operasi perangkat bergerak memiliki kelebihan dalam mengelola </a:t>
            </a:r>
            <a:r>
              <a:rPr lang="en-US" sz="2206" dirty="0">
                <a:latin typeface="Arial" panose="020B0604020202020204" pitchFamily="34" charset="0"/>
                <a:cs typeface="Arial" panose="020B0604020202020204" pitchFamily="34" charset="0"/>
              </a:rPr>
              <a:t> </a:t>
            </a:r>
            <a:r>
              <a:rPr lang="id-ID" sz="2206" dirty="0">
                <a:latin typeface="Arial" panose="020B0604020202020204" pitchFamily="34" charset="0"/>
                <a:cs typeface="Arial" panose="020B0604020202020204" pitchFamily="34" charset="0"/>
              </a:rPr>
              <a:t>secara langsung hardware yang disertakan.</a:t>
            </a:r>
          </a:p>
          <a:p>
            <a:endParaRPr lang="id-ID" sz="2206"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5920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0B2CB-3980-CF96-DAD6-FDB714705E10}"/>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D71F81FC-387D-159D-920E-BE3D06CB15B3}"/>
              </a:ext>
            </a:extLst>
          </p:cNvPr>
          <p:cNvSpPr>
            <a:spLocks noGrp="1"/>
          </p:cNvSpPr>
          <p:nvPr>
            <p:ph type="title"/>
          </p:nvPr>
        </p:nvSpPr>
        <p:spPr>
          <a:xfrm>
            <a:off x="823089" y="488883"/>
            <a:ext cx="8623300" cy="675120"/>
          </a:xfrm>
        </p:spPr>
        <p:txBody>
          <a:bodyPr>
            <a:normAutofit fontScale="90000"/>
          </a:bodyPr>
          <a:lstStyle/>
          <a:p>
            <a:r>
              <a:rPr lang="en-US" sz="3600" dirty="0" err="1"/>
              <a:t>Kelebihan</a:t>
            </a:r>
            <a:r>
              <a:rPr lang="en-US" sz="3600" dirty="0"/>
              <a:t> dan </a:t>
            </a:r>
            <a:r>
              <a:rPr lang="en-US" sz="3600" dirty="0" err="1"/>
              <a:t>Kekurangan</a:t>
            </a:r>
            <a:r>
              <a:rPr lang="en-US" sz="3600" dirty="0"/>
              <a:t> </a:t>
            </a:r>
            <a:r>
              <a:rPr lang="en-US" sz="3600" dirty="0" err="1"/>
              <a:t>Sistem</a:t>
            </a:r>
            <a:r>
              <a:rPr lang="en-US" sz="3600" dirty="0"/>
              <a:t> </a:t>
            </a:r>
            <a:r>
              <a:rPr lang="en-US" sz="3600" dirty="0" err="1"/>
              <a:t>Operasi</a:t>
            </a:r>
            <a:r>
              <a:rPr lang="en-US" sz="3600" dirty="0"/>
              <a:t> Mobile</a:t>
            </a:r>
            <a:br>
              <a:rPr lang="id-ID" sz="3600" dirty="0"/>
            </a:br>
            <a:endParaRPr lang="id-ID" sz="3600" dirty="0"/>
          </a:p>
        </p:txBody>
      </p:sp>
      <p:sp>
        <p:nvSpPr>
          <p:cNvPr id="8" name="Title 1">
            <a:extLst>
              <a:ext uri="{FF2B5EF4-FFF2-40B4-BE49-F238E27FC236}">
                <a16:creationId xmlns:a16="http://schemas.microsoft.com/office/drawing/2014/main" id="{F25F7267-465C-F4EF-20D1-FA3EF1D1D129}"/>
              </a:ext>
            </a:extLst>
          </p:cNvPr>
          <p:cNvSpPr txBox="1">
            <a:spLocks/>
          </p:cNvSpPr>
          <p:nvPr/>
        </p:nvSpPr>
        <p:spPr>
          <a:xfrm>
            <a:off x="530360" y="1716796"/>
            <a:ext cx="9568203" cy="367339"/>
          </a:xfrm>
          <a:prstGeom prst="rect">
            <a:avLst/>
          </a:prstGeom>
        </p:spPr>
        <p:txBody>
          <a:bodyPr anchor="ctr">
            <a:noAutofit/>
          </a:bodyPr>
          <a:lstStyle>
            <a:lvl1pPr algn="l" defTabSz="914400" rtl="0" eaLnBrk="1" latinLnBrk="1" hangingPunct="1">
              <a:spcBef>
                <a:spcPct val="0"/>
              </a:spcBef>
              <a:buNone/>
              <a:defRPr sz="4000" b="1" kern="1200" baseline="0">
                <a:solidFill>
                  <a:schemeClr val="tx1"/>
                </a:solidFill>
                <a:latin typeface="Arial" pitchFamily="34" charset="0"/>
                <a:ea typeface="+mj-ea"/>
                <a:cs typeface="Arial" pitchFamily="34" charset="0"/>
              </a:defRPr>
            </a:lvl1pPr>
          </a:lstStyle>
          <a:p>
            <a:endParaRPr lang="id-ID" sz="2647" dirty="0"/>
          </a:p>
        </p:txBody>
      </p:sp>
      <p:sp>
        <p:nvSpPr>
          <p:cNvPr id="4" name="Content Placeholder 2">
            <a:extLst>
              <a:ext uri="{FF2B5EF4-FFF2-40B4-BE49-F238E27FC236}">
                <a16:creationId xmlns:a16="http://schemas.microsoft.com/office/drawing/2014/main" id="{43DEC46F-C51A-7739-8964-8FB65D2C1DF1}"/>
              </a:ext>
            </a:extLst>
          </p:cNvPr>
          <p:cNvSpPr txBox="1">
            <a:spLocks/>
          </p:cNvSpPr>
          <p:nvPr/>
        </p:nvSpPr>
        <p:spPr>
          <a:xfrm>
            <a:off x="234051" y="1495425"/>
            <a:ext cx="9281289" cy="5240982"/>
          </a:xfrm>
          <a:prstGeom prst="rect">
            <a:avLst/>
          </a:prstGeom>
        </p:spPr>
        <p:txBody>
          <a:bodyPr vert="horz" lIns="100838" tIns="50419" rIns="100838" bIns="50419"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buClr>
                <a:srgbClr val="30ACEC">
                  <a:lumMod val="75000"/>
                </a:srgbClr>
              </a:buClr>
            </a:pPr>
            <a:r>
              <a:rPr lang="id-ID" sz="2206" b="1" dirty="0">
                <a:solidFill>
                  <a:sysClr val="windowText" lastClr="000000"/>
                </a:solidFill>
                <a:latin typeface="Arial" panose="020B0604020202020204" pitchFamily="34" charset="0"/>
                <a:cs typeface="Arial" panose="020B0604020202020204" pitchFamily="34" charset="0"/>
              </a:rPr>
              <a:t>Kelebihan</a:t>
            </a:r>
            <a:r>
              <a:rPr lang="en-US" sz="2206" dirty="0">
                <a:solidFill>
                  <a:sysClr val="windowText" lastClr="000000"/>
                </a:solidFill>
                <a:latin typeface="Arial" panose="020B0604020202020204" pitchFamily="34" charset="0"/>
                <a:cs typeface="Arial" panose="020B0604020202020204" pitchFamily="34" charset="0"/>
              </a:rPr>
              <a:t>:</a:t>
            </a:r>
            <a:r>
              <a:rPr lang="id-ID" sz="2206" dirty="0">
                <a:solidFill>
                  <a:sysClr val="windowText" lastClr="000000"/>
                </a:solidFill>
                <a:latin typeface="Arial" panose="020B0604020202020204" pitchFamily="34" charset="0"/>
                <a:cs typeface="Arial" panose="020B0604020202020204" pitchFamily="34" charset="0"/>
              </a:rPr>
              <a:t> </a:t>
            </a:r>
            <a:endParaRPr lang="en-US" sz="2206" dirty="0">
              <a:solidFill>
                <a:sysClr val="windowText" lastClr="000000"/>
              </a:solidFill>
              <a:latin typeface="Arial" panose="020B0604020202020204" pitchFamily="34" charset="0"/>
              <a:cs typeface="Arial" panose="020B0604020202020204" pitchFamily="34" charset="0"/>
            </a:endParaRPr>
          </a:p>
          <a:p>
            <a:pPr algn="just">
              <a:buClr>
                <a:srgbClr val="30ACEC">
                  <a:lumMod val="75000"/>
                </a:srgbClr>
              </a:buClr>
              <a:buFont typeface="Wingdings" panose="05000000000000000000" pitchFamily="2" charset="2"/>
              <a:buChar char="Ø"/>
            </a:pPr>
            <a:r>
              <a:rPr lang="en-US" sz="2206" dirty="0">
                <a:solidFill>
                  <a:sysClr val="windowText" lastClr="000000"/>
                </a:solidFill>
                <a:latin typeface="Arial" panose="020B0604020202020204" pitchFamily="34" charset="0"/>
                <a:cs typeface="Arial" panose="020B0604020202020204" pitchFamily="34" charset="0"/>
              </a:rPr>
              <a:t>B</a:t>
            </a:r>
            <a:r>
              <a:rPr lang="id-ID" sz="2206" dirty="0">
                <a:solidFill>
                  <a:sysClr val="windowText" lastClr="000000"/>
                </a:solidFill>
                <a:latin typeface="Arial" panose="020B0604020202020204" pitchFamily="34" charset="0"/>
                <a:cs typeface="Arial" panose="020B0604020202020204" pitchFamily="34" charset="0"/>
              </a:rPr>
              <a:t>isa melakukan lebih dari sekadar fitur telepon dan bisa memiliki perangkat keras yang lebih tinggi yang tidak dimiliki fitur telepon seperti RAM, Prosesor dan sebagainya. </a:t>
            </a:r>
            <a:endParaRPr lang="en-US" sz="2206" dirty="0">
              <a:solidFill>
                <a:sysClr val="windowText" lastClr="000000"/>
              </a:solidFill>
              <a:latin typeface="Arial" panose="020B0604020202020204" pitchFamily="34" charset="0"/>
              <a:cs typeface="Arial" panose="020B0604020202020204" pitchFamily="34" charset="0"/>
            </a:endParaRPr>
          </a:p>
          <a:p>
            <a:pPr algn="just">
              <a:buClr>
                <a:srgbClr val="30ACEC">
                  <a:lumMod val="75000"/>
                </a:srgbClr>
              </a:buClr>
              <a:buFont typeface="Wingdings" panose="05000000000000000000" pitchFamily="2" charset="2"/>
              <a:buChar char="Ø"/>
            </a:pPr>
            <a:r>
              <a:rPr lang="id-ID" sz="2206" dirty="0">
                <a:solidFill>
                  <a:sysClr val="windowText" lastClr="000000"/>
                </a:solidFill>
                <a:latin typeface="Arial" panose="020B0604020202020204" pitchFamily="34" charset="0"/>
                <a:cs typeface="Arial" panose="020B0604020202020204" pitchFamily="34" charset="0"/>
              </a:rPr>
              <a:t>Sistem oprasi mobile menyediakan fungsi yang lebih banyak dan lebih maju</a:t>
            </a:r>
            <a:r>
              <a:rPr lang="en-US" sz="2206" dirty="0">
                <a:solidFill>
                  <a:sysClr val="windowText" lastClr="000000"/>
                </a:solidFill>
                <a:latin typeface="Arial" panose="020B0604020202020204" pitchFamily="34" charset="0"/>
                <a:cs typeface="Arial" panose="020B0604020202020204" pitchFamily="34" charset="0"/>
              </a:rPr>
              <a:t> </a:t>
            </a:r>
            <a:r>
              <a:rPr lang="en-US" sz="2206" dirty="0" err="1">
                <a:solidFill>
                  <a:sysClr val="windowText" lastClr="000000"/>
                </a:solidFill>
                <a:latin typeface="Arial" panose="020B0604020202020204" pitchFamily="34" charset="0"/>
                <a:cs typeface="Arial" panose="020B0604020202020204" pitchFamily="34" charset="0"/>
              </a:rPr>
              <a:t>serta</a:t>
            </a:r>
            <a:r>
              <a:rPr lang="id-ID" sz="2206" dirty="0">
                <a:solidFill>
                  <a:sysClr val="windowText" lastClr="000000"/>
                </a:solidFill>
                <a:latin typeface="Arial" panose="020B0604020202020204" pitchFamily="34" charset="0"/>
                <a:cs typeface="Arial" panose="020B0604020202020204" pitchFamily="34" charset="0"/>
              </a:rPr>
              <a:t> internet </a:t>
            </a:r>
            <a:r>
              <a:rPr lang="en-US" sz="2206" dirty="0">
                <a:solidFill>
                  <a:sysClr val="windowText" lastClr="000000"/>
                </a:solidFill>
                <a:latin typeface="Arial" panose="020B0604020202020204" pitchFamily="34" charset="0"/>
                <a:cs typeface="Arial" panose="020B0604020202020204" pitchFamily="34" charset="0"/>
              </a:rPr>
              <a:t>yang </a:t>
            </a:r>
            <a:r>
              <a:rPr lang="en-US" sz="2206" dirty="0" err="1">
                <a:solidFill>
                  <a:sysClr val="windowText" lastClr="000000"/>
                </a:solidFill>
                <a:latin typeface="Arial" panose="020B0604020202020204" pitchFamily="34" charset="0"/>
                <a:cs typeface="Arial" panose="020B0604020202020204" pitchFamily="34" charset="0"/>
              </a:rPr>
              <a:t>dapat</a:t>
            </a:r>
            <a:r>
              <a:rPr lang="en-US" sz="2206" dirty="0">
                <a:solidFill>
                  <a:sysClr val="windowText" lastClr="000000"/>
                </a:solidFill>
                <a:latin typeface="Arial" panose="020B0604020202020204" pitchFamily="34" charset="0"/>
                <a:cs typeface="Arial" panose="020B0604020202020204" pitchFamily="34" charset="0"/>
              </a:rPr>
              <a:t> </a:t>
            </a:r>
            <a:r>
              <a:rPr lang="id-ID" sz="2206" dirty="0">
                <a:solidFill>
                  <a:sysClr val="windowText" lastClr="000000"/>
                </a:solidFill>
                <a:latin typeface="Arial" panose="020B0604020202020204" pitchFamily="34" charset="0"/>
                <a:cs typeface="Arial" panose="020B0604020202020204" pitchFamily="34" charset="0"/>
              </a:rPr>
              <a:t>bekerja lebih baik pada sistem operasi mobile</a:t>
            </a:r>
            <a:r>
              <a:rPr lang="en-US" sz="2206" dirty="0">
                <a:solidFill>
                  <a:sysClr val="windowText" lastClr="000000"/>
                </a:solidFill>
                <a:latin typeface="Arial" panose="020B0604020202020204" pitchFamily="34" charset="0"/>
                <a:cs typeface="Arial" panose="020B0604020202020204" pitchFamily="34" charset="0"/>
              </a:rPr>
              <a:t>, </a:t>
            </a:r>
            <a:r>
              <a:rPr lang="id-ID" sz="2206" dirty="0">
                <a:solidFill>
                  <a:sysClr val="windowText" lastClr="000000"/>
                </a:solidFill>
                <a:latin typeface="Arial" panose="020B0604020202020204" pitchFamily="34" charset="0"/>
                <a:cs typeface="Arial" panose="020B0604020202020204" pitchFamily="34" charset="0"/>
              </a:rPr>
              <a:t>sehingga bisa mereka lakukan lebih dari sekedar fitur khas ponsel biasa.</a:t>
            </a:r>
            <a:endParaRPr lang="en-US" sz="2206" dirty="0">
              <a:solidFill>
                <a:sysClr val="windowText" lastClr="000000"/>
              </a:solidFill>
              <a:latin typeface="Arial" panose="020B0604020202020204" pitchFamily="34" charset="0"/>
              <a:cs typeface="Arial" panose="020B0604020202020204" pitchFamily="34" charset="0"/>
            </a:endParaRPr>
          </a:p>
          <a:p>
            <a:pPr algn="just">
              <a:buClr>
                <a:srgbClr val="30ACEC">
                  <a:lumMod val="75000"/>
                </a:srgbClr>
              </a:buClr>
            </a:pPr>
            <a:r>
              <a:rPr lang="id-ID" sz="2206" b="1" dirty="0">
                <a:solidFill>
                  <a:sysClr val="windowText" lastClr="000000"/>
                </a:solidFill>
                <a:latin typeface="Arial" panose="020B0604020202020204" pitchFamily="34" charset="0"/>
                <a:cs typeface="Arial" panose="020B0604020202020204" pitchFamily="34" charset="0"/>
              </a:rPr>
              <a:t>Kelemahan</a:t>
            </a:r>
            <a:r>
              <a:rPr lang="en-US" sz="2206" dirty="0">
                <a:solidFill>
                  <a:sysClr val="windowText" lastClr="000000"/>
                </a:solidFill>
                <a:latin typeface="Arial" panose="020B0604020202020204" pitchFamily="34" charset="0"/>
                <a:cs typeface="Arial" panose="020B0604020202020204" pitchFamily="34" charset="0"/>
              </a:rPr>
              <a:t>:</a:t>
            </a:r>
            <a:r>
              <a:rPr lang="id-ID" sz="2206" dirty="0">
                <a:solidFill>
                  <a:sysClr val="windowText" lastClr="000000"/>
                </a:solidFill>
                <a:latin typeface="Arial" panose="020B0604020202020204" pitchFamily="34" charset="0"/>
                <a:cs typeface="Arial" panose="020B0604020202020204" pitchFamily="34" charset="0"/>
              </a:rPr>
              <a:t> </a:t>
            </a:r>
            <a:endParaRPr lang="en-US" sz="2206" dirty="0">
              <a:solidFill>
                <a:sysClr val="windowText" lastClr="000000"/>
              </a:solidFill>
              <a:latin typeface="Arial" panose="020B0604020202020204" pitchFamily="34" charset="0"/>
              <a:cs typeface="Arial" panose="020B0604020202020204" pitchFamily="34" charset="0"/>
            </a:endParaRPr>
          </a:p>
          <a:p>
            <a:pPr algn="just">
              <a:buClr>
                <a:srgbClr val="30ACEC">
                  <a:lumMod val="75000"/>
                </a:srgbClr>
              </a:buClr>
              <a:buFont typeface="Wingdings" panose="05000000000000000000" pitchFamily="2" charset="2"/>
              <a:buChar char="Ø"/>
            </a:pPr>
            <a:r>
              <a:rPr lang="en-US" sz="2206" dirty="0">
                <a:solidFill>
                  <a:sysClr val="windowText" lastClr="000000"/>
                </a:solidFill>
                <a:latin typeface="Arial" panose="020B0604020202020204" pitchFamily="34" charset="0"/>
                <a:cs typeface="Arial" panose="020B0604020202020204" pitchFamily="34" charset="0"/>
              </a:rPr>
              <a:t>S</a:t>
            </a:r>
            <a:r>
              <a:rPr lang="id-ID" sz="2206" dirty="0">
                <a:solidFill>
                  <a:sysClr val="windowText" lastClr="000000"/>
                </a:solidFill>
                <a:latin typeface="Arial" panose="020B0604020202020204" pitchFamily="34" charset="0"/>
                <a:cs typeface="Arial" panose="020B0604020202020204" pitchFamily="34" charset="0"/>
              </a:rPr>
              <a:t>martphone (yang merupakan ponsel yang berjalan di OS dan bisa melakukan lebih dari sekadar fitur telepon) lebih banyak</a:t>
            </a:r>
            <a:r>
              <a:rPr lang="en-US" sz="2206" dirty="0">
                <a:solidFill>
                  <a:sysClr val="windowText" lastClr="000000"/>
                </a:solidFill>
                <a:latin typeface="Arial" panose="020B0604020202020204" pitchFamily="34" charset="0"/>
                <a:cs typeface="Arial" panose="020B0604020202020204" pitchFamily="34" charset="0"/>
              </a:rPr>
              <a:t> </a:t>
            </a:r>
            <a:r>
              <a:rPr lang="id-ID" sz="2206" dirty="0">
                <a:solidFill>
                  <a:sysClr val="windowText" lastClr="000000"/>
                </a:solidFill>
                <a:latin typeface="Arial" panose="020B0604020202020204" pitchFamily="34" charset="0"/>
                <a:cs typeface="Arial" panose="020B0604020202020204" pitchFamily="34" charset="0"/>
              </a:rPr>
              <a:t>memerlukan daya </a:t>
            </a:r>
            <a:r>
              <a:rPr lang="id-ID" sz="2206" dirty="0" err="1">
                <a:solidFill>
                  <a:sysClr val="windowText" lastClr="000000"/>
                </a:solidFill>
                <a:latin typeface="Arial" panose="020B0604020202020204" pitchFamily="34" charset="0"/>
                <a:cs typeface="Arial" panose="020B0604020202020204" pitchFamily="34" charset="0"/>
              </a:rPr>
              <a:t>bat</a:t>
            </a:r>
            <a:r>
              <a:rPr lang="en-US" sz="2206" dirty="0">
                <a:solidFill>
                  <a:sysClr val="windowText" lastClr="000000"/>
                </a:solidFill>
                <a:latin typeface="Arial" panose="020B0604020202020204" pitchFamily="34" charset="0"/>
                <a:cs typeface="Arial" panose="020B0604020202020204" pitchFamily="34" charset="0"/>
              </a:rPr>
              <a:t>e</a:t>
            </a:r>
            <a:r>
              <a:rPr lang="id-ID" sz="2206" dirty="0">
                <a:solidFill>
                  <a:sysClr val="windowText" lastClr="000000"/>
                </a:solidFill>
                <a:latin typeface="Arial" panose="020B0604020202020204" pitchFamily="34" charset="0"/>
                <a:cs typeface="Arial" panose="020B0604020202020204" pitchFamily="34" charset="0"/>
              </a:rPr>
              <a:t>rai yang membuat masa pakai baterai lebih pendek.</a:t>
            </a:r>
          </a:p>
          <a:p>
            <a:pPr marL="315125" indent="-315125" defTabSz="504200">
              <a:spcAft>
                <a:spcPts val="662"/>
              </a:spcAft>
              <a:buClr>
                <a:srgbClr val="30ACEC">
                  <a:lumMod val="75000"/>
                </a:srgbClr>
              </a:buClr>
              <a:defRPr/>
            </a:pPr>
            <a:endParaRPr lang="id-ID" sz="2206" dirty="0">
              <a:solidFill>
                <a:sysClr val="windowText" lastClr="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7485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4312" y="847129"/>
            <a:ext cx="11595915" cy="572849"/>
          </a:xfrm>
          <a:prstGeom prst="rect">
            <a:avLst/>
          </a:prstGeom>
        </p:spPr>
        <p:txBody>
          <a:bodyPr vert="horz" wrap="square" lIns="0" tIns="12700" rIns="0" bIns="0" rtlCol="0" anchor="ctr">
            <a:spAutoFit/>
          </a:bodyPr>
          <a:lstStyle/>
          <a:p>
            <a:pPr marL="41909">
              <a:lnSpc>
                <a:spcPct val="100000"/>
              </a:lnSpc>
              <a:spcBef>
                <a:spcPts val="100"/>
              </a:spcBef>
            </a:pPr>
            <a:r>
              <a:rPr dirty="0"/>
              <a:t>Overview</a:t>
            </a:r>
            <a:r>
              <a:rPr spc="-40" dirty="0"/>
              <a:t> </a:t>
            </a:r>
            <a:r>
              <a:rPr spc="50" dirty="0"/>
              <a:t>Platform</a:t>
            </a:r>
            <a:r>
              <a:rPr spc="-45" dirty="0"/>
              <a:t> </a:t>
            </a:r>
            <a:r>
              <a:rPr spc="160" dirty="0"/>
              <a:t>OS</a:t>
            </a:r>
            <a:r>
              <a:rPr spc="-35" dirty="0"/>
              <a:t> </a:t>
            </a:r>
            <a:r>
              <a:rPr spc="-10" dirty="0"/>
              <a:t>Mobile</a:t>
            </a:r>
          </a:p>
        </p:txBody>
      </p:sp>
      <p:sp>
        <p:nvSpPr>
          <p:cNvPr id="3" name="object 3"/>
          <p:cNvSpPr txBox="1"/>
          <p:nvPr/>
        </p:nvSpPr>
        <p:spPr>
          <a:xfrm>
            <a:off x="580391" y="1853530"/>
            <a:ext cx="141605" cy="189796"/>
          </a:xfrm>
          <a:prstGeom prst="rect">
            <a:avLst/>
          </a:prstGeom>
        </p:spPr>
        <p:txBody>
          <a:bodyPr vert="horz" wrap="square" lIns="0" tIns="12700" rIns="0" bIns="0" rtlCol="0">
            <a:spAutoFit/>
          </a:bodyPr>
          <a:lstStyle/>
          <a:p>
            <a:pPr marL="12700">
              <a:spcBef>
                <a:spcPts val="100"/>
              </a:spcBef>
            </a:pPr>
            <a:r>
              <a:rPr sz="1150" dirty="0">
                <a:latin typeface="OpenSymbol"/>
                <a:cs typeface="OpenSymbol"/>
              </a:rPr>
              <a:t>●</a:t>
            </a:r>
            <a:endParaRPr sz="1150">
              <a:latin typeface="OpenSymbol"/>
              <a:cs typeface="OpenSymbol"/>
            </a:endParaRPr>
          </a:p>
        </p:txBody>
      </p:sp>
      <p:sp>
        <p:nvSpPr>
          <p:cNvPr id="4" name="object 4"/>
          <p:cNvSpPr txBox="1"/>
          <p:nvPr/>
        </p:nvSpPr>
        <p:spPr>
          <a:xfrm>
            <a:off x="845819" y="1751930"/>
            <a:ext cx="2409190" cy="415498"/>
          </a:xfrm>
          <a:prstGeom prst="rect">
            <a:avLst/>
          </a:prstGeom>
        </p:spPr>
        <p:txBody>
          <a:bodyPr vert="horz" wrap="square" lIns="0" tIns="15240" rIns="0" bIns="0" rtlCol="0">
            <a:spAutoFit/>
          </a:bodyPr>
          <a:lstStyle/>
          <a:p>
            <a:pPr marL="12700">
              <a:spcBef>
                <a:spcPts val="120"/>
              </a:spcBef>
            </a:pPr>
            <a:r>
              <a:rPr sz="2600" dirty="0">
                <a:latin typeface="Calibri"/>
                <a:cs typeface="Calibri"/>
              </a:rPr>
              <a:t>Platform</a:t>
            </a:r>
            <a:r>
              <a:rPr sz="2600" spc="260" dirty="0">
                <a:latin typeface="Calibri"/>
                <a:cs typeface="Calibri"/>
              </a:rPr>
              <a:t> </a:t>
            </a:r>
            <a:r>
              <a:rPr sz="2600" spc="35" dirty="0">
                <a:latin typeface="Calibri"/>
                <a:cs typeface="Calibri"/>
              </a:rPr>
              <a:t>populer</a:t>
            </a:r>
            <a:endParaRPr sz="2600">
              <a:latin typeface="Calibri"/>
              <a:cs typeface="Calibri"/>
            </a:endParaRPr>
          </a:p>
        </p:txBody>
      </p:sp>
      <p:sp>
        <p:nvSpPr>
          <p:cNvPr id="5" name="object 5"/>
          <p:cNvSpPr txBox="1"/>
          <p:nvPr/>
        </p:nvSpPr>
        <p:spPr>
          <a:xfrm>
            <a:off x="934719" y="2790790"/>
            <a:ext cx="146685" cy="275717"/>
          </a:xfrm>
          <a:prstGeom prst="rect">
            <a:avLst/>
          </a:prstGeom>
        </p:spPr>
        <p:txBody>
          <a:bodyPr vert="horz" wrap="square" lIns="0" tIns="13970" rIns="0" bIns="0" rtlCol="0">
            <a:spAutoFit/>
          </a:bodyPr>
          <a:lstStyle/>
          <a:p>
            <a:pPr marL="12700">
              <a:spcBef>
                <a:spcPts val="110"/>
              </a:spcBef>
            </a:pPr>
            <a:r>
              <a:rPr sz="1700" spc="5" dirty="0">
                <a:latin typeface="OpenSymbol"/>
                <a:cs typeface="OpenSymbol"/>
              </a:rPr>
              <a:t>–</a:t>
            </a:r>
            <a:endParaRPr sz="1700">
              <a:latin typeface="OpenSymbol"/>
              <a:cs typeface="OpenSymbol"/>
            </a:endParaRPr>
          </a:p>
        </p:txBody>
      </p:sp>
      <p:sp>
        <p:nvSpPr>
          <p:cNvPr id="6" name="object 6"/>
          <p:cNvSpPr txBox="1"/>
          <p:nvPr/>
        </p:nvSpPr>
        <p:spPr>
          <a:xfrm>
            <a:off x="934719" y="3273389"/>
            <a:ext cx="146685" cy="275717"/>
          </a:xfrm>
          <a:prstGeom prst="rect">
            <a:avLst/>
          </a:prstGeom>
        </p:spPr>
        <p:txBody>
          <a:bodyPr vert="horz" wrap="square" lIns="0" tIns="13970" rIns="0" bIns="0" rtlCol="0">
            <a:spAutoFit/>
          </a:bodyPr>
          <a:lstStyle/>
          <a:p>
            <a:pPr marL="12700">
              <a:spcBef>
                <a:spcPts val="110"/>
              </a:spcBef>
            </a:pPr>
            <a:r>
              <a:rPr sz="1700" spc="5" dirty="0">
                <a:latin typeface="OpenSymbol"/>
                <a:cs typeface="OpenSymbol"/>
              </a:rPr>
              <a:t>–</a:t>
            </a:r>
            <a:endParaRPr sz="1700">
              <a:latin typeface="OpenSymbol"/>
              <a:cs typeface="OpenSymbol"/>
            </a:endParaRPr>
          </a:p>
        </p:txBody>
      </p:sp>
      <p:sp>
        <p:nvSpPr>
          <p:cNvPr id="7" name="object 7"/>
          <p:cNvSpPr txBox="1"/>
          <p:nvPr/>
        </p:nvSpPr>
        <p:spPr>
          <a:xfrm>
            <a:off x="934720" y="2153251"/>
            <a:ext cx="2240915" cy="1471941"/>
          </a:xfrm>
          <a:prstGeom prst="rect">
            <a:avLst/>
          </a:prstGeom>
        </p:spPr>
        <p:txBody>
          <a:bodyPr vert="horz" wrap="square" lIns="0" tIns="12700" rIns="0" bIns="0" rtlCol="0">
            <a:spAutoFit/>
          </a:bodyPr>
          <a:lstStyle/>
          <a:p>
            <a:pPr marL="278123" marR="5080" indent="-265424">
              <a:lnSpc>
                <a:spcPct val="137700"/>
              </a:lnSpc>
              <a:spcBef>
                <a:spcPts val="100"/>
              </a:spcBef>
            </a:pPr>
            <a:r>
              <a:rPr sz="2550" baseline="13071" dirty="0">
                <a:latin typeface="OpenSymbol"/>
                <a:cs typeface="OpenSymbol"/>
              </a:rPr>
              <a:t>–</a:t>
            </a:r>
            <a:r>
              <a:rPr sz="2550" spc="412" baseline="13071" dirty="0">
                <a:latin typeface="OpenSymbol"/>
                <a:cs typeface="OpenSymbol"/>
              </a:rPr>
              <a:t> </a:t>
            </a:r>
            <a:r>
              <a:rPr sz="2300" spc="-10" dirty="0">
                <a:latin typeface="Calibri"/>
                <a:cs typeface="Calibri"/>
              </a:rPr>
              <a:t>Windows</a:t>
            </a:r>
            <a:r>
              <a:rPr sz="2300" spc="-65" dirty="0">
                <a:latin typeface="Calibri"/>
                <a:cs typeface="Calibri"/>
              </a:rPr>
              <a:t> </a:t>
            </a:r>
            <a:r>
              <a:rPr sz="2300" spc="-20" dirty="0">
                <a:latin typeface="Calibri"/>
                <a:cs typeface="Calibri"/>
              </a:rPr>
              <a:t>Phone </a:t>
            </a:r>
            <a:r>
              <a:rPr sz="2300" spc="35" dirty="0">
                <a:latin typeface="Calibri"/>
                <a:cs typeface="Calibri"/>
              </a:rPr>
              <a:t>iOS</a:t>
            </a:r>
            <a:endParaRPr sz="2300">
              <a:latin typeface="Calibri"/>
              <a:cs typeface="Calibri"/>
            </a:endParaRPr>
          </a:p>
          <a:p>
            <a:pPr marL="278123">
              <a:spcBef>
                <a:spcPts val="1040"/>
              </a:spcBef>
            </a:pPr>
            <a:r>
              <a:rPr sz="2300" spc="-10" dirty="0">
                <a:latin typeface="Calibri"/>
                <a:cs typeface="Calibri"/>
              </a:rPr>
              <a:t>Android</a:t>
            </a:r>
            <a:endParaRPr sz="2300">
              <a:latin typeface="Calibri"/>
              <a:cs typeface="Calibri"/>
            </a:endParaRPr>
          </a:p>
        </p:txBody>
      </p:sp>
      <p:sp>
        <p:nvSpPr>
          <p:cNvPr id="8" name="object 8"/>
          <p:cNvSpPr txBox="1"/>
          <p:nvPr/>
        </p:nvSpPr>
        <p:spPr>
          <a:xfrm>
            <a:off x="580391" y="3866480"/>
            <a:ext cx="141605" cy="189796"/>
          </a:xfrm>
          <a:prstGeom prst="rect">
            <a:avLst/>
          </a:prstGeom>
        </p:spPr>
        <p:txBody>
          <a:bodyPr vert="horz" wrap="square" lIns="0" tIns="12700" rIns="0" bIns="0" rtlCol="0">
            <a:spAutoFit/>
          </a:bodyPr>
          <a:lstStyle/>
          <a:p>
            <a:pPr marL="12700">
              <a:spcBef>
                <a:spcPts val="100"/>
              </a:spcBef>
            </a:pPr>
            <a:r>
              <a:rPr sz="1150" dirty="0">
                <a:latin typeface="OpenSymbol"/>
                <a:cs typeface="OpenSymbol"/>
              </a:rPr>
              <a:t>●</a:t>
            </a:r>
            <a:endParaRPr sz="1150">
              <a:latin typeface="OpenSymbol"/>
              <a:cs typeface="OpenSymbol"/>
            </a:endParaRPr>
          </a:p>
        </p:txBody>
      </p:sp>
      <p:sp>
        <p:nvSpPr>
          <p:cNvPr id="9" name="object 9"/>
          <p:cNvSpPr txBox="1"/>
          <p:nvPr/>
        </p:nvSpPr>
        <p:spPr>
          <a:xfrm>
            <a:off x="845819" y="3763609"/>
            <a:ext cx="3921760" cy="415498"/>
          </a:xfrm>
          <a:prstGeom prst="rect">
            <a:avLst/>
          </a:prstGeom>
        </p:spPr>
        <p:txBody>
          <a:bodyPr vert="horz" wrap="square" lIns="0" tIns="15240" rIns="0" bIns="0" rtlCol="0">
            <a:spAutoFit/>
          </a:bodyPr>
          <a:lstStyle/>
          <a:p>
            <a:pPr marL="12700">
              <a:spcBef>
                <a:spcPts val="120"/>
              </a:spcBef>
            </a:pPr>
            <a:r>
              <a:rPr sz="2600" dirty="0">
                <a:latin typeface="Calibri"/>
                <a:cs typeface="Calibri"/>
              </a:rPr>
              <a:t>Platform</a:t>
            </a:r>
            <a:r>
              <a:rPr sz="2600" spc="105" dirty="0">
                <a:latin typeface="Calibri"/>
                <a:cs typeface="Calibri"/>
              </a:rPr>
              <a:t> </a:t>
            </a:r>
            <a:r>
              <a:rPr sz="2600" spc="55" dirty="0">
                <a:latin typeface="Calibri"/>
                <a:cs typeface="Calibri"/>
              </a:rPr>
              <a:t>lain</a:t>
            </a:r>
            <a:r>
              <a:rPr sz="2600" spc="100" dirty="0">
                <a:latin typeface="Calibri"/>
                <a:cs typeface="Calibri"/>
              </a:rPr>
              <a:t> </a:t>
            </a:r>
            <a:r>
              <a:rPr sz="2600" spc="-10" dirty="0">
                <a:latin typeface="Calibri"/>
                <a:cs typeface="Calibri"/>
              </a:rPr>
              <a:t>(discontinued)</a:t>
            </a:r>
            <a:endParaRPr sz="2600">
              <a:latin typeface="Calibri"/>
              <a:cs typeface="Calibri"/>
            </a:endParaRPr>
          </a:p>
        </p:txBody>
      </p:sp>
      <p:sp>
        <p:nvSpPr>
          <p:cNvPr id="10" name="object 10"/>
          <p:cNvSpPr txBox="1"/>
          <p:nvPr/>
        </p:nvSpPr>
        <p:spPr>
          <a:xfrm>
            <a:off x="934719" y="4803740"/>
            <a:ext cx="146685" cy="275717"/>
          </a:xfrm>
          <a:prstGeom prst="rect">
            <a:avLst/>
          </a:prstGeom>
        </p:spPr>
        <p:txBody>
          <a:bodyPr vert="horz" wrap="square" lIns="0" tIns="13970" rIns="0" bIns="0" rtlCol="0">
            <a:spAutoFit/>
          </a:bodyPr>
          <a:lstStyle/>
          <a:p>
            <a:pPr marL="12700">
              <a:spcBef>
                <a:spcPts val="110"/>
              </a:spcBef>
            </a:pPr>
            <a:r>
              <a:rPr sz="1700" spc="5" dirty="0">
                <a:latin typeface="OpenSymbol"/>
                <a:cs typeface="OpenSymbol"/>
              </a:rPr>
              <a:t>–</a:t>
            </a:r>
            <a:endParaRPr sz="1700">
              <a:latin typeface="OpenSymbol"/>
              <a:cs typeface="OpenSymbol"/>
            </a:endParaRPr>
          </a:p>
        </p:txBody>
      </p:sp>
      <p:sp>
        <p:nvSpPr>
          <p:cNvPr id="11" name="object 11"/>
          <p:cNvSpPr txBox="1"/>
          <p:nvPr/>
        </p:nvSpPr>
        <p:spPr>
          <a:xfrm>
            <a:off x="934719" y="5285070"/>
            <a:ext cx="146685" cy="275717"/>
          </a:xfrm>
          <a:prstGeom prst="rect">
            <a:avLst/>
          </a:prstGeom>
        </p:spPr>
        <p:txBody>
          <a:bodyPr vert="horz" wrap="square" lIns="0" tIns="13970" rIns="0" bIns="0" rtlCol="0">
            <a:spAutoFit/>
          </a:bodyPr>
          <a:lstStyle/>
          <a:p>
            <a:pPr marL="12700">
              <a:spcBef>
                <a:spcPts val="110"/>
              </a:spcBef>
            </a:pPr>
            <a:r>
              <a:rPr sz="1700" spc="5" dirty="0">
                <a:latin typeface="OpenSymbol"/>
                <a:cs typeface="OpenSymbol"/>
              </a:rPr>
              <a:t>–</a:t>
            </a:r>
            <a:endParaRPr sz="1700">
              <a:latin typeface="OpenSymbol"/>
              <a:cs typeface="OpenSymbol"/>
            </a:endParaRPr>
          </a:p>
        </p:txBody>
      </p:sp>
      <p:sp>
        <p:nvSpPr>
          <p:cNvPr id="12" name="object 12"/>
          <p:cNvSpPr txBox="1"/>
          <p:nvPr/>
        </p:nvSpPr>
        <p:spPr>
          <a:xfrm>
            <a:off x="934719" y="5767670"/>
            <a:ext cx="146685" cy="275717"/>
          </a:xfrm>
          <a:prstGeom prst="rect">
            <a:avLst/>
          </a:prstGeom>
        </p:spPr>
        <p:txBody>
          <a:bodyPr vert="horz" wrap="square" lIns="0" tIns="13970" rIns="0" bIns="0" rtlCol="0">
            <a:spAutoFit/>
          </a:bodyPr>
          <a:lstStyle/>
          <a:p>
            <a:pPr marL="12700">
              <a:spcBef>
                <a:spcPts val="110"/>
              </a:spcBef>
            </a:pPr>
            <a:r>
              <a:rPr sz="1700" spc="5" dirty="0">
                <a:latin typeface="OpenSymbol"/>
                <a:cs typeface="OpenSymbol"/>
              </a:rPr>
              <a:t>–</a:t>
            </a:r>
            <a:endParaRPr sz="1700">
              <a:latin typeface="OpenSymbol"/>
              <a:cs typeface="OpenSymbol"/>
            </a:endParaRPr>
          </a:p>
        </p:txBody>
      </p:sp>
      <p:sp>
        <p:nvSpPr>
          <p:cNvPr id="13" name="object 13"/>
          <p:cNvSpPr txBox="1"/>
          <p:nvPr/>
        </p:nvSpPr>
        <p:spPr>
          <a:xfrm>
            <a:off x="909319" y="4166200"/>
            <a:ext cx="2066925" cy="1922449"/>
          </a:xfrm>
          <a:prstGeom prst="rect">
            <a:avLst/>
          </a:prstGeom>
        </p:spPr>
        <p:txBody>
          <a:bodyPr vert="horz" wrap="square" lIns="0" tIns="12700" rIns="0" bIns="0" rtlCol="0">
            <a:spAutoFit/>
          </a:bodyPr>
          <a:lstStyle/>
          <a:p>
            <a:pPr marL="303523" marR="30479" indent="-265424">
              <a:lnSpc>
                <a:spcPct val="137600"/>
              </a:lnSpc>
              <a:spcBef>
                <a:spcPts val="100"/>
              </a:spcBef>
            </a:pPr>
            <a:r>
              <a:rPr sz="2550" baseline="13071" dirty="0">
                <a:latin typeface="OpenSymbol"/>
                <a:cs typeface="OpenSymbol"/>
              </a:rPr>
              <a:t>–</a:t>
            </a:r>
            <a:r>
              <a:rPr sz="2550" spc="427" baseline="13071" dirty="0">
                <a:latin typeface="OpenSymbol"/>
                <a:cs typeface="OpenSymbol"/>
              </a:rPr>
              <a:t> </a:t>
            </a:r>
            <a:r>
              <a:rPr sz="2300" spc="45" dirty="0">
                <a:latin typeface="Calibri"/>
                <a:cs typeface="Calibri"/>
              </a:rPr>
              <a:t>Symbian </a:t>
            </a:r>
            <a:r>
              <a:rPr sz="2300" spc="-10" dirty="0">
                <a:latin typeface="Calibri"/>
                <a:cs typeface="Calibri"/>
              </a:rPr>
              <a:t>Blackberry </a:t>
            </a:r>
            <a:r>
              <a:rPr sz="2300" dirty="0">
                <a:latin typeface="Calibri"/>
                <a:cs typeface="Calibri"/>
              </a:rPr>
              <a:t>Firefox</a:t>
            </a:r>
            <a:r>
              <a:rPr sz="2300" spc="-95" dirty="0">
                <a:latin typeface="Calibri"/>
                <a:cs typeface="Calibri"/>
              </a:rPr>
              <a:t> </a:t>
            </a:r>
            <a:r>
              <a:rPr sz="2300" spc="50" dirty="0">
                <a:latin typeface="Calibri"/>
                <a:cs typeface="Calibri"/>
              </a:rPr>
              <a:t>OS </a:t>
            </a:r>
            <a:r>
              <a:rPr sz="2300" dirty="0">
                <a:latin typeface="Calibri"/>
                <a:cs typeface="Calibri"/>
              </a:rPr>
              <a:t>Ubuntu</a:t>
            </a:r>
            <a:r>
              <a:rPr sz="2300" spc="70" dirty="0">
                <a:latin typeface="Calibri"/>
                <a:cs typeface="Calibri"/>
              </a:rPr>
              <a:t> </a:t>
            </a:r>
            <a:r>
              <a:rPr sz="2300" spc="-20" dirty="0">
                <a:latin typeface="Calibri"/>
                <a:cs typeface="Calibri"/>
              </a:rPr>
              <a:t>Touch</a:t>
            </a:r>
            <a:endParaRPr sz="230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4312" y="847129"/>
            <a:ext cx="11595915" cy="572849"/>
          </a:xfrm>
          <a:prstGeom prst="rect">
            <a:avLst/>
          </a:prstGeom>
        </p:spPr>
        <p:txBody>
          <a:bodyPr vert="horz" wrap="square" lIns="0" tIns="12700" rIns="0" bIns="0" rtlCol="0" anchor="ctr">
            <a:spAutoFit/>
          </a:bodyPr>
          <a:lstStyle/>
          <a:p>
            <a:pPr marL="1575395">
              <a:lnSpc>
                <a:spcPct val="100000"/>
              </a:lnSpc>
              <a:spcBef>
                <a:spcPts val="100"/>
              </a:spcBef>
            </a:pPr>
            <a:r>
              <a:rPr dirty="0"/>
              <a:t>Windows</a:t>
            </a:r>
            <a:r>
              <a:rPr spc="-185" dirty="0"/>
              <a:t> </a:t>
            </a:r>
            <a:r>
              <a:rPr spc="65" dirty="0"/>
              <a:t>Phone</a:t>
            </a:r>
          </a:p>
        </p:txBody>
      </p:sp>
      <p:sp>
        <p:nvSpPr>
          <p:cNvPr id="3" name="object 3"/>
          <p:cNvSpPr txBox="1"/>
          <p:nvPr/>
        </p:nvSpPr>
        <p:spPr>
          <a:xfrm>
            <a:off x="3183890" y="1849720"/>
            <a:ext cx="141605" cy="189796"/>
          </a:xfrm>
          <a:prstGeom prst="rect">
            <a:avLst/>
          </a:prstGeom>
        </p:spPr>
        <p:txBody>
          <a:bodyPr vert="horz" wrap="square" lIns="0" tIns="12700" rIns="0" bIns="0" rtlCol="0">
            <a:spAutoFit/>
          </a:bodyPr>
          <a:lstStyle/>
          <a:p>
            <a:pPr marL="12700">
              <a:spcBef>
                <a:spcPts val="100"/>
              </a:spcBef>
            </a:pPr>
            <a:r>
              <a:rPr sz="1150" dirty="0">
                <a:latin typeface="OpenSymbol"/>
                <a:cs typeface="OpenSymbol"/>
              </a:rPr>
              <a:t>●</a:t>
            </a:r>
            <a:endParaRPr sz="1150">
              <a:latin typeface="OpenSymbol"/>
              <a:cs typeface="OpenSymbol"/>
            </a:endParaRPr>
          </a:p>
        </p:txBody>
      </p:sp>
      <p:sp>
        <p:nvSpPr>
          <p:cNvPr id="4" name="object 4"/>
          <p:cNvSpPr txBox="1"/>
          <p:nvPr/>
        </p:nvSpPr>
        <p:spPr>
          <a:xfrm>
            <a:off x="3408680" y="1750660"/>
            <a:ext cx="5842635" cy="2838598"/>
          </a:xfrm>
          <a:prstGeom prst="rect">
            <a:avLst/>
          </a:prstGeom>
        </p:spPr>
        <p:txBody>
          <a:bodyPr vert="horz" wrap="square" lIns="0" tIns="12065" rIns="0" bIns="0" rtlCol="0">
            <a:spAutoFit/>
          </a:bodyPr>
          <a:lstStyle/>
          <a:p>
            <a:pPr marL="50799" marR="43179">
              <a:lnSpc>
                <a:spcPts val="3240"/>
              </a:lnSpc>
              <a:spcBef>
                <a:spcPts val="95"/>
              </a:spcBef>
            </a:pPr>
            <a:r>
              <a:rPr sz="2600" spc="45" dirty="0">
                <a:latin typeface="Calibri"/>
                <a:cs typeface="Calibri"/>
              </a:rPr>
              <a:t>Sebelum</a:t>
            </a:r>
            <a:r>
              <a:rPr sz="2600" spc="-15" dirty="0">
                <a:latin typeface="Calibri"/>
                <a:cs typeface="Calibri"/>
              </a:rPr>
              <a:t> </a:t>
            </a:r>
            <a:r>
              <a:rPr sz="2600" spc="-10" dirty="0">
                <a:latin typeface="Calibri"/>
                <a:cs typeface="Calibri"/>
              </a:rPr>
              <a:t>Windows</a:t>
            </a:r>
            <a:r>
              <a:rPr sz="2600" spc="-5" dirty="0">
                <a:latin typeface="Calibri"/>
                <a:cs typeface="Calibri"/>
              </a:rPr>
              <a:t> </a:t>
            </a:r>
            <a:r>
              <a:rPr sz="2600" dirty="0">
                <a:latin typeface="Calibri"/>
                <a:cs typeface="Calibri"/>
              </a:rPr>
              <a:t>Phone,</a:t>
            </a:r>
            <a:r>
              <a:rPr sz="2600" spc="-5" dirty="0">
                <a:latin typeface="Calibri"/>
                <a:cs typeface="Calibri"/>
              </a:rPr>
              <a:t> </a:t>
            </a:r>
            <a:r>
              <a:rPr sz="2600" spc="55" dirty="0">
                <a:latin typeface="Calibri"/>
                <a:cs typeface="Calibri"/>
              </a:rPr>
              <a:t>Microsof</a:t>
            </a:r>
            <a:r>
              <a:rPr lang="en-US" sz="2600" spc="55" dirty="0">
                <a:latin typeface="Calibri"/>
                <a:cs typeface="Calibri"/>
              </a:rPr>
              <a:t>t</a:t>
            </a:r>
            <a:r>
              <a:rPr sz="2600" spc="55" dirty="0">
                <a:latin typeface="Calibri"/>
                <a:cs typeface="Calibri"/>
              </a:rPr>
              <a:t> </a:t>
            </a:r>
            <a:r>
              <a:rPr sz="2600" dirty="0">
                <a:latin typeface="Calibri"/>
                <a:cs typeface="Calibri"/>
              </a:rPr>
              <a:t>memiliki</a:t>
            </a:r>
            <a:r>
              <a:rPr sz="2600" spc="40" dirty="0">
                <a:latin typeface="Calibri"/>
                <a:cs typeface="Calibri"/>
              </a:rPr>
              <a:t> </a:t>
            </a:r>
            <a:r>
              <a:rPr sz="2600" dirty="0">
                <a:latin typeface="Calibri"/>
                <a:cs typeface="Calibri"/>
              </a:rPr>
              <a:t>platform</a:t>
            </a:r>
            <a:r>
              <a:rPr sz="2600" spc="45" dirty="0">
                <a:latin typeface="Calibri"/>
                <a:cs typeface="Calibri"/>
              </a:rPr>
              <a:t> </a:t>
            </a:r>
            <a:r>
              <a:rPr sz="2600" spc="-10" dirty="0">
                <a:latin typeface="Calibri"/>
                <a:cs typeface="Calibri"/>
              </a:rPr>
              <a:t>Windows</a:t>
            </a:r>
            <a:r>
              <a:rPr sz="2600" spc="50" dirty="0">
                <a:latin typeface="Calibri"/>
                <a:cs typeface="Calibri"/>
              </a:rPr>
              <a:t> </a:t>
            </a:r>
            <a:r>
              <a:rPr sz="2600" spc="-30" dirty="0">
                <a:latin typeface="Calibri"/>
                <a:cs typeface="Calibri"/>
              </a:rPr>
              <a:t>Mobile</a:t>
            </a:r>
            <a:r>
              <a:rPr sz="2600" spc="50" dirty="0">
                <a:latin typeface="Calibri"/>
                <a:cs typeface="Calibri"/>
              </a:rPr>
              <a:t> </a:t>
            </a:r>
            <a:r>
              <a:rPr sz="2600" spc="-10" dirty="0">
                <a:latin typeface="Calibri"/>
                <a:cs typeface="Calibri"/>
              </a:rPr>
              <a:t>(tahun </a:t>
            </a:r>
            <a:r>
              <a:rPr sz="2600" spc="-45" dirty="0">
                <a:latin typeface="Calibri"/>
                <a:cs typeface="Calibri"/>
              </a:rPr>
              <a:t>2000-</a:t>
            </a:r>
            <a:r>
              <a:rPr sz="2600" spc="-25" dirty="0">
                <a:latin typeface="Calibri"/>
                <a:cs typeface="Calibri"/>
              </a:rPr>
              <a:t>an)</a:t>
            </a:r>
            <a:endParaRPr sz="2600" dirty="0">
              <a:latin typeface="Calibri"/>
              <a:cs typeface="Calibri"/>
            </a:endParaRPr>
          </a:p>
          <a:p>
            <a:pPr marL="50799">
              <a:spcBef>
                <a:spcPts val="1145"/>
              </a:spcBef>
            </a:pPr>
            <a:r>
              <a:rPr sz="2600" spc="-10" dirty="0">
                <a:latin typeface="Calibri"/>
                <a:cs typeface="Calibri"/>
              </a:rPr>
              <a:t>Device</a:t>
            </a:r>
            <a:endParaRPr sz="2600" dirty="0">
              <a:latin typeface="Calibri"/>
              <a:cs typeface="Calibri"/>
            </a:endParaRPr>
          </a:p>
          <a:p>
            <a:pPr marL="137156">
              <a:spcBef>
                <a:spcPts val="1070"/>
              </a:spcBef>
            </a:pPr>
            <a:r>
              <a:rPr sz="2475" baseline="13468" dirty="0">
                <a:latin typeface="OpenSymbol"/>
                <a:cs typeface="OpenSymbol"/>
              </a:rPr>
              <a:t>–</a:t>
            </a:r>
            <a:r>
              <a:rPr sz="2475" spc="682" baseline="13468" dirty="0">
                <a:latin typeface="OpenSymbol"/>
                <a:cs typeface="OpenSymbol"/>
              </a:rPr>
              <a:t> </a:t>
            </a:r>
            <a:r>
              <a:rPr sz="2250" dirty="0">
                <a:latin typeface="Calibri"/>
                <a:cs typeface="Calibri"/>
              </a:rPr>
              <a:t>Nokia</a:t>
            </a:r>
            <a:r>
              <a:rPr sz="2250" spc="-5" dirty="0">
                <a:latin typeface="Calibri"/>
                <a:cs typeface="Calibri"/>
              </a:rPr>
              <a:t> </a:t>
            </a:r>
            <a:r>
              <a:rPr sz="2250" spc="65" dirty="0">
                <a:latin typeface="Calibri"/>
                <a:cs typeface="Calibri"/>
              </a:rPr>
              <a:t>Lumia</a:t>
            </a:r>
            <a:r>
              <a:rPr sz="2250" spc="-10" dirty="0">
                <a:latin typeface="Calibri"/>
                <a:cs typeface="Calibri"/>
              </a:rPr>
              <a:t> series</a:t>
            </a:r>
            <a:endParaRPr sz="2250" dirty="0">
              <a:latin typeface="Calibri"/>
              <a:cs typeface="Calibri"/>
            </a:endParaRPr>
          </a:p>
          <a:p>
            <a:pPr marL="50799">
              <a:spcBef>
                <a:spcPts val="1250"/>
              </a:spcBef>
            </a:pPr>
            <a:r>
              <a:rPr sz="2600" dirty="0">
                <a:latin typeface="Calibri"/>
                <a:cs typeface="Calibri"/>
              </a:rPr>
              <a:t>Native</a:t>
            </a:r>
            <a:r>
              <a:rPr sz="2600" spc="-60" dirty="0">
                <a:latin typeface="Calibri"/>
                <a:cs typeface="Calibri"/>
              </a:rPr>
              <a:t> </a:t>
            </a:r>
            <a:r>
              <a:rPr sz="2600" spc="60" dirty="0">
                <a:latin typeface="Calibri"/>
                <a:cs typeface="Calibri"/>
              </a:rPr>
              <a:t>app</a:t>
            </a:r>
            <a:r>
              <a:rPr sz="2600" spc="-65" dirty="0">
                <a:latin typeface="Calibri"/>
                <a:cs typeface="Calibri"/>
              </a:rPr>
              <a:t> </a:t>
            </a:r>
            <a:r>
              <a:rPr sz="2600" spc="45" dirty="0">
                <a:latin typeface="Calibri"/>
                <a:cs typeface="Calibri"/>
              </a:rPr>
              <a:t>dibangun</a:t>
            </a:r>
            <a:r>
              <a:rPr sz="2600" spc="-60" dirty="0">
                <a:latin typeface="Calibri"/>
                <a:cs typeface="Calibri"/>
              </a:rPr>
              <a:t> </a:t>
            </a:r>
            <a:r>
              <a:rPr sz="2600" spc="-10" dirty="0">
                <a:latin typeface="Calibri"/>
                <a:cs typeface="Calibri"/>
              </a:rPr>
              <a:t>menggunakan</a:t>
            </a:r>
            <a:endParaRPr sz="2600" dirty="0">
              <a:latin typeface="Calibri"/>
              <a:cs typeface="Calibri"/>
            </a:endParaRPr>
          </a:p>
        </p:txBody>
      </p:sp>
      <p:sp>
        <p:nvSpPr>
          <p:cNvPr id="5" name="object 5"/>
          <p:cNvSpPr txBox="1"/>
          <p:nvPr/>
        </p:nvSpPr>
        <p:spPr>
          <a:xfrm>
            <a:off x="3183890" y="3230210"/>
            <a:ext cx="141605" cy="189796"/>
          </a:xfrm>
          <a:prstGeom prst="rect">
            <a:avLst/>
          </a:prstGeom>
        </p:spPr>
        <p:txBody>
          <a:bodyPr vert="horz" wrap="square" lIns="0" tIns="12700" rIns="0" bIns="0" rtlCol="0">
            <a:spAutoFit/>
          </a:bodyPr>
          <a:lstStyle/>
          <a:p>
            <a:pPr marL="12700">
              <a:spcBef>
                <a:spcPts val="100"/>
              </a:spcBef>
            </a:pPr>
            <a:r>
              <a:rPr sz="1150" dirty="0">
                <a:latin typeface="OpenSymbol"/>
                <a:cs typeface="OpenSymbol"/>
              </a:rPr>
              <a:t>●</a:t>
            </a:r>
            <a:endParaRPr sz="1150">
              <a:latin typeface="OpenSymbol"/>
              <a:cs typeface="OpenSymbol"/>
            </a:endParaRPr>
          </a:p>
        </p:txBody>
      </p:sp>
      <p:sp>
        <p:nvSpPr>
          <p:cNvPr id="6" name="object 6"/>
          <p:cNvSpPr txBox="1"/>
          <p:nvPr/>
        </p:nvSpPr>
        <p:spPr>
          <a:xfrm>
            <a:off x="3183890" y="4263990"/>
            <a:ext cx="141605" cy="189796"/>
          </a:xfrm>
          <a:prstGeom prst="rect">
            <a:avLst/>
          </a:prstGeom>
        </p:spPr>
        <p:txBody>
          <a:bodyPr vert="horz" wrap="square" lIns="0" tIns="12700" rIns="0" bIns="0" rtlCol="0">
            <a:spAutoFit/>
          </a:bodyPr>
          <a:lstStyle/>
          <a:p>
            <a:pPr marL="12700">
              <a:spcBef>
                <a:spcPts val="100"/>
              </a:spcBef>
            </a:pPr>
            <a:r>
              <a:rPr sz="1150" dirty="0">
                <a:latin typeface="OpenSymbol"/>
                <a:cs typeface="OpenSymbol"/>
              </a:rPr>
              <a:t>●</a:t>
            </a:r>
            <a:endParaRPr sz="1150">
              <a:latin typeface="OpenSymbol"/>
              <a:cs typeface="OpenSymbol"/>
            </a:endParaRPr>
          </a:p>
        </p:txBody>
      </p:sp>
      <p:sp>
        <p:nvSpPr>
          <p:cNvPr id="7" name="object 7"/>
          <p:cNvSpPr txBox="1"/>
          <p:nvPr/>
        </p:nvSpPr>
        <p:spPr>
          <a:xfrm>
            <a:off x="3507740" y="4561678"/>
            <a:ext cx="5226050" cy="980397"/>
          </a:xfrm>
          <a:prstGeom prst="rect">
            <a:avLst/>
          </a:prstGeom>
        </p:spPr>
        <p:txBody>
          <a:bodyPr vert="horz" wrap="square" lIns="0" tIns="145415" rIns="0" bIns="0" rtlCol="0">
            <a:spAutoFit/>
          </a:bodyPr>
          <a:lstStyle/>
          <a:p>
            <a:pPr marL="300983" indent="-262883">
              <a:spcBef>
                <a:spcPts val="1145"/>
              </a:spcBef>
              <a:buSzPct val="73333"/>
              <a:buFont typeface="OpenSymbol"/>
              <a:buChar char="–"/>
              <a:tabLst>
                <a:tab pos="300983" algn="l"/>
              </a:tabLst>
            </a:pPr>
            <a:r>
              <a:rPr sz="2250" dirty="0">
                <a:latin typeface="Calibri"/>
                <a:cs typeface="Calibri"/>
              </a:rPr>
              <a:t>platform</a:t>
            </a:r>
            <a:r>
              <a:rPr sz="2250" spc="85" dirty="0">
                <a:latin typeface="Calibri"/>
                <a:cs typeface="Calibri"/>
              </a:rPr>
              <a:t> </a:t>
            </a:r>
            <a:r>
              <a:rPr sz="2250" dirty="0">
                <a:latin typeface="Calibri"/>
                <a:cs typeface="Calibri"/>
              </a:rPr>
              <a:t>.NET</a:t>
            </a:r>
            <a:r>
              <a:rPr sz="2250" spc="85" dirty="0">
                <a:latin typeface="Calibri"/>
                <a:cs typeface="Calibri"/>
              </a:rPr>
              <a:t> </a:t>
            </a:r>
            <a:r>
              <a:rPr sz="2250" dirty="0">
                <a:latin typeface="Calibri"/>
                <a:cs typeface="Calibri"/>
              </a:rPr>
              <a:t>(C#,</a:t>
            </a:r>
            <a:r>
              <a:rPr sz="2250" spc="95" dirty="0">
                <a:latin typeface="Calibri"/>
                <a:cs typeface="Calibri"/>
              </a:rPr>
              <a:t> </a:t>
            </a:r>
            <a:r>
              <a:rPr sz="2250" dirty="0">
                <a:latin typeface="Calibri"/>
                <a:cs typeface="Calibri"/>
              </a:rPr>
              <a:t>C++,</a:t>
            </a:r>
            <a:r>
              <a:rPr sz="2250" spc="90" dirty="0">
                <a:latin typeface="Calibri"/>
                <a:cs typeface="Calibri"/>
              </a:rPr>
              <a:t> </a:t>
            </a:r>
            <a:r>
              <a:rPr sz="2250" dirty="0">
                <a:latin typeface="Calibri"/>
                <a:cs typeface="Calibri"/>
              </a:rPr>
              <a:t>Visual</a:t>
            </a:r>
            <a:r>
              <a:rPr sz="2250" spc="90" dirty="0">
                <a:latin typeface="Calibri"/>
                <a:cs typeface="Calibri"/>
              </a:rPr>
              <a:t> </a:t>
            </a:r>
            <a:r>
              <a:rPr sz="2250" spc="40" dirty="0">
                <a:latin typeface="Calibri"/>
                <a:cs typeface="Calibri"/>
              </a:rPr>
              <a:t>Basic.NET)</a:t>
            </a:r>
            <a:endParaRPr sz="2250">
              <a:latin typeface="Calibri"/>
              <a:cs typeface="Calibri"/>
            </a:endParaRPr>
          </a:p>
          <a:p>
            <a:pPr marL="300983" indent="-262883">
              <a:spcBef>
                <a:spcPts val="1050"/>
              </a:spcBef>
              <a:buSzPct val="73333"/>
              <a:buFont typeface="OpenSymbol"/>
              <a:buChar char="–"/>
              <a:tabLst>
                <a:tab pos="300983" algn="l"/>
              </a:tabLst>
            </a:pPr>
            <a:r>
              <a:rPr sz="2250" dirty="0">
                <a:latin typeface="Calibri"/>
                <a:cs typeface="Calibri"/>
              </a:rPr>
              <a:t>IDE</a:t>
            </a:r>
            <a:r>
              <a:rPr sz="2250" spc="25" dirty="0">
                <a:latin typeface="Calibri"/>
                <a:cs typeface="Calibri"/>
              </a:rPr>
              <a:t> </a:t>
            </a:r>
            <a:r>
              <a:rPr sz="2250" dirty="0">
                <a:latin typeface="Calibri"/>
                <a:cs typeface="Calibri"/>
              </a:rPr>
              <a:t>:</a:t>
            </a:r>
            <a:r>
              <a:rPr sz="2250" spc="20" dirty="0">
                <a:latin typeface="Calibri"/>
                <a:cs typeface="Calibri"/>
              </a:rPr>
              <a:t> </a:t>
            </a:r>
            <a:r>
              <a:rPr sz="2250" dirty="0">
                <a:latin typeface="Calibri"/>
                <a:cs typeface="Calibri"/>
              </a:rPr>
              <a:t>Visual</a:t>
            </a:r>
            <a:r>
              <a:rPr sz="2250" spc="15" dirty="0">
                <a:latin typeface="Calibri"/>
                <a:cs typeface="Calibri"/>
              </a:rPr>
              <a:t> </a:t>
            </a:r>
            <a:r>
              <a:rPr sz="2250" spc="40" dirty="0">
                <a:latin typeface="Calibri"/>
                <a:cs typeface="Calibri"/>
              </a:rPr>
              <a:t>Studio</a:t>
            </a:r>
            <a:endParaRPr sz="2250">
              <a:latin typeface="Calibri"/>
              <a:cs typeface="Calibri"/>
            </a:endParaRPr>
          </a:p>
        </p:txBody>
      </p:sp>
      <p:pic>
        <p:nvPicPr>
          <p:cNvPr id="10" name="object 10"/>
          <p:cNvPicPr/>
          <p:nvPr/>
        </p:nvPicPr>
        <p:blipFill>
          <a:blip r:embed="rId2" cstate="print"/>
          <a:stretch>
            <a:fillRect/>
          </a:stretch>
        </p:blipFill>
        <p:spPr>
          <a:xfrm>
            <a:off x="504190" y="1795110"/>
            <a:ext cx="2286000" cy="4057650"/>
          </a:xfrm>
          <a:prstGeom prst="rect">
            <a:avLst/>
          </a:prstGeom>
        </p:spPr>
      </p:pic>
      <p:sp>
        <p:nvSpPr>
          <p:cNvPr id="11" name="object 11"/>
          <p:cNvSpPr txBox="1"/>
          <p:nvPr/>
        </p:nvSpPr>
        <p:spPr>
          <a:xfrm>
            <a:off x="626109" y="5974680"/>
            <a:ext cx="1941195" cy="443326"/>
          </a:xfrm>
          <a:prstGeom prst="rect">
            <a:avLst/>
          </a:prstGeom>
        </p:spPr>
        <p:txBody>
          <a:bodyPr vert="horz" wrap="square" lIns="0" tIns="3810" rIns="0" bIns="0" rtlCol="0">
            <a:spAutoFit/>
          </a:bodyPr>
          <a:lstStyle/>
          <a:p>
            <a:pPr marL="12700" marR="5080">
              <a:lnSpc>
                <a:spcPct val="104200"/>
              </a:lnSpc>
              <a:spcBef>
                <a:spcPts val="30"/>
              </a:spcBef>
            </a:pPr>
            <a:r>
              <a:rPr sz="1400" dirty="0">
                <a:latin typeface="Calibri"/>
                <a:cs typeface="Calibri"/>
              </a:rPr>
              <a:t>Tampilan</a:t>
            </a:r>
            <a:r>
              <a:rPr sz="1400" spc="95" dirty="0">
                <a:latin typeface="Calibri"/>
                <a:cs typeface="Calibri"/>
              </a:rPr>
              <a:t> </a:t>
            </a:r>
            <a:r>
              <a:rPr sz="1400" dirty="0">
                <a:latin typeface="Calibri"/>
                <a:cs typeface="Calibri"/>
              </a:rPr>
              <a:t>custom</a:t>
            </a:r>
            <a:r>
              <a:rPr sz="1400" spc="100" dirty="0">
                <a:latin typeface="Calibri"/>
                <a:cs typeface="Calibri"/>
              </a:rPr>
              <a:t> </a:t>
            </a:r>
            <a:r>
              <a:rPr sz="1400" spc="-20" dirty="0">
                <a:latin typeface="Calibri"/>
                <a:cs typeface="Calibri"/>
              </a:rPr>
              <a:t>start </a:t>
            </a:r>
            <a:r>
              <a:rPr sz="1400" dirty="0">
                <a:latin typeface="Calibri"/>
                <a:cs typeface="Calibri"/>
              </a:rPr>
              <a:t>menu</a:t>
            </a:r>
            <a:r>
              <a:rPr sz="1400" spc="20" dirty="0">
                <a:latin typeface="Calibri"/>
                <a:cs typeface="Calibri"/>
              </a:rPr>
              <a:t> </a:t>
            </a:r>
            <a:r>
              <a:rPr sz="1400" dirty="0">
                <a:latin typeface="Calibri"/>
                <a:cs typeface="Calibri"/>
              </a:rPr>
              <a:t>Windows</a:t>
            </a:r>
            <a:r>
              <a:rPr sz="1400" spc="20" dirty="0">
                <a:latin typeface="Calibri"/>
                <a:cs typeface="Calibri"/>
              </a:rPr>
              <a:t> </a:t>
            </a:r>
            <a:r>
              <a:rPr sz="1400" dirty="0">
                <a:latin typeface="Calibri"/>
                <a:cs typeface="Calibri"/>
              </a:rPr>
              <a:t>Phone</a:t>
            </a:r>
            <a:r>
              <a:rPr sz="1400" spc="30" dirty="0">
                <a:latin typeface="Calibri"/>
                <a:cs typeface="Calibri"/>
              </a:rPr>
              <a:t> </a:t>
            </a:r>
            <a:r>
              <a:rPr sz="1400" spc="-25" dirty="0">
                <a:latin typeface="Calibri"/>
                <a:cs typeface="Calibri"/>
              </a:rPr>
              <a:t>8.1</a:t>
            </a:r>
            <a:endParaRPr sz="140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85110" y="622225"/>
            <a:ext cx="4506595" cy="572849"/>
          </a:xfrm>
          <a:prstGeom prst="rect">
            <a:avLst/>
          </a:prstGeom>
        </p:spPr>
        <p:txBody>
          <a:bodyPr vert="horz" wrap="square" lIns="0" tIns="12700" rIns="0" bIns="0" rtlCol="0" anchor="ctr">
            <a:spAutoFit/>
          </a:bodyPr>
          <a:lstStyle/>
          <a:p>
            <a:pPr marL="12700">
              <a:lnSpc>
                <a:spcPct val="100000"/>
              </a:lnSpc>
              <a:spcBef>
                <a:spcPts val="100"/>
              </a:spcBef>
            </a:pPr>
            <a:r>
              <a:rPr dirty="0"/>
              <a:t>Windows</a:t>
            </a:r>
            <a:r>
              <a:rPr spc="-220" dirty="0"/>
              <a:t> </a:t>
            </a:r>
            <a:r>
              <a:rPr dirty="0"/>
              <a:t>10</a:t>
            </a:r>
            <a:r>
              <a:rPr spc="-220" dirty="0"/>
              <a:t> </a:t>
            </a:r>
            <a:r>
              <a:rPr spc="-10" dirty="0"/>
              <a:t>Mobile</a:t>
            </a:r>
          </a:p>
        </p:txBody>
      </p:sp>
      <p:sp>
        <p:nvSpPr>
          <p:cNvPr id="3" name="object 3"/>
          <p:cNvSpPr txBox="1"/>
          <p:nvPr/>
        </p:nvSpPr>
        <p:spPr>
          <a:xfrm>
            <a:off x="3197861" y="1866231"/>
            <a:ext cx="161290" cy="219291"/>
          </a:xfrm>
          <a:prstGeom prst="rect">
            <a:avLst/>
          </a:prstGeom>
        </p:spPr>
        <p:txBody>
          <a:bodyPr vert="horz" wrap="square" lIns="0" tIns="11430" rIns="0" bIns="0" rtlCol="0">
            <a:spAutoFit/>
          </a:bodyPr>
          <a:lstStyle/>
          <a:p>
            <a:pPr marL="12700">
              <a:spcBef>
                <a:spcPts val="90"/>
              </a:spcBef>
            </a:pPr>
            <a:r>
              <a:rPr sz="1350" spc="-10" dirty="0">
                <a:latin typeface="OpenSymbol"/>
                <a:cs typeface="OpenSymbol"/>
              </a:rPr>
              <a:t>●</a:t>
            </a:r>
            <a:endParaRPr sz="1350">
              <a:latin typeface="OpenSymbol"/>
              <a:cs typeface="OpenSymbol"/>
            </a:endParaRPr>
          </a:p>
        </p:txBody>
      </p:sp>
      <p:sp>
        <p:nvSpPr>
          <p:cNvPr id="4" name="object 4"/>
          <p:cNvSpPr txBox="1"/>
          <p:nvPr/>
        </p:nvSpPr>
        <p:spPr>
          <a:xfrm>
            <a:off x="3502659" y="1749390"/>
            <a:ext cx="5899150" cy="3248325"/>
          </a:xfrm>
          <a:prstGeom prst="rect">
            <a:avLst/>
          </a:prstGeom>
        </p:spPr>
        <p:txBody>
          <a:bodyPr vert="horz" wrap="square" lIns="0" tIns="11430" rIns="0" bIns="0" rtlCol="0">
            <a:spAutoFit/>
          </a:bodyPr>
          <a:lstStyle/>
          <a:p>
            <a:pPr marL="12700" marR="5080">
              <a:lnSpc>
                <a:spcPts val="3770"/>
              </a:lnSpc>
              <a:spcBef>
                <a:spcPts val="90"/>
              </a:spcBef>
            </a:pPr>
            <a:r>
              <a:rPr sz="3000" dirty="0">
                <a:latin typeface="Calibri"/>
                <a:cs typeface="Calibri"/>
              </a:rPr>
              <a:t>Windows</a:t>
            </a:r>
            <a:r>
              <a:rPr sz="3000" spc="-85" dirty="0">
                <a:latin typeface="Calibri"/>
                <a:cs typeface="Calibri"/>
              </a:rPr>
              <a:t> </a:t>
            </a:r>
            <a:r>
              <a:rPr sz="3000" spc="50" dirty="0">
                <a:latin typeface="Calibri"/>
                <a:cs typeface="Calibri"/>
              </a:rPr>
              <a:t>Phone</a:t>
            </a:r>
            <a:r>
              <a:rPr sz="3000" spc="-85" dirty="0">
                <a:latin typeface="Calibri"/>
                <a:cs typeface="Calibri"/>
              </a:rPr>
              <a:t> </a:t>
            </a:r>
            <a:r>
              <a:rPr sz="3000" spc="55" dirty="0">
                <a:latin typeface="Calibri"/>
                <a:cs typeface="Calibri"/>
              </a:rPr>
              <a:t>digantikan</a:t>
            </a:r>
            <a:r>
              <a:rPr sz="3000" spc="-80" dirty="0">
                <a:latin typeface="Calibri"/>
                <a:cs typeface="Calibri"/>
              </a:rPr>
              <a:t> </a:t>
            </a:r>
            <a:r>
              <a:rPr sz="3000" spc="-10" dirty="0">
                <a:latin typeface="Calibri"/>
                <a:cs typeface="Calibri"/>
              </a:rPr>
              <a:t>Windows </a:t>
            </a:r>
            <a:r>
              <a:rPr sz="3000" dirty="0">
                <a:latin typeface="Calibri"/>
                <a:cs typeface="Calibri"/>
              </a:rPr>
              <a:t>10</a:t>
            </a:r>
            <a:r>
              <a:rPr sz="3000" spc="-145" dirty="0">
                <a:latin typeface="Calibri"/>
                <a:cs typeface="Calibri"/>
              </a:rPr>
              <a:t> </a:t>
            </a:r>
            <a:r>
              <a:rPr sz="3000" spc="-10" dirty="0">
                <a:latin typeface="Calibri"/>
                <a:cs typeface="Calibri"/>
              </a:rPr>
              <a:t>Mobile</a:t>
            </a:r>
            <a:endParaRPr sz="3000" dirty="0">
              <a:latin typeface="Calibri"/>
              <a:cs typeface="Calibri"/>
            </a:endParaRPr>
          </a:p>
          <a:p>
            <a:pPr marL="12700" marR="88263">
              <a:lnSpc>
                <a:spcPct val="104600"/>
              </a:lnSpc>
              <a:spcBef>
                <a:spcPts val="1185"/>
              </a:spcBef>
            </a:pPr>
            <a:r>
              <a:rPr sz="3000" spc="55" dirty="0">
                <a:latin typeface="Calibri"/>
                <a:cs typeface="Calibri"/>
              </a:rPr>
              <a:t>Pada</a:t>
            </a:r>
            <a:r>
              <a:rPr sz="3000" spc="-60" dirty="0">
                <a:latin typeface="Calibri"/>
                <a:cs typeface="Calibri"/>
              </a:rPr>
              <a:t> </a:t>
            </a:r>
            <a:r>
              <a:rPr sz="3000" dirty="0">
                <a:latin typeface="Calibri"/>
                <a:cs typeface="Calibri"/>
              </a:rPr>
              <a:t>Windows</a:t>
            </a:r>
            <a:r>
              <a:rPr sz="3000" spc="-70" dirty="0">
                <a:latin typeface="Calibri"/>
                <a:cs typeface="Calibri"/>
              </a:rPr>
              <a:t> </a:t>
            </a:r>
            <a:r>
              <a:rPr sz="3000" dirty="0">
                <a:latin typeface="Calibri"/>
                <a:cs typeface="Calibri"/>
              </a:rPr>
              <a:t>10</a:t>
            </a:r>
            <a:r>
              <a:rPr sz="3000" spc="-75" dirty="0">
                <a:latin typeface="Calibri"/>
                <a:cs typeface="Calibri"/>
              </a:rPr>
              <a:t> </a:t>
            </a:r>
            <a:r>
              <a:rPr sz="3000" dirty="0">
                <a:latin typeface="Calibri"/>
                <a:cs typeface="Calibri"/>
              </a:rPr>
              <a:t>terdapat</a:t>
            </a:r>
            <a:r>
              <a:rPr sz="3000" spc="-65" dirty="0">
                <a:latin typeface="Calibri"/>
                <a:cs typeface="Calibri"/>
              </a:rPr>
              <a:t> </a:t>
            </a:r>
            <a:r>
              <a:rPr sz="3000" spc="-10" dirty="0">
                <a:latin typeface="Calibri"/>
                <a:cs typeface="Calibri"/>
              </a:rPr>
              <a:t>fitur </a:t>
            </a:r>
            <a:r>
              <a:rPr sz="3000" spc="60" dirty="0">
                <a:latin typeface="Calibri"/>
                <a:cs typeface="Calibri"/>
              </a:rPr>
              <a:t>Continuum</a:t>
            </a:r>
            <a:r>
              <a:rPr sz="3000" dirty="0">
                <a:latin typeface="Calibri"/>
                <a:cs typeface="Calibri"/>
              </a:rPr>
              <a:t> yang</a:t>
            </a:r>
            <a:r>
              <a:rPr sz="3000" spc="5" dirty="0">
                <a:latin typeface="Calibri"/>
                <a:cs typeface="Calibri"/>
              </a:rPr>
              <a:t> </a:t>
            </a:r>
            <a:r>
              <a:rPr sz="3000" spc="45" dirty="0">
                <a:latin typeface="Calibri"/>
                <a:cs typeface="Calibri"/>
              </a:rPr>
              <a:t>membuat</a:t>
            </a:r>
            <a:r>
              <a:rPr sz="3000" spc="5" dirty="0">
                <a:latin typeface="Calibri"/>
                <a:cs typeface="Calibri"/>
              </a:rPr>
              <a:t> </a:t>
            </a:r>
            <a:r>
              <a:rPr sz="3000" spc="45" dirty="0">
                <a:latin typeface="Calibri"/>
                <a:cs typeface="Calibri"/>
              </a:rPr>
              <a:t>tampilan </a:t>
            </a:r>
            <a:r>
              <a:rPr sz="3000" spc="114" dirty="0">
                <a:latin typeface="Calibri"/>
                <a:cs typeface="Calibri"/>
              </a:rPr>
              <a:t>OS</a:t>
            </a:r>
            <a:r>
              <a:rPr sz="3000" spc="20" dirty="0">
                <a:latin typeface="Calibri"/>
                <a:cs typeface="Calibri"/>
              </a:rPr>
              <a:t> </a:t>
            </a:r>
            <a:r>
              <a:rPr sz="3000" spc="50" dirty="0">
                <a:latin typeface="Calibri"/>
                <a:cs typeface="Calibri"/>
              </a:rPr>
              <a:t>menyesuaikan</a:t>
            </a:r>
            <a:r>
              <a:rPr sz="3000" spc="10" dirty="0">
                <a:latin typeface="Calibri"/>
                <a:cs typeface="Calibri"/>
              </a:rPr>
              <a:t> </a:t>
            </a:r>
            <a:r>
              <a:rPr sz="3000" dirty="0">
                <a:latin typeface="Calibri"/>
                <a:cs typeface="Calibri"/>
              </a:rPr>
              <a:t>ukuran</a:t>
            </a:r>
            <a:r>
              <a:rPr sz="3000" spc="10" dirty="0">
                <a:latin typeface="Calibri"/>
                <a:cs typeface="Calibri"/>
              </a:rPr>
              <a:t> </a:t>
            </a:r>
            <a:r>
              <a:rPr sz="3000" spc="-10" dirty="0">
                <a:latin typeface="Calibri"/>
                <a:cs typeface="Calibri"/>
              </a:rPr>
              <a:t>layar</a:t>
            </a:r>
            <a:endParaRPr sz="3000" dirty="0">
              <a:latin typeface="Calibri"/>
              <a:cs typeface="Calibri"/>
            </a:endParaRPr>
          </a:p>
          <a:p>
            <a:pPr marL="12700">
              <a:spcBef>
                <a:spcPts val="1500"/>
              </a:spcBef>
            </a:pPr>
            <a:r>
              <a:rPr sz="3000" spc="-10" dirty="0">
                <a:latin typeface="Calibri"/>
                <a:cs typeface="Calibri"/>
              </a:rPr>
              <a:t>Device</a:t>
            </a:r>
            <a:endParaRPr sz="3000" dirty="0">
              <a:latin typeface="Calibri"/>
              <a:cs typeface="Calibri"/>
            </a:endParaRPr>
          </a:p>
        </p:txBody>
      </p:sp>
      <p:sp>
        <p:nvSpPr>
          <p:cNvPr id="5" name="object 5"/>
          <p:cNvSpPr txBox="1"/>
          <p:nvPr/>
        </p:nvSpPr>
        <p:spPr>
          <a:xfrm>
            <a:off x="3197861" y="2991451"/>
            <a:ext cx="161290" cy="219291"/>
          </a:xfrm>
          <a:prstGeom prst="rect">
            <a:avLst/>
          </a:prstGeom>
        </p:spPr>
        <p:txBody>
          <a:bodyPr vert="horz" wrap="square" lIns="0" tIns="11430" rIns="0" bIns="0" rtlCol="0">
            <a:spAutoFit/>
          </a:bodyPr>
          <a:lstStyle/>
          <a:p>
            <a:pPr marL="12700">
              <a:spcBef>
                <a:spcPts val="90"/>
              </a:spcBef>
            </a:pPr>
            <a:r>
              <a:rPr sz="1350" spc="-10" dirty="0">
                <a:latin typeface="OpenSymbol"/>
                <a:cs typeface="OpenSymbol"/>
              </a:rPr>
              <a:t>●</a:t>
            </a:r>
            <a:endParaRPr sz="1350">
              <a:latin typeface="OpenSymbol"/>
              <a:cs typeface="OpenSymbol"/>
            </a:endParaRPr>
          </a:p>
        </p:txBody>
      </p:sp>
      <p:sp>
        <p:nvSpPr>
          <p:cNvPr id="6" name="object 6"/>
          <p:cNvSpPr txBox="1"/>
          <p:nvPr/>
        </p:nvSpPr>
        <p:spPr>
          <a:xfrm>
            <a:off x="3197861" y="4596731"/>
            <a:ext cx="161290" cy="219291"/>
          </a:xfrm>
          <a:prstGeom prst="rect">
            <a:avLst/>
          </a:prstGeom>
        </p:spPr>
        <p:txBody>
          <a:bodyPr vert="horz" wrap="square" lIns="0" tIns="11430" rIns="0" bIns="0" rtlCol="0">
            <a:spAutoFit/>
          </a:bodyPr>
          <a:lstStyle/>
          <a:p>
            <a:pPr marL="12700">
              <a:spcBef>
                <a:spcPts val="90"/>
              </a:spcBef>
            </a:pPr>
            <a:r>
              <a:rPr sz="1350" spc="-10" dirty="0">
                <a:latin typeface="OpenSymbol"/>
                <a:cs typeface="OpenSymbol"/>
              </a:rPr>
              <a:t>●</a:t>
            </a:r>
            <a:endParaRPr sz="1350" dirty="0">
              <a:latin typeface="OpenSymbol"/>
              <a:cs typeface="OpenSymbol"/>
            </a:endParaRPr>
          </a:p>
        </p:txBody>
      </p:sp>
      <p:sp>
        <p:nvSpPr>
          <p:cNvPr id="7" name="object 7"/>
          <p:cNvSpPr txBox="1"/>
          <p:nvPr/>
        </p:nvSpPr>
        <p:spPr>
          <a:xfrm>
            <a:off x="3578859" y="4941662"/>
            <a:ext cx="1812289" cy="1125308"/>
          </a:xfrm>
          <a:prstGeom prst="rect">
            <a:avLst/>
          </a:prstGeom>
        </p:spPr>
        <p:txBody>
          <a:bodyPr vert="horz" wrap="square" lIns="0" tIns="169545" rIns="0" bIns="0" rtlCol="0">
            <a:spAutoFit/>
          </a:bodyPr>
          <a:lstStyle/>
          <a:p>
            <a:pPr marL="341621" indent="-303523">
              <a:spcBef>
                <a:spcPts val="1335"/>
              </a:spcBef>
              <a:buSzPct val="75000"/>
              <a:buFont typeface="OpenSymbol"/>
              <a:buChar char="–"/>
              <a:tabLst>
                <a:tab pos="341621" algn="l"/>
              </a:tabLst>
            </a:pPr>
            <a:r>
              <a:rPr sz="2600" spc="80" dirty="0">
                <a:latin typeface="Calibri"/>
                <a:cs typeface="Calibri"/>
              </a:rPr>
              <a:t>Lumia</a:t>
            </a:r>
            <a:r>
              <a:rPr sz="2600" spc="-65" dirty="0">
                <a:latin typeface="Calibri"/>
                <a:cs typeface="Calibri"/>
              </a:rPr>
              <a:t> </a:t>
            </a:r>
            <a:r>
              <a:rPr sz="2600" spc="-25" dirty="0">
                <a:latin typeface="Calibri"/>
                <a:cs typeface="Calibri"/>
              </a:rPr>
              <a:t>950</a:t>
            </a:r>
            <a:endParaRPr sz="2600">
              <a:latin typeface="Calibri"/>
              <a:cs typeface="Calibri"/>
            </a:endParaRPr>
          </a:p>
          <a:p>
            <a:pPr marL="341621" indent="-303523">
              <a:spcBef>
                <a:spcPts val="1240"/>
              </a:spcBef>
              <a:buSzPct val="75000"/>
              <a:buFont typeface="OpenSymbol"/>
              <a:buChar char="–"/>
              <a:tabLst>
                <a:tab pos="341621" algn="l"/>
              </a:tabLst>
            </a:pPr>
            <a:r>
              <a:rPr sz="2600" spc="80" dirty="0">
                <a:latin typeface="Calibri"/>
                <a:cs typeface="Calibri"/>
              </a:rPr>
              <a:t>Lumia</a:t>
            </a:r>
            <a:r>
              <a:rPr sz="2600" spc="-65" dirty="0">
                <a:latin typeface="Calibri"/>
                <a:cs typeface="Calibri"/>
              </a:rPr>
              <a:t> </a:t>
            </a:r>
            <a:r>
              <a:rPr sz="2600" spc="-25" dirty="0">
                <a:latin typeface="Calibri"/>
                <a:cs typeface="Calibri"/>
              </a:rPr>
              <a:t>550</a:t>
            </a:r>
            <a:endParaRPr sz="2600">
              <a:latin typeface="Calibri"/>
              <a:cs typeface="Calibri"/>
            </a:endParaRPr>
          </a:p>
        </p:txBody>
      </p:sp>
      <p:sp>
        <p:nvSpPr>
          <p:cNvPr id="8" name="object 8"/>
          <p:cNvSpPr txBox="1"/>
          <p:nvPr/>
        </p:nvSpPr>
        <p:spPr>
          <a:xfrm>
            <a:off x="626109" y="6496650"/>
            <a:ext cx="1708785" cy="443326"/>
          </a:xfrm>
          <a:prstGeom prst="rect">
            <a:avLst/>
          </a:prstGeom>
        </p:spPr>
        <p:txBody>
          <a:bodyPr vert="horz" wrap="square" lIns="0" tIns="3810" rIns="0" bIns="0" rtlCol="0">
            <a:spAutoFit/>
          </a:bodyPr>
          <a:lstStyle/>
          <a:p>
            <a:pPr marL="12700" marR="5080">
              <a:lnSpc>
                <a:spcPct val="104200"/>
              </a:lnSpc>
              <a:spcBef>
                <a:spcPts val="30"/>
              </a:spcBef>
            </a:pPr>
            <a:r>
              <a:rPr sz="1400" dirty="0">
                <a:latin typeface="Calibri"/>
                <a:cs typeface="Calibri"/>
              </a:rPr>
              <a:t>Tampilan</a:t>
            </a:r>
            <a:r>
              <a:rPr sz="1400" spc="70" dirty="0">
                <a:latin typeface="Calibri"/>
                <a:cs typeface="Calibri"/>
              </a:rPr>
              <a:t> </a:t>
            </a:r>
            <a:r>
              <a:rPr sz="1400" dirty="0">
                <a:latin typeface="Calibri"/>
                <a:cs typeface="Calibri"/>
              </a:rPr>
              <a:t>home</a:t>
            </a:r>
            <a:r>
              <a:rPr sz="1400" spc="75" dirty="0">
                <a:latin typeface="Calibri"/>
                <a:cs typeface="Calibri"/>
              </a:rPr>
              <a:t> </a:t>
            </a:r>
            <a:r>
              <a:rPr sz="1400" spc="-10" dirty="0">
                <a:latin typeface="Calibri"/>
                <a:cs typeface="Calibri"/>
              </a:rPr>
              <a:t>screen </a:t>
            </a:r>
            <a:r>
              <a:rPr sz="1400" dirty="0">
                <a:latin typeface="Calibri"/>
                <a:cs typeface="Calibri"/>
              </a:rPr>
              <a:t>Windows</a:t>
            </a:r>
            <a:r>
              <a:rPr sz="1400" spc="-70" dirty="0">
                <a:latin typeface="Calibri"/>
                <a:cs typeface="Calibri"/>
              </a:rPr>
              <a:t> </a:t>
            </a:r>
            <a:r>
              <a:rPr sz="1400" dirty="0">
                <a:latin typeface="Calibri"/>
                <a:cs typeface="Calibri"/>
              </a:rPr>
              <a:t>10</a:t>
            </a:r>
            <a:r>
              <a:rPr sz="1400" spc="-60" dirty="0">
                <a:latin typeface="Calibri"/>
                <a:cs typeface="Calibri"/>
              </a:rPr>
              <a:t> </a:t>
            </a:r>
            <a:r>
              <a:rPr sz="1400" spc="-10" dirty="0">
                <a:latin typeface="Calibri"/>
                <a:cs typeface="Calibri"/>
              </a:rPr>
              <a:t>Mobile</a:t>
            </a:r>
            <a:endParaRPr sz="1400">
              <a:latin typeface="Calibri"/>
              <a:cs typeface="Calibri"/>
            </a:endParaRPr>
          </a:p>
        </p:txBody>
      </p:sp>
      <p:pic>
        <p:nvPicPr>
          <p:cNvPr id="9" name="object 9"/>
          <p:cNvPicPr/>
          <p:nvPr/>
        </p:nvPicPr>
        <p:blipFill>
          <a:blip r:embed="rId3" cstate="print"/>
          <a:stretch>
            <a:fillRect/>
          </a:stretch>
        </p:blipFill>
        <p:spPr>
          <a:xfrm>
            <a:off x="457200" y="1737960"/>
            <a:ext cx="2600960" cy="4617720"/>
          </a:xfrm>
          <a:prstGeom prst="rect">
            <a:avLst/>
          </a:prstGeom>
        </p:spPr>
      </p:pic>
      <p:sp>
        <p:nvSpPr>
          <p:cNvPr id="10" name="object 3">
            <a:extLst>
              <a:ext uri="{FF2B5EF4-FFF2-40B4-BE49-F238E27FC236}">
                <a16:creationId xmlns:a16="http://schemas.microsoft.com/office/drawing/2014/main" id="{EA52B1C0-6A0D-DC15-F7E1-115E3BF667BB}"/>
              </a:ext>
            </a:extLst>
          </p:cNvPr>
          <p:cNvSpPr txBox="1"/>
          <p:nvPr/>
        </p:nvSpPr>
        <p:spPr>
          <a:xfrm>
            <a:off x="3213383" y="6410564"/>
            <a:ext cx="119380" cy="224420"/>
          </a:xfrm>
          <a:prstGeom prst="rect">
            <a:avLst/>
          </a:prstGeom>
        </p:spPr>
        <p:txBody>
          <a:bodyPr vert="horz" wrap="square" lIns="0" tIns="16510" rIns="0" bIns="0" rtlCol="0">
            <a:spAutoFit/>
          </a:bodyPr>
          <a:lstStyle/>
          <a:p>
            <a:pPr marL="12700">
              <a:spcBef>
                <a:spcPts val="130"/>
              </a:spcBef>
            </a:pPr>
            <a:r>
              <a:rPr sz="1350" spc="20" dirty="0">
                <a:latin typeface="OpenSymbol"/>
                <a:cs typeface="OpenSymbol"/>
              </a:rPr>
              <a:t>●</a:t>
            </a:r>
            <a:endParaRPr sz="1350" dirty="0">
              <a:latin typeface="OpenSymbol"/>
              <a:cs typeface="OpenSymbol"/>
            </a:endParaRPr>
          </a:p>
        </p:txBody>
      </p:sp>
      <p:sp>
        <p:nvSpPr>
          <p:cNvPr id="11" name="object 4">
            <a:extLst>
              <a:ext uri="{FF2B5EF4-FFF2-40B4-BE49-F238E27FC236}">
                <a16:creationId xmlns:a16="http://schemas.microsoft.com/office/drawing/2014/main" id="{F45BEBFC-2B84-561D-855F-23E4D6278DFB}"/>
              </a:ext>
            </a:extLst>
          </p:cNvPr>
          <p:cNvSpPr txBox="1"/>
          <p:nvPr/>
        </p:nvSpPr>
        <p:spPr>
          <a:xfrm>
            <a:off x="3428012" y="6328014"/>
            <a:ext cx="5238749" cy="444994"/>
          </a:xfrm>
          <a:prstGeom prst="rect">
            <a:avLst/>
          </a:prstGeom>
        </p:spPr>
        <p:txBody>
          <a:bodyPr vert="horz" wrap="square" lIns="0" tIns="13970" rIns="0" bIns="0" rtlCol="0">
            <a:spAutoFit/>
          </a:bodyPr>
          <a:lstStyle/>
          <a:p>
            <a:pPr marL="12700">
              <a:spcBef>
                <a:spcPts val="110"/>
              </a:spcBef>
            </a:pPr>
            <a:r>
              <a:rPr lang="en-US" sz="2800" spc="-10" dirty="0">
                <a:latin typeface="Calibri"/>
                <a:cs typeface="Calibri"/>
              </a:rPr>
              <a:t>Global Market Share: 0.02% (2024)</a:t>
            </a:r>
            <a:endParaRPr sz="2800" dirty="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4312" y="847129"/>
            <a:ext cx="11595915" cy="572849"/>
          </a:xfrm>
          <a:prstGeom prst="rect">
            <a:avLst/>
          </a:prstGeom>
        </p:spPr>
        <p:txBody>
          <a:bodyPr vert="horz" wrap="square" lIns="0" tIns="12700" rIns="0" bIns="0" rtlCol="0" anchor="ctr">
            <a:spAutoFit/>
          </a:bodyPr>
          <a:lstStyle/>
          <a:p>
            <a:pPr marL="3046654">
              <a:lnSpc>
                <a:spcPct val="100000"/>
              </a:lnSpc>
              <a:spcBef>
                <a:spcPts val="100"/>
              </a:spcBef>
            </a:pPr>
            <a:r>
              <a:rPr spc="100" dirty="0"/>
              <a:t>iOS</a:t>
            </a:r>
          </a:p>
        </p:txBody>
      </p:sp>
      <p:sp>
        <p:nvSpPr>
          <p:cNvPr id="3" name="object 3"/>
          <p:cNvSpPr txBox="1"/>
          <p:nvPr/>
        </p:nvSpPr>
        <p:spPr>
          <a:xfrm>
            <a:off x="3441700" y="1834480"/>
            <a:ext cx="119380" cy="155171"/>
          </a:xfrm>
          <a:prstGeom prst="rect">
            <a:avLst/>
          </a:prstGeom>
        </p:spPr>
        <p:txBody>
          <a:bodyPr vert="horz" wrap="square" lIns="0" tIns="16510" rIns="0" bIns="0" rtlCol="0">
            <a:spAutoFit/>
          </a:bodyPr>
          <a:lstStyle/>
          <a:p>
            <a:pPr marL="12700">
              <a:spcBef>
                <a:spcPts val="130"/>
              </a:spcBef>
            </a:pPr>
            <a:r>
              <a:rPr sz="900" spc="20" dirty="0">
                <a:latin typeface="OpenSymbol"/>
                <a:cs typeface="OpenSymbol"/>
              </a:rPr>
              <a:t>●</a:t>
            </a:r>
            <a:endParaRPr sz="900">
              <a:latin typeface="OpenSymbol"/>
              <a:cs typeface="OpenSymbol"/>
            </a:endParaRPr>
          </a:p>
        </p:txBody>
      </p:sp>
      <p:sp>
        <p:nvSpPr>
          <p:cNvPr id="4" name="object 4"/>
          <p:cNvSpPr txBox="1"/>
          <p:nvPr/>
        </p:nvSpPr>
        <p:spPr>
          <a:xfrm>
            <a:off x="3656329" y="1751930"/>
            <a:ext cx="763905" cy="337272"/>
          </a:xfrm>
          <a:prstGeom prst="rect">
            <a:avLst/>
          </a:prstGeom>
        </p:spPr>
        <p:txBody>
          <a:bodyPr vert="horz" wrap="square" lIns="0" tIns="13970" rIns="0" bIns="0" rtlCol="0">
            <a:spAutoFit/>
          </a:bodyPr>
          <a:lstStyle/>
          <a:p>
            <a:pPr marL="12700">
              <a:spcBef>
                <a:spcPts val="110"/>
              </a:spcBef>
            </a:pPr>
            <a:r>
              <a:rPr sz="2100" spc="-10" dirty="0">
                <a:latin typeface="Calibri"/>
                <a:cs typeface="Calibri"/>
              </a:rPr>
              <a:t>Device</a:t>
            </a:r>
            <a:endParaRPr sz="2100" dirty="0">
              <a:latin typeface="Calibri"/>
              <a:cs typeface="Calibri"/>
            </a:endParaRPr>
          </a:p>
        </p:txBody>
      </p:sp>
      <p:sp>
        <p:nvSpPr>
          <p:cNvPr id="5" name="object 5"/>
          <p:cNvSpPr txBox="1"/>
          <p:nvPr/>
        </p:nvSpPr>
        <p:spPr>
          <a:xfrm>
            <a:off x="3689351" y="2075780"/>
            <a:ext cx="1003935" cy="806631"/>
          </a:xfrm>
          <a:prstGeom prst="rect">
            <a:avLst/>
          </a:prstGeom>
        </p:spPr>
        <p:txBody>
          <a:bodyPr vert="horz" wrap="square" lIns="0" tIns="120650" rIns="0" bIns="0" rtlCol="0">
            <a:spAutoFit/>
          </a:bodyPr>
          <a:lstStyle/>
          <a:p>
            <a:pPr marL="264154" indent="-213355">
              <a:spcBef>
                <a:spcPts val="950"/>
              </a:spcBef>
              <a:buSzPct val="72972"/>
              <a:buFont typeface="OpenSymbol"/>
              <a:buChar char="–"/>
              <a:tabLst>
                <a:tab pos="264154" algn="l"/>
              </a:tabLst>
            </a:pPr>
            <a:r>
              <a:rPr sz="1850" spc="-10" dirty="0">
                <a:latin typeface="Calibri"/>
                <a:cs typeface="Calibri"/>
              </a:rPr>
              <a:t>iPhone</a:t>
            </a:r>
            <a:endParaRPr sz="1850" dirty="0">
              <a:latin typeface="Calibri"/>
              <a:cs typeface="Calibri"/>
            </a:endParaRPr>
          </a:p>
          <a:p>
            <a:pPr marL="264154" indent="-213355">
              <a:spcBef>
                <a:spcPts val="850"/>
              </a:spcBef>
              <a:buSzPct val="72972"/>
              <a:buFont typeface="OpenSymbol"/>
              <a:buChar char="–"/>
              <a:tabLst>
                <a:tab pos="264154" algn="l"/>
              </a:tabLst>
            </a:pPr>
            <a:r>
              <a:rPr sz="1850" spc="-20" dirty="0">
                <a:latin typeface="Calibri"/>
                <a:cs typeface="Calibri"/>
              </a:rPr>
              <a:t>iPad</a:t>
            </a:r>
            <a:endParaRPr sz="1850" dirty="0">
              <a:latin typeface="Calibri"/>
              <a:cs typeface="Calibri"/>
            </a:endParaRPr>
          </a:p>
        </p:txBody>
      </p:sp>
      <p:sp>
        <p:nvSpPr>
          <p:cNvPr id="6" name="object 6"/>
          <p:cNvSpPr txBox="1"/>
          <p:nvPr/>
        </p:nvSpPr>
        <p:spPr>
          <a:xfrm>
            <a:off x="3441700" y="3068920"/>
            <a:ext cx="119380" cy="155171"/>
          </a:xfrm>
          <a:prstGeom prst="rect">
            <a:avLst/>
          </a:prstGeom>
        </p:spPr>
        <p:txBody>
          <a:bodyPr vert="horz" wrap="square" lIns="0" tIns="16510" rIns="0" bIns="0" rtlCol="0">
            <a:spAutoFit/>
          </a:bodyPr>
          <a:lstStyle/>
          <a:p>
            <a:pPr marL="12700">
              <a:spcBef>
                <a:spcPts val="130"/>
              </a:spcBef>
            </a:pPr>
            <a:r>
              <a:rPr sz="900" spc="20" dirty="0">
                <a:latin typeface="OpenSymbol"/>
                <a:cs typeface="OpenSymbol"/>
              </a:rPr>
              <a:t>●</a:t>
            </a:r>
            <a:endParaRPr sz="900">
              <a:latin typeface="OpenSymbol"/>
              <a:cs typeface="OpenSymbol"/>
            </a:endParaRPr>
          </a:p>
        </p:txBody>
      </p:sp>
      <p:sp>
        <p:nvSpPr>
          <p:cNvPr id="7" name="object 7"/>
          <p:cNvSpPr txBox="1"/>
          <p:nvPr/>
        </p:nvSpPr>
        <p:spPr>
          <a:xfrm>
            <a:off x="3592830" y="2860641"/>
            <a:ext cx="5977255" cy="2180084"/>
          </a:xfrm>
          <a:prstGeom prst="rect">
            <a:avLst/>
          </a:prstGeom>
        </p:spPr>
        <p:txBody>
          <a:bodyPr vert="horz" wrap="square" lIns="0" tIns="139700" rIns="0" bIns="0" rtlCol="0">
            <a:spAutoFit/>
          </a:bodyPr>
          <a:lstStyle/>
          <a:p>
            <a:pPr marL="76198">
              <a:spcBef>
                <a:spcPts val="1100"/>
              </a:spcBef>
            </a:pPr>
            <a:r>
              <a:rPr sz="2100" dirty="0">
                <a:latin typeface="Calibri"/>
                <a:cs typeface="Calibri"/>
              </a:rPr>
              <a:t>iPhone</a:t>
            </a:r>
            <a:r>
              <a:rPr sz="2100" spc="185" dirty="0">
                <a:latin typeface="Calibri"/>
                <a:cs typeface="Calibri"/>
              </a:rPr>
              <a:t> </a:t>
            </a:r>
            <a:r>
              <a:rPr sz="2100" dirty="0">
                <a:latin typeface="Calibri"/>
                <a:cs typeface="Calibri"/>
              </a:rPr>
              <a:t>pertama</a:t>
            </a:r>
            <a:r>
              <a:rPr sz="2100" spc="190" dirty="0">
                <a:latin typeface="Calibri"/>
                <a:cs typeface="Calibri"/>
              </a:rPr>
              <a:t> </a:t>
            </a:r>
            <a:r>
              <a:rPr sz="2100" dirty="0">
                <a:latin typeface="Calibri"/>
                <a:cs typeface="Calibri"/>
              </a:rPr>
              <a:t>kali</a:t>
            </a:r>
            <a:r>
              <a:rPr sz="2100" spc="175" dirty="0">
                <a:latin typeface="Calibri"/>
                <a:cs typeface="Calibri"/>
              </a:rPr>
              <a:t> </a:t>
            </a:r>
            <a:r>
              <a:rPr sz="2100" dirty="0">
                <a:latin typeface="Calibri"/>
                <a:cs typeface="Calibri"/>
              </a:rPr>
              <a:t>diperkenalkan</a:t>
            </a:r>
            <a:r>
              <a:rPr sz="2100" spc="180" dirty="0">
                <a:latin typeface="Calibri"/>
                <a:cs typeface="Calibri"/>
              </a:rPr>
              <a:t> </a:t>
            </a:r>
            <a:r>
              <a:rPr sz="2100" dirty="0">
                <a:latin typeface="Calibri"/>
                <a:cs typeface="Calibri"/>
              </a:rPr>
              <a:t>pada</a:t>
            </a:r>
            <a:r>
              <a:rPr sz="2100" spc="190" dirty="0">
                <a:latin typeface="Calibri"/>
                <a:cs typeface="Calibri"/>
              </a:rPr>
              <a:t> </a:t>
            </a:r>
            <a:r>
              <a:rPr sz="2100" dirty="0">
                <a:latin typeface="Calibri"/>
                <a:cs typeface="Calibri"/>
              </a:rPr>
              <a:t>tahun</a:t>
            </a:r>
            <a:r>
              <a:rPr sz="2100" spc="180" dirty="0">
                <a:latin typeface="Calibri"/>
                <a:cs typeface="Calibri"/>
              </a:rPr>
              <a:t> </a:t>
            </a:r>
            <a:r>
              <a:rPr sz="2100" spc="-20" dirty="0">
                <a:latin typeface="Calibri"/>
                <a:cs typeface="Calibri"/>
              </a:rPr>
              <a:t>2007</a:t>
            </a:r>
            <a:endParaRPr sz="2100" dirty="0">
              <a:latin typeface="Calibri"/>
              <a:cs typeface="Calibri"/>
            </a:endParaRPr>
          </a:p>
          <a:p>
            <a:pPr marL="360671" indent="-213355">
              <a:spcBef>
                <a:spcPts val="870"/>
              </a:spcBef>
              <a:buSzPct val="72972"/>
              <a:buFont typeface="OpenSymbol"/>
              <a:buChar char="–"/>
              <a:tabLst>
                <a:tab pos="360671" algn="l"/>
              </a:tabLst>
            </a:pPr>
            <a:r>
              <a:rPr sz="1850" spc="-10" dirty="0">
                <a:latin typeface="Calibri"/>
                <a:cs typeface="Calibri"/>
              </a:rPr>
              <a:t>Mengawali</a:t>
            </a:r>
            <a:r>
              <a:rPr sz="1850" spc="-55" dirty="0">
                <a:latin typeface="Calibri"/>
                <a:cs typeface="Calibri"/>
              </a:rPr>
              <a:t> </a:t>
            </a:r>
            <a:r>
              <a:rPr sz="1850" dirty="0">
                <a:latin typeface="Calibri"/>
                <a:cs typeface="Calibri"/>
              </a:rPr>
              <a:t>era</a:t>
            </a:r>
            <a:r>
              <a:rPr sz="1850" spc="-50" dirty="0">
                <a:latin typeface="Calibri"/>
                <a:cs typeface="Calibri"/>
              </a:rPr>
              <a:t> </a:t>
            </a:r>
            <a:r>
              <a:rPr sz="1850" spc="-10" dirty="0">
                <a:latin typeface="Calibri"/>
                <a:cs typeface="Calibri"/>
              </a:rPr>
              <a:t>smartphone</a:t>
            </a:r>
            <a:endParaRPr sz="1850" dirty="0">
              <a:latin typeface="Calibri"/>
              <a:cs typeface="Calibri"/>
            </a:endParaRPr>
          </a:p>
          <a:p>
            <a:pPr marL="76198">
              <a:spcBef>
                <a:spcPts val="1040"/>
              </a:spcBef>
            </a:pPr>
            <a:r>
              <a:rPr sz="2100" dirty="0">
                <a:latin typeface="Calibri"/>
                <a:cs typeface="Calibri"/>
              </a:rPr>
              <a:t>iPad</a:t>
            </a:r>
            <a:r>
              <a:rPr sz="2100" spc="190" dirty="0">
                <a:latin typeface="Calibri"/>
                <a:cs typeface="Calibri"/>
              </a:rPr>
              <a:t> </a:t>
            </a:r>
            <a:r>
              <a:rPr sz="2100" dirty="0">
                <a:latin typeface="Calibri"/>
                <a:cs typeface="Calibri"/>
              </a:rPr>
              <a:t>diperkenalkan</a:t>
            </a:r>
            <a:r>
              <a:rPr sz="2100" spc="180" dirty="0">
                <a:latin typeface="Calibri"/>
                <a:cs typeface="Calibri"/>
              </a:rPr>
              <a:t> </a:t>
            </a:r>
            <a:r>
              <a:rPr sz="2100" dirty="0">
                <a:latin typeface="Calibri"/>
                <a:cs typeface="Calibri"/>
              </a:rPr>
              <a:t>pertama</a:t>
            </a:r>
            <a:r>
              <a:rPr sz="2100" spc="185" dirty="0">
                <a:latin typeface="Calibri"/>
                <a:cs typeface="Calibri"/>
              </a:rPr>
              <a:t> </a:t>
            </a:r>
            <a:r>
              <a:rPr sz="2100" dirty="0">
                <a:latin typeface="Calibri"/>
                <a:cs typeface="Calibri"/>
              </a:rPr>
              <a:t>kali</a:t>
            </a:r>
            <a:r>
              <a:rPr sz="2100" spc="170" dirty="0">
                <a:latin typeface="Calibri"/>
                <a:cs typeface="Calibri"/>
              </a:rPr>
              <a:t> </a:t>
            </a:r>
            <a:r>
              <a:rPr sz="2100" dirty="0">
                <a:latin typeface="Calibri"/>
                <a:cs typeface="Calibri"/>
              </a:rPr>
              <a:t>tahun</a:t>
            </a:r>
            <a:r>
              <a:rPr sz="2100" spc="175" dirty="0">
                <a:latin typeface="Calibri"/>
                <a:cs typeface="Calibri"/>
              </a:rPr>
              <a:t> </a:t>
            </a:r>
            <a:r>
              <a:rPr sz="2100" spc="-20" dirty="0">
                <a:latin typeface="Calibri"/>
                <a:cs typeface="Calibri"/>
              </a:rPr>
              <a:t>2010</a:t>
            </a:r>
            <a:endParaRPr sz="2100" dirty="0">
              <a:latin typeface="Calibri"/>
              <a:cs typeface="Calibri"/>
            </a:endParaRPr>
          </a:p>
          <a:p>
            <a:pPr marL="360671" indent="-213355">
              <a:spcBef>
                <a:spcPts val="870"/>
              </a:spcBef>
              <a:buSzPct val="72972"/>
              <a:buFont typeface="OpenSymbol"/>
              <a:buChar char="–"/>
              <a:tabLst>
                <a:tab pos="360671" algn="l"/>
              </a:tabLst>
            </a:pPr>
            <a:r>
              <a:rPr sz="1850" dirty="0">
                <a:latin typeface="Calibri"/>
                <a:cs typeface="Calibri"/>
              </a:rPr>
              <a:t>Booming</a:t>
            </a:r>
            <a:r>
              <a:rPr sz="1850" spc="110" dirty="0">
                <a:latin typeface="Calibri"/>
                <a:cs typeface="Calibri"/>
              </a:rPr>
              <a:t> </a:t>
            </a:r>
            <a:r>
              <a:rPr sz="1850" dirty="0">
                <a:latin typeface="Calibri"/>
                <a:cs typeface="Calibri"/>
              </a:rPr>
              <a:t>tablet</a:t>
            </a:r>
            <a:r>
              <a:rPr sz="1850" spc="110" dirty="0">
                <a:latin typeface="Calibri"/>
                <a:cs typeface="Calibri"/>
              </a:rPr>
              <a:t> </a:t>
            </a:r>
            <a:r>
              <a:rPr sz="1850" spc="45" dirty="0">
                <a:latin typeface="Calibri"/>
                <a:cs typeface="Calibri"/>
              </a:rPr>
              <a:t>PC</a:t>
            </a:r>
            <a:endParaRPr sz="1850" dirty="0">
              <a:latin typeface="Calibri"/>
              <a:cs typeface="Calibri"/>
            </a:endParaRPr>
          </a:p>
          <a:p>
            <a:pPr marL="76198">
              <a:spcBef>
                <a:spcPts val="1050"/>
              </a:spcBef>
            </a:pPr>
            <a:r>
              <a:rPr sz="2100" dirty="0">
                <a:latin typeface="Calibri"/>
                <a:cs typeface="Calibri"/>
              </a:rPr>
              <a:t>Native</a:t>
            </a:r>
            <a:r>
              <a:rPr sz="2100" spc="95" dirty="0">
                <a:latin typeface="Calibri"/>
                <a:cs typeface="Calibri"/>
              </a:rPr>
              <a:t> </a:t>
            </a:r>
            <a:r>
              <a:rPr sz="2100" spc="55" dirty="0">
                <a:latin typeface="Calibri"/>
                <a:cs typeface="Calibri"/>
              </a:rPr>
              <a:t>apps</a:t>
            </a:r>
            <a:r>
              <a:rPr sz="2100" spc="100" dirty="0">
                <a:latin typeface="Calibri"/>
                <a:cs typeface="Calibri"/>
              </a:rPr>
              <a:t> </a:t>
            </a:r>
            <a:r>
              <a:rPr sz="2100" dirty="0">
                <a:latin typeface="Calibri"/>
                <a:cs typeface="Calibri"/>
              </a:rPr>
              <a:t>dibangun</a:t>
            </a:r>
            <a:r>
              <a:rPr sz="2100" spc="95" dirty="0">
                <a:latin typeface="Calibri"/>
                <a:cs typeface="Calibri"/>
              </a:rPr>
              <a:t> </a:t>
            </a:r>
            <a:r>
              <a:rPr sz="2100" spc="-10" dirty="0">
                <a:latin typeface="Calibri"/>
                <a:cs typeface="Calibri"/>
              </a:rPr>
              <a:t>menggunakan</a:t>
            </a:r>
            <a:endParaRPr sz="2100" dirty="0">
              <a:latin typeface="Calibri"/>
              <a:cs typeface="Calibri"/>
            </a:endParaRPr>
          </a:p>
        </p:txBody>
      </p:sp>
      <p:sp>
        <p:nvSpPr>
          <p:cNvPr id="8" name="object 8"/>
          <p:cNvSpPr txBox="1"/>
          <p:nvPr/>
        </p:nvSpPr>
        <p:spPr>
          <a:xfrm>
            <a:off x="3441700" y="3913471"/>
            <a:ext cx="119380" cy="155171"/>
          </a:xfrm>
          <a:prstGeom prst="rect">
            <a:avLst/>
          </a:prstGeom>
        </p:spPr>
        <p:txBody>
          <a:bodyPr vert="horz" wrap="square" lIns="0" tIns="16510" rIns="0" bIns="0" rtlCol="0">
            <a:spAutoFit/>
          </a:bodyPr>
          <a:lstStyle/>
          <a:p>
            <a:pPr marL="12700">
              <a:spcBef>
                <a:spcPts val="130"/>
              </a:spcBef>
            </a:pPr>
            <a:r>
              <a:rPr sz="900" spc="20" dirty="0">
                <a:latin typeface="OpenSymbol"/>
                <a:cs typeface="OpenSymbol"/>
              </a:rPr>
              <a:t>●</a:t>
            </a:r>
            <a:endParaRPr sz="900">
              <a:latin typeface="OpenSymbol"/>
              <a:cs typeface="OpenSymbol"/>
            </a:endParaRPr>
          </a:p>
        </p:txBody>
      </p:sp>
      <p:sp>
        <p:nvSpPr>
          <p:cNvPr id="9" name="object 9"/>
          <p:cNvSpPr txBox="1"/>
          <p:nvPr/>
        </p:nvSpPr>
        <p:spPr>
          <a:xfrm>
            <a:off x="3441700" y="4758021"/>
            <a:ext cx="119380" cy="155171"/>
          </a:xfrm>
          <a:prstGeom prst="rect">
            <a:avLst/>
          </a:prstGeom>
        </p:spPr>
        <p:txBody>
          <a:bodyPr vert="horz" wrap="square" lIns="0" tIns="16510" rIns="0" bIns="0" rtlCol="0">
            <a:spAutoFit/>
          </a:bodyPr>
          <a:lstStyle/>
          <a:p>
            <a:pPr marL="12700">
              <a:spcBef>
                <a:spcPts val="130"/>
              </a:spcBef>
            </a:pPr>
            <a:r>
              <a:rPr sz="900" spc="20" dirty="0">
                <a:latin typeface="OpenSymbol"/>
                <a:cs typeface="OpenSymbol"/>
              </a:rPr>
              <a:t>●</a:t>
            </a:r>
            <a:endParaRPr sz="900">
              <a:latin typeface="OpenSymbol"/>
              <a:cs typeface="OpenSymbol"/>
            </a:endParaRPr>
          </a:p>
        </p:txBody>
      </p:sp>
      <p:sp>
        <p:nvSpPr>
          <p:cNvPr id="10" name="object 10"/>
          <p:cNvSpPr txBox="1"/>
          <p:nvPr/>
        </p:nvSpPr>
        <p:spPr>
          <a:xfrm>
            <a:off x="3727451" y="5516211"/>
            <a:ext cx="122555" cy="223138"/>
          </a:xfrm>
          <a:prstGeom prst="rect">
            <a:avLst/>
          </a:prstGeom>
        </p:spPr>
        <p:txBody>
          <a:bodyPr vert="horz" wrap="square" lIns="0" tIns="15240" rIns="0" bIns="0" rtlCol="0">
            <a:spAutoFit/>
          </a:bodyPr>
          <a:lstStyle/>
          <a:p>
            <a:pPr marL="12700">
              <a:spcBef>
                <a:spcPts val="120"/>
              </a:spcBef>
            </a:pPr>
            <a:r>
              <a:rPr sz="1350" spc="10" dirty="0">
                <a:latin typeface="OpenSymbol"/>
                <a:cs typeface="OpenSymbol"/>
              </a:rPr>
              <a:t>–</a:t>
            </a:r>
            <a:endParaRPr sz="1350">
              <a:latin typeface="OpenSymbol"/>
              <a:cs typeface="OpenSymbol"/>
            </a:endParaRPr>
          </a:p>
        </p:txBody>
      </p:sp>
      <p:sp>
        <p:nvSpPr>
          <p:cNvPr id="11" name="object 11"/>
          <p:cNvSpPr txBox="1"/>
          <p:nvPr/>
        </p:nvSpPr>
        <p:spPr>
          <a:xfrm>
            <a:off x="3727451" y="5904830"/>
            <a:ext cx="122555" cy="223138"/>
          </a:xfrm>
          <a:prstGeom prst="rect">
            <a:avLst/>
          </a:prstGeom>
        </p:spPr>
        <p:txBody>
          <a:bodyPr vert="horz" wrap="square" lIns="0" tIns="15240" rIns="0" bIns="0" rtlCol="0">
            <a:spAutoFit/>
          </a:bodyPr>
          <a:lstStyle/>
          <a:p>
            <a:pPr marL="12700">
              <a:spcBef>
                <a:spcPts val="120"/>
              </a:spcBef>
            </a:pPr>
            <a:r>
              <a:rPr sz="1350" spc="10" dirty="0">
                <a:latin typeface="OpenSymbol"/>
                <a:cs typeface="OpenSymbol"/>
              </a:rPr>
              <a:t>–</a:t>
            </a:r>
            <a:endParaRPr sz="1350">
              <a:latin typeface="OpenSymbol"/>
              <a:cs typeface="OpenSymbol"/>
            </a:endParaRPr>
          </a:p>
        </p:txBody>
      </p:sp>
      <p:sp>
        <p:nvSpPr>
          <p:cNvPr id="12" name="object 12"/>
          <p:cNvSpPr txBox="1"/>
          <p:nvPr/>
        </p:nvSpPr>
        <p:spPr>
          <a:xfrm>
            <a:off x="3727450" y="5001860"/>
            <a:ext cx="1344930" cy="1185837"/>
          </a:xfrm>
          <a:prstGeom prst="rect">
            <a:avLst/>
          </a:prstGeom>
        </p:spPr>
        <p:txBody>
          <a:bodyPr vert="horz" wrap="square" lIns="0" tIns="12700" rIns="0" bIns="0" rtlCol="0">
            <a:spAutoFit/>
          </a:bodyPr>
          <a:lstStyle/>
          <a:p>
            <a:pPr marL="226055" marR="5080" indent="-213355">
              <a:lnSpc>
                <a:spcPct val="137800"/>
              </a:lnSpc>
              <a:spcBef>
                <a:spcPts val="100"/>
              </a:spcBef>
            </a:pPr>
            <a:r>
              <a:rPr sz="2025" baseline="14403" dirty="0">
                <a:latin typeface="OpenSymbol"/>
                <a:cs typeface="OpenSymbol"/>
              </a:rPr>
              <a:t>–</a:t>
            </a:r>
            <a:r>
              <a:rPr sz="2025" spc="457" baseline="14403" dirty="0">
                <a:latin typeface="OpenSymbol"/>
                <a:cs typeface="OpenSymbol"/>
              </a:rPr>
              <a:t> </a:t>
            </a:r>
            <a:r>
              <a:rPr sz="1850" dirty="0">
                <a:latin typeface="Calibri"/>
                <a:cs typeface="Calibri"/>
              </a:rPr>
              <a:t>Objective</a:t>
            </a:r>
            <a:r>
              <a:rPr sz="1850" spc="-20" dirty="0">
                <a:latin typeface="Calibri"/>
                <a:cs typeface="Calibri"/>
              </a:rPr>
              <a:t> </a:t>
            </a:r>
            <a:r>
              <a:rPr sz="1850" spc="15" dirty="0">
                <a:latin typeface="Calibri"/>
                <a:cs typeface="Calibri"/>
              </a:rPr>
              <a:t>C </a:t>
            </a:r>
            <a:r>
              <a:rPr sz="1850" spc="150" dirty="0">
                <a:latin typeface="Calibri"/>
                <a:cs typeface="Calibri"/>
              </a:rPr>
              <a:t>Swif</a:t>
            </a:r>
            <a:r>
              <a:rPr lang="en-US" sz="1850" spc="150" dirty="0">
                <a:latin typeface="Calibri"/>
                <a:cs typeface="Calibri"/>
              </a:rPr>
              <a:t>t</a:t>
            </a:r>
            <a:endParaRPr sz="1850" dirty="0">
              <a:latin typeface="Calibri"/>
              <a:cs typeface="Calibri"/>
            </a:endParaRPr>
          </a:p>
          <a:p>
            <a:pPr marL="226055">
              <a:spcBef>
                <a:spcPts val="840"/>
              </a:spcBef>
            </a:pPr>
            <a:r>
              <a:rPr sz="1850" dirty="0">
                <a:latin typeface="Calibri"/>
                <a:cs typeface="Calibri"/>
              </a:rPr>
              <a:t>IDE</a:t>
            </a:r>
            <a:r>
              <a:rPr sz="1850" spc="-25" dirty="0">
                <a:latin typeface="Calibri"/>
                <a:cs typeface="Calibri"/>
              </a:rPr>
              <a:t> </a:t>
            </a:r>
            <a:r>
              <a:rPr sz="1850" dirty="0">
                <a:latin typeface="Calibri"/>
                <a:cs typeface="Calibri"/>
              </a:rPr>
              <a:t>:</a:t>
            </a:r>
            <a:r>
              <a:rPr sz="1850" spc="-35" dirty="0">
                <a:latin typeface="Calibri"/>
                <a:cs typeface="Calibri"/>
              </a:rPr>
              <a:t> </a:t>
            </a:r>
            <a:r>
              <a:rPr sz="1850" spc="-10" dirty="0">
                <a:latin typeface="Calibri"/>
                <a:cs typeface="Calibri"/>
              </a:rPr>
              <a:t>XCode</a:t>
            </a:r>
            <a:endParaRPr sz="1850" dirty="0">
              <a:latin typeface="Calibri"/>
              <a:cs typeface="Calibri"/>
            </a:endParaRPr>
          </a:p>
        </p:txBody>
      </p:sp>
      <p:pic>
        <p:nvPicPr>
          <p:cNvPr id="15" name="object 15"/>
          <p:cNvPicPr/>
          <p:nvPr/>
        </p:nvPicPr>
        <p:blipFill>
          <a:blip r:embed="rId2" cstate="print"/>
          <a:stretch>
            <a:fillRect/>
          </a:stretch>
        </p:blipFill>
        <p:spPr>
          <a:xfrm>
            <a:off x="577851" y="1769710"/>
            <a:ext cx="2256790" cy="4009390"/>
          </a:xfrm>
          <a:prstGeom prst="rect">
            <a:avLst/>
          </a:prstGeom>
        </p:spPr>
      </p:pic>
      <p:sp>
        <p:nvSpPr>
          <p:cNvPr id="16" name="object 16"/>
          <p:cNvSpPr txBox="1"/>
          <p:nvPr/>
        </p:nvSpPr>
        <p:spPr>
          <a:xfrm>
            <a:off x="626109" y="5973411"/>
            <a:ext cx="1769110" cy="445828"/>
          </a:xfrm>
          <a:prstGeom prst="rect">
            <a:avLst/>
          </a:prstGeom>
        </p:spPr>
        <p:txBody>
          <a:bodyPr vert="horz" wrap="square" lIns="0" tIns="2540" rIns="0" bIns="0" rtlCol="0">
            <a:spAutoFit/>
          </a:bodyPr>
          <a:lstStyle/>
          <a:p>
            <a:pPr marL="12700" marR="5080">
              <a:lnSpc>
                <a:spcPct val="104800"/>
              </a:lnSpc>
              <a:spcBef>
                <a:spcPts val="20"/>
              </a:spcBef>
            </a:pPr>
            <a:r>
              <a:rPr sz="1400" dirty="0">
                <a:latin typeface="Calibri"/>
                <a:cs typeface="Calibri"/>
              </a:rPr>
              <a:t>Tampilan</a:t>
            </a:r>
            <a:r>
              <a:rPr sz="1400" spc="25" dirty="0">
                <a:latin typeface="Calibri"/>
                <a:cs typeface="Calibri"/>
              </a:rPr>
              <a:t> </a:t>
            </a:r>
            <a:r>
              <a:rPr sz="1400" dirty="0">
                <a:latin typeface="Calibri"/>
                <a:cs typeface="Calibri"/>
              </a:rPr>
              <a:t>iOS</a:t>
            </a:r>
            <a:r>
              <a:rPr sz="1400" spc="25" dirty="0">
                <a:latin typeface="Calibri"/>
                <a:cs typeface="Calibri"/>
              </a:rPr>
              <a:t> </a:t>
            </a:r>
            <a:r>
              <a:rPr sz="1400" dirty="0">
                <a:latin typeface="Calibri"/>
                <a:cs typeface="Calibri"/>
              </a:rPr>
              <a:t>11</a:t>
            </a:r>
            <a:r>
              <a:rPr sz="1400" spc="30" dirty="0">
                <a:latin typeface="Calibri"/>
                <a:cs typeface="Calibri"/>
              </a:rPr>
              <a:t> </a:t>
            </a:r>
            <a:r>
              <a:rPr sz="1400" dirty="0">
                <a:latin typeface="Calibri"/>
                <a:cs typeface="Calibri"/>
              </a:rPr>
              <a:t>beta</a:t>
            </a:r>
            <a:r>
              <a:rPr sz="1400" spc="25" dirty="0">
                <a:latin typeface="Calibri"/>
                <a:cs typeface="Calibri"/>
              </a:rPr>
              <a:t> </a:t>
            </a:r>
            <a:r>
              <a:rPr sz="1400" spc="-25" dirty="0">
                <a:latin typeface="Calibri"/>
                <a:cs typeface="Calibri"/>
              </a:rPr>
              <a:t>di </a:t>
            </a:r>
            <a:r>
              <a:rPr sz="1400" dirty="0">
                <a:latin typeface="Calibri"/>
                <a:cs typeface="Calibri"/>
              </a:rPr>
              <a:t>iPhone</a:t>
            </a:r>
            <a:r>
              <a:rPr sz="1400" spc="15" dirty="0">
                <a:latin typeface="Calibri"/>
                <a:cs typeface="Calibri"/>
              </a:rPr>
              <a:t> </a:t>
            </a:r>
            <a:r>
              <a:rPr sz="1400" dirty="0">
                <a:latin typeface="Calibri"/>
                <a:cs typeface="Calibri"/>
              </a:rPr>
              <a:t>7</a:t>
            </a:r>
            <a:r>
              <a:rPr sz="1400" spc="25" dirty="0">
                <a:latin typeface="Calibri"/>
                <a:cs typeface="Calibri"/>
              </a:rPr>
              <a:t> </a:t>
            </a:r>
            <a:r>
              <a:rPr sz="1400" spc="-20" dirty="0">
                <a:latin typeface="Calibri"/>
                <a:cs typeface="Calibri"/>
              </a:rPr>
              <a:t>Plus</a:t>
            </a:r>
            <a:endParaRPr sz="1400">
              <a:latin typeface="Calibri"/>
              <a:cs typeface="Calibri"/>
            </a:endParaRPr>
          </a:p>
        </p:txBody>
      </p:sp>
      <p:sp>
        <p:nvSpPr>
          <p:cNvPr id="17" name="object 3">
            <a:extLst>
              <a:ext uri="{FF2B5EF4-FFF2-40B4-BE49-F238E27FC236}">
                <a16:creationId xmlns:a16="http://schemas.microsoft.com/office/drawing/2014/main" id="{40B111E4-F7DF-3299-1B2E-E3B54B459417}"/>
              </a:ext>
            </a:extLst>
          </p:cNvPr>
          <p:cNvSpPr txBox="1"/>
          <p:nvPr/>
        </p:nvSpPr>
        <p:spPr>
          <a:xfrm>
            <a:off x="3474722" y="6347812"/>
            <a:ext cx="119380" cy="155171"/>
          </a:xfrm>
          <a:prstGeom prst="rect">
            <a:avLst/>
          </a:prstGeom>
        </p:spPr>
        <p:txBody>
          <a:bodyPr vert="horz" wrap="square" lIns="0" tIns="16510" rIns="0" bIns="0" rtlCol="0">
            <a:spAutoFit/>
          </a:bodyPr>
          <a:lstStyle/>
          <a:p>
            <a:pPr marL="12700">
              <a:spcBef>
                <a:spcPts val="130"/>
              </a:spcBef>
            </a:pPr>
            <a:r>
              <a:rPr sz="900" spc="20" dirty="0">
                <a:latin typeface="OpenSymbol"/>
                <a:cs typeface="OpenSymbol"/>
              </a:rPr>
              <a:t>●</a:t>
            </a:r>
            <a:endParaRPr sz="900">
              <a:latin typeface="OpenSymbol"/>
              <a:cs typeface="OpenSymbol"/>
            </a:endParaRPr>
          </a:p>
        </p:txBody>
      </p:sp>
      <p:sp>
        <p:nvSpPr>
          <p:cNvPr id="18" name="object 4">
            <a:extLst>
              <a:ext uri="{FF2B5EF4-FFF2-40B4-BE49-F238E27FC236}">
                <a16:creationId xmlns:a16="http://schemas.microsoft.com/office/drawing/2014/main" id="{CB38751F-6FCA-AB35-0D1A-8CE62C8902F4}"/>
              </a:ext>
            </a:extLst>
          </p:cNvPr>
          <p:cNvSpPr txBox="1"/>
          <p:nvPr/>
        </p:nvSpPr>
        <p:spPr>
          <a:xfrm>
            <a:off x="3689351" y="6265262"/>
            <a:ext cx="5238749" cy="337272"/>
          </a:xfrm>
          <a:prstGeom prst="rect">
            <a:avLst/>
          </a:prstGeom>
        </p:spPr>
        <p:txBody>
          <a:bodyPr vert="horz" wrap="square" lIns="0" tIns="13970" rIns="0" bIns="0" rtlCol="0">
            <a:spAutoFit/>
          </a:bodyPr>
          <a:lstStyle/>
          <a:p>
            <a:pPr marL="12700">
              <a:spcBef>
                <a:spcPts val="110"/>
              </a:spcBef>
            </a:pPr>
            <a:r>
              <a:rPr lang="en-US" sz="2100" spc="-10" dirty="0">
                <a:latin typeface="Calibri"/>
                <a:cs typeface="Calibri"/>
              </a:rPr>
              <a:t>Global Market Share: 27.81% (2024)</a:t>
            </a:r>
            <a:endParaRPr sz="2100" dirty="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4312" y="847129"/>
            <a:ext cx="11595915" cy="572849"/>
          </a:xfrm>
          <a:prstGeom prst="rect">
            <a:avLst/>
          </a:prstGeom>
        </p:spPr>
        <p:txBody>
          <a:bodyPr vert="horz" wrap="square" lIns="0" tIns="12700" rIns="0" bIns="0" rtlCol="0" anchor="ctr">
            <a:spAutoFit/>
          </a:bodyPr>
          <a:lstStyle/>
          <a:p>
            <a:pPr marL="2519617">
              <a:lnSpc>
                <a:spcPct val="100000"/>
              </a:lnSpc>
              <a:spcBef>
                <a:spcPts val="100"/>
              </a:spcBef>
            </a:pPr>
            <a:r>
              <a:rPr spc="-10" dirty="0"/>
              <a:t>Android</a:t>
            </a:r>
          </a:p>
        </p:txBody>
      </p:sp>
      <p:sp>
        <p:nvSpPr>
          <p:cNvPr id="3" name="object 3"/>
          <p:cNvSpPr txBox="1"/>
          <p:nvPr/>
        </p:nvSpPr>
        <p:spPr>
          <a:xfrm>
            <a:off x="3178810" y="1847181"/>
            <a:ext cx="135890" cy="180819"/>
          </a:xfrm>
          <a:prstGeom prst="rect">
            <a:avLst/>
          </a:prstGeom>
        </p:spPr>
        <p:txBody>
          <a:bodyPr vert="horz" wrap="square" lIns="0" tIns="11430" rIns="0" bIns="0" rtlCol="0">
            <a:spAutoFit/>
          </a:bodyPr>
          <a:lstStyle/>
          <a:p>
            <a:pPr marL="12700">
              <a:spcBef>
                <a:spcPts val="90"/>
              </a:spcBef>
            </a:pPr>
            <a:r>
              <a:rPr sz="1100" spc="-10" dirty="0">
                <a:latin typeface="OpenSymbol"/>
                <a:cs typeface="OpenSymbol"/>
              </a:rPr>
              <a:t>●</a:t>
            </a:r>
            <a:endParaRPr sz="1100">
              <a:latin typeface="OpenSymbol"/>
              <a:cs typeface="OpenSymbol"/>
            </a:endParaRPr>
          </a:p>
        </p:txBody>
      </p:sp>
      <p:sp>
        <p:nvSpPr>
          <p:cNvPr id="4" name="object 4"/>
          <p:cNvSpPr txBox="1"/>
          <p:nvPr/>
        </p:nvSpPr>
        <p:spPr>
          <a:xfrm>
            <a:off x="3429000" y="1751929"/>
            <a:ext cx="1604645" cy="391133"/>
          </a:xfrm>
          <a:prstGeom prst="rect">
            <a:avLst/>
          </a:prstGeom>
        </p:spPr>
        <p:txBody>
          <a:bodyPr vert="horz" wrap="square" lIns="0" tIns="13970" rIns="0" bIns="0" rtlCol="0">
            <a:spAutoFit/>
          </a:bodyPr>
          <a:lstStyle/>
          <a:p>
            <a:pPr marL="12700">
              <a:spcBef>
                <a:spcPts val="110"/>
              </a:spcBef>
            </a:pPr>
            <a:r>
              <a:rPr sz="2450" spc="-10" dirty="0">
                <a:latin typeface="Calibri"/>
                <a:cs typeface="Calibri"/>
              </a:rPr>
              <a:t>Opensource</a:t>
            </a:r>
            <a:endParaRPr sz="2450">
              <a:latin typeface="Calibri"/>
              <a:cs typeface="Calibri"/>
            </a:endParaRPr>
          </a:p>
        </p:txBody>
      </p:sp>
      <p:sp>
        <p:nvSpPr>
          <p:cNvPr id="5" name="object 5"/>
          <p:cNvSpPr txBox="1"/>
          <p:nvPr/>
        </p:nvSpPr>
        <p:spPr>
          <a:xfrm>
            <a:off x="3511550" y="2728560"/>
            <a:ext cx="138430" cy="259045"/>
          </a:xfrm>
          <a:prstGeom prst="rect">
            <a:avLst/>
          </a:prstGeom>
        </p:spPr>
        <p:txBody>
          <a:bodyPr vert="horz" wrap="square" lIns="0" tIns="12700" rIns="0" bIns="0" rtlCol="0">
            <a:spAutoFit/>
          </a:bodyPr>
          <a:lstStyle/>
          <a:p>
            <a:pPr marL="12700">
              <a:spcBef>
                <a:spcPts val="100"/>
              </a:spcBef>
            </a:pPr>
            <a:r>
              <a:rPr sz="1600" dirty="0">
                <a:latin typeface="OpenSymbol"/>
                <a:cs typeface="OpenSymbol"/>
              </a:rPr>
              <a:t>–</a:t>
            </a:r>
            <a:endParaRPr sz="1600">
              <a:latin typeface="OpenSymbol"/>
              <a:cs typeface="OpenSymbol"/>
            </a:endParaRPr>
          </a:p>
        </p:txBody>
      </p:sp>
      <p:sp>
        <p:nvSpPr>
          <p:cNvPr id="6" name="object 6"/>
          <p:cNvSpPr txBox="1"/>
          <p:nvPr/>
        </p:nvSpPr>
        <p:spPr>
          <a:xfrm>
            <a:off x="3511550" y="2131660"/>
            <a:ext cx="4163060" cy="884666"/>
          </a:xfrm>
          <a:prstGeom prst="rect">
            <a:avLst/>
          </a:prstGeom>
        </p:spPr>
        <p:txBody>
          <a:bodyPr vert="horz" wrap="square" lIns="0" tIns="12700" rIns="0" bIns="0" rtlCol="0">
            <a:spAutoFit/>
          </a:bodyPr>
          <a:lstStyle/>
          <a:p>
            <a:pPr marL="262249" marR="5080" indent="-250184">
              <a:lnSpc>
                <a:spcPct val="138000"/>
              </a:lnSpc>
              <a:spcBef>
                <a:spcPts val="100"/>
              </a:spcBef>
            </a:pPr>
            <a:r>
              <a:rPr sz="2400" baseline="13888" dirty="0">
                <a:latin typeface="OpenSymbol"/>
                <a:cs typeface="OpenSymbol"/>
              </a:rPr>
              <a:t>–</a:t>
            </a:r>
            <a:r>
              <a:rPr sz="2400" spc="742" baseline="13888" dirty="0">
                <a:latin typeface="OpenSymbol"/>
                <a:cs typeface="OpenSymbol"/>
              </a:rPr>
              <a:t> </a:t>
            </a:r>
            <a:r>
              <a:rPr sz="2150" dirty="0">
                <a:latin typeface="Calibri"/>
                <a:cs typeface="Calibri"/>
              </a:rPr>
              <a:t>Internal</a:t>
            </a:r>
            <a:r>
              <a:rPr sz="2150" spc="40" dirty="0">
                <a:latin typeface="Calibri"/>
                <a:cs typeface="Calibri"/>
              </a:rPr>
              <a:t> </a:t>
            </a:r>
            <a:r>
              <a:rPr sz="2150" dirty="0">
                <a:latin typeface="Calibri"/>
                <a:cs typeface="Calibri"/>
              </a:rPr>
              <a:t>development</a:t>
            </a:r>
            <a:r>
              <a:rPr sz="2150" spc="40" dirty="0">
                <a:latin typeface="Calibri"/>
                <a:cs typeface="Calibri"/>
              </a:rPr>
              <a:t> </a:t>
            </a:r>
            <a:r>
              <a:rPr sz="2150" dirty="0">
                <a:latin typeface="Calibri"/>
                <a:cs typeface="Calibri"/>
              </a:rPr>
              <a:t>oleh</a:t>
            </a:r>
            <a:r>
              <a:rPr sz="2150" spc="25" dirty="0">
                <a:latin typeface="Calibri"/>
                <a:cs typeface="Calibri"/>
              </a:rPr>
              <a:t> </a:t>
            </a:r>
            <a:r>
              <a:rPr sz="2150" spc="-10" dirty="0">
                <a:latin typeface="Calibri"/>
                <a:cs typeface="Calibri"/>
              </a:rPr>
              <a:t>Google </a:t>
            </a:r>
            <a:r>
              <a:rPr sz="2150" dirty="0">
                <a:latin typeface="Calibri"/>
                <a:cs typeface="Calibri"/>
              </a:rPr>
              <a:t>Rilis</a:t>
            </a:r>
            <a:r>
              <a:rPr sz="2150" spc="35" dirty="0">
                <a:latin typeface="Calibri"/>
                <a:cs typeface="Calibri"/>
              </a:rPr>
              <a:t> </a:t>
            </a:r>
            <a:r>
              <a:rPr sz="2150" dirty="0">
                <a:latin typeface="Calibri"/>
                <a:cs typeface="Calibri"/>
              </a:rPr>
              <a:t>source</a:t>
            </a:r>
            <a:r>
              <a:rPr sz="2150" spc="40" dirty="0">
                <a:latin typeface="Calibri"/>
                <a:cs typeface="Calibri"/>
              </a:rPr>
              <a:t> </a:t>
            </a:r>
            <a:r>
              <a:rPr sz="2150" dirty="0">
                <a:latin typeface="Calibri"/>
                <a:cs typeface="Calibri"/>
              </a:rPr>
              <a:t>code</a:t>
            </a:r>
            <a:r>
              <a:rPr sz="2150" spc="45" dirty="0">
                <a:latin typeface="Calibri"/>
                <a:cs typeface="Calibri"/>
              </a:rPr>
              <a:t> </a:t>
            </a:r>
            <a:r>
              <a:rPr sz="2150" dirty="0">
                <a:latin typeface="Calibri"/>
                <a:cs typeface="Calibri"/>
              </a:rPr>
              <a:t>ke</a:t>
            </a:r>
            <a:r>
              <a:rPr sz="2150" spc="40" dirty="0">
                <a:latin typeface="Calibri"/>
                <a:cs typeface="Calibri"/>
              </a:rPr>
              <a:t> </a:t>
            </a:r>
            <a:r>
              <a:rPr sz="2150" spc="-10" dirty="0">
                <a:latin typeface="Calibri"/>
                <a:cs typeface="Calibri"/>
              </a:rPr>
              <a:t>publik</a:t>
            </a:r>
            <a:endParaRPr sz="2150">
              <a:latin typeface="Calibri"/>
              <a:cs typeface="Calibri"/>
            </a:endParaRPr>
          </a:p>
        </p:txBody>
      </p:sp>
      <p:sp>
        <p:nvSpPr>
          <p:cNvPr id="7" name="object 7"/>
          <p:cNvSpPr txBox="1"/>
          <p:nvPr/>
        </p:nvSpPr>
        <p:spPr>
          <a:xfrm>
            <a:off x="3178810" y="3283551"/>
            <a:ext cx="135890" cy="180819"/>
          </a:xfrm>
          <a:prstGeom prst="rect">
            <a:avLst/>
          </a:prstGeom>
        </p:spPr>
        <p:txBody>
          <a:bodyPr vert="horz" wrap="square" lIns="0" tIns="11430" rIns="0" bIns="0" rtlCol="0">
            <a:spAutoFit/>
          </a:bodyPr>
          <a:lstStyle/>
          <a:p>
            <a:pPr marL="12700">
              <a:spcBef>
                <a:spcPts val="90"/>
              </a:spcBef>
            </a:pPr>
            <a:r>
              <a:rPr sz="1100" spc="-10" dirty="0">
                <a:latin typeface="OpenSymbol"/>
                <a:cs typeface="OpenSymbol"/>
              </a:rPr>
              <a:t>●</a:t>
            </a:r>
            <a:endParaRPr sz="1100">
              <a:latin typeface="OpenSymbol"/>
              <a:cs typeface="OpenSymbol"/>
            </a:endParaRPr>
          </a:p>
        </p:txBody>
      </p:sp>
      <p:sp>
        <p:nvSpPr>
          <p:cNvPr id="8" name="object 8"/>
          <p:cNvSpPr txBox="1"/>
          <p:nvPr/>
        </p:nvSpPr>
        <p:spPr>
          <a:xfrm>
            <a:off x="3429000" y="3031074"/>
            <a:ext cx="3373754" cy="1621341"/>
          </a:xfrm>
          <a:prstGeom prst="rect">
            <a:avLst/>
          </a:prstGeom>
        </p:spPr>
        <p:txBody>
          <a:bodyPr vert="horz" wrap="square" lIns="0" tIns="12065" rIns="0" bIns="0" rtlCol="0">
            <a:spAutoFit/>
          </a:bodyPr>
          <a:lstStyle/>
          <a:p>
            <a:pPr marL="12700" marR="390515">
              <a:lnSpc>
                <a:spcPct val="142500"/>
              </a:lnSpc>
              <a:spcBef>
                <a:spcPts val="95"/>
              </a:spcBef>
            </a:pPr>
            <a:r>
              <a:rPr sz="2450" dirty="0">
                <a:latin typeface="Calibri"/>
                <a:cs typeface="Calibri"/>
              </a:rPr>
              <a:t>Open</a:t>
            </a:r>
            <a:r>
              <a:rPr sz="2450" spc="10" dirty="0">
                <a:latin typeface="Calibri"/>
                <a:cs typeface="Calibri"/>
              </a:rPr>
              <a:t> </a:t>
            </a:r>
            <a:r>
              <a:rPr sz="2450" spc="45" dirty="0">
                <a:latin typeface="Calibri"/>
                <a:cs typeface="Calibri"/>
              </a:rPr>
              <a:t>Handset</a:t>
            </a:r>
            <a:r>
              <a:rPr sz="2450" spc="15" dirty="0">
                <a:latin typeface="Calibri"/>
                <a:cs typeface="Calibri"/>
              </a:rPr>
              <a:t> </a:t>
            </a:r>
            <a:r>
              <a:rPr sz="2450" spc="-10" dirty="0">
                <a:latin typeface="Calibri"/>
                <a:cs typeface="Calibri"/>
              </a:rPr>
              <a:t>Alliance </a:t>
            </a:r>
            <a:r>
              <a:rPr sz="2450" dirty="0">
                <a:latin typeface="Calibri"/>
                <a:cs typeface="Calibri"/>
              </a:rPr>
              <a:t>Kernel</a:t>
            </a:r>
            <a:r>
              <a:rPr sz="2450" spc="180" dirty="0">
                <a:latin typeface="Calibri"/>
                <a:cs typeface="Calibri"/>
              </a:rPr>
              <a:t> </a:t>
            </a:r>
            <a:r>
              <a:rPr sz="2450" spc="-20" dirty="0">
                <a:latin typeface="Calibri"/>
                <a:cs typeface="Calibri"/>
              </a:rPr>
              <a:t>linux</a:t>
            </a:r>
            <a:endParaRPr sz="2450">
              <a:latin typeface="Calibri"/>
              <a:cs typeface="Calibri"/>
            </a:endParaRPr>
          </a:p>
          <a:p>
            <a:pPr marL="12700">
              <a:spcBef>
                <a:spcPts val="1240"/>
              </a:spcBef>
            </a:pPr>
            <a:r>
              <a:rPr sz="2450" dirty="0">
                <a:latin typeface="Calibri"/>
                <a:cs typeface="Calibri"/>
              </a:rPr>
              <a:t>Native</a:t>
            </a:r>
            <a:r>
              <a:rPr sz="2450" spc="-15" dirty="0">
                <a:latin typeface="Calibri"/>
                <a:cs typeface="Calibri"/>
              </a:rPr>
              <a:t> </a:t>
            </a:r>
            <a:r>
              <a:rPr sz="2450" spc="70" dirty="0">
                <a:latin typeface="Calibri"/>
                <a:cs typeface="Calibri"/>
              </a:rPr>
              <a:t>apps</a:t>
            </a:r>
            <a:r>
              <a:rPr sz="2450" spc="-15" dirty="0">
                <a:latin typeface="Calibri"/>
                <a:cs typeface="Calibri"/>
              </a:rPr>
              <a:t> </a:t>
            </a:r>
            <a:r>
              <a:rPr sz="2450" spc="-10" dirty="0">
                <a:latin typeface="Calibri"/>
                <a:cs typeface="Calibri"/>
              </a:rPr>
              <a:t>development</a:t>
            </a:r>
            <a:endParaRPr sz="2450">
              <a:latin typeface="Calibri"/>
              <a:cs typeface="Calibri"/>
            </a:endParaRPr>
          </a:p>
        </p:txBody>
      </p:sp>
      <p:sp>
        <p:nvSpPr>
          <p:cNvPr id="9" name="object 9"/>
          <p:cNvSpPr txBox="1"/>
          <p:nvPr/>
        </p:nvSpPr>
        <p:spPr>
          <a:xfrm>
            <a:off x="3178810" y="3814411"/>
            <a:ext cx="135890" cy="180819"/>
          </a:xfrm>
          <a:prstGeom prst="rect">
            <a:avLst/>
          </a:prstGeom>
        </p:spPr>
        <p:txBody>
          <a:bodyPr vert="horz" wrap="square" lIns="0" tIns="11430" rIns="0" bIns="0" rtlCol="0">
            <a:spAutoFit/>
          </a:bodyPr>
          <a:lstStyle/>
          <a:p>
            <a:pPr marL="12700">
              <a:spcBef>
                <a:spcPts val="90"/>
              </a:spcBef>
            </a:pPr>
            <a:r>
              <a:rPr sz="1100" spc="-10" dirty="0">
                <a:latin typeface="OpenSymbol"/>
                <a:cs typeface="OpenSymbol"/>
              </a:rPr>
              <a:t>●</a:t>
            </a:r>
            <a:endParaRPr sz="1100">
              <a:latin typeface="OpenSymbol"/>
              <a:cs typeface="OpenSymbol"/>
            </a:endParaRPr>
          </a:p>
        </p:txBody>
      </p:sp>
      <p:sp>
        <p:nvSpPr>
          <p:cNvPr id="10" name="object 10"/>
          <p:cNvSpPr txBox="1"/>
          <p:nvPr/>
        </p:nvSpPr>
        <p:spPr>
          <a:xfrm>
            <a:off x="3178810" y="4346540"/>
            <a:ext cx="135890" cy="180819"/>
          </a:xfrm>
          <a:prstGeom prst="rect">
            <a:avLst/>
          </a:prstGeom>
        </p:spPr>
        <p:txBody>
          <a:bodyPr vert="horz" wrap="square" lIns="0" tIns="11430" rIns="0" bIns="0" rtlCol="0">
            <a:spAutoFit/>
          </a:bodyPr>
          <a:lstStyle/>
          <a:p>
            <a:pPr marL="12700">
              <a:spcBef>
                <a:spcPts val="90"/>
              </a:spcBef>
            </a:pPr>
            <a:r>
              <a:rPr sz="1100" spc="-10" dirty="0">
                <a:latin typeface="OpenSymbol"/>
                <a:cs typeface="OpenSymbol"/>
              </a:rPr>
              <a:t>●</a:t>
            </a:r>
            <a:endParaRPr sz="1100">
              <a:latin typeface="OpenSymbol"/>
              <a:cs typeface="OpenSymbol"/>
            </a:endParaRPr>
          </a:p>
        </p:txBody>
      </p:sp>
      <p:sp>
        <p:nvSpPr>
          <p:cNvPr id="11" name="object 11"/>
          <p:cNvSpPr txBox="1"/>
          <p:nvPr/>
        </p:nvSpPr>
        <p:spPr>
          <a:xfrm>
            <a:off x="3511550" y="5227921"/>
            <a:ext cx="138430" cy="259045"/>
          </a:xfrm>
          <a:prstGeom prst="rect">
            <a:avLst/>
          </a:prstGeom>
        </p:spPr>
        <p:txBody>
          <a:bodyPr vert="horz" wrap="square" lIns="0" tIns="12700" rIns="0" bIns="0" rtlCol="0">
            <a:spAutoFit/>
          </a:bodyPr>
          <a:lstStyle/>
          <a:p>
            <a:pPr marL="12700">
              <a:spcBef>
                <a:spcPts val="100"/>
              </a:spcBef>
            </a:pPr>
            <a:r>
              <a:rPr sz="1600" dirty="0">
                <a:latin typeface="OpenSymbol"/>
                <a:cs typeface="OpenSymbol"/>
              </a:rPr>
              <a:t>–</a:t>
            </a:r>
            <a:endParaRPr sz="1600">
              <a:latin typeface="OpenSymbol"/>
              <a:cs typeface="OpenSymbol"/>
            </a:endParaRPr>
          </a:p>
        </p:txBody>
      </p:sp>
      <p:sp>
        <p:nvSpPr>
          <p:cNvPr id="12" name="object 12"/>
          <p:cNvSpPr txBox="1"/>
          <p:nvPr/>
        </p:nvSpPr>
        <p:spPr>
          <a:xfrm>
            <a:off x="3511550" y="5680041"/>
            <a:ext cx="138430" cy="259045"/>
          </a:xfrm>
          <a:prstGeom prst="rect">
            <a:avLst/>
          </a:prstGeom>
        </p:spPr>
        <p:txBody>
          <a:bodyPr vert="horz" wrap="square" lIns="0" tIns="12700" rIns="0" bIns="0" rtlCol="0">
            <a:spAutoFit/>
          </a:bodyPr>
          <a:lstStyle/>
          <a:p>
            <a:pPr marL="12700">
              <a:spcBef>
                <a:spcPts val="100"/>
              </a:spcBef>
            </a:pPr>
            <a:r>
              <a:rPr sz="1600" dirty="0">
                <a:latin typeface="OpenSymbol"/>
                <a:cs typeface="OpenSymbol"/>
              </a:rPr>
              <a:t>–</a:t>
            </a:r>
            <a:endParaRPr sz="1600">
              <a:latin typeface="OpenSymbol"/>
              <a:cs typeface="OpenSymbol"/>
            </a:endParaRPr>
          </a:p>
        </p:txBody>
      </p:sp>
      <p:sp>
        <p:nvSpPr>
          <p:cNvPr id="13" name="object 13"/>
          <p:cNvSpPr txBox="1"/>
          <p:nvPr/>
        </p:nvSpPr>
        <p:spPr>
          <a:xfrm>
            <a:off x="3511550" y="4631020"/>
            <a:ext cx="3068320" cy="1385123"/>
          </a:xfrm>
          <a:prstGeom prst="rect">
            <a:avLst/>
          </a:prstGeom>
        </p:spPr>
        <p:txBody>
          <a:bodyPr vert="horz" wrap="square" lIns="0" tIns="12700" rIns="0" bIns="0" rtlCol="0">
            <a:spAutoFit/>
          </a:bodyPr>
          <a:lstStyle/>
          <a:p>
            <a:pPr marL="262249" marR="1092808" indent="-250184">
              <a:lnSpc>
                <a:spcPct val="138000"/>
              </a:lnSpc>
              <a:spcBef>
                <a:spcPts val="100"/>
              </a:spcBef>
            </a:pPr>
            <a:r>
              <a:rPr sz="2400" baseline="13888" dirty="0">
                <a:latin typeface="OpenSymbol"/>
                <a:cs typeface="OpenSymbol"/>
              </a:rPr>
              <a:t>–</a:t>
            </a:r>
            <a:r>
              <a:rPr sz="2400" spc="509" baseline="13888" dirty="0">
                <a:latin typeface="OpenSymbol"/>
                <a:cs typeface="OpenSymbol"/>
              </a:rPr>
              <a:t> </a:t>
            </a:r>
            <a:r>
              <a:rPr sz="2150" dirty="0">
                <a:latin typeface="Calibri"/>
                <a:cs typeface="Calibri"/>
              </a:rPr>
              <a:t>Android</a:t>
            </a:r>
            <a:r>
              <a:rPr sz="2150" spc="-40" dirty="0">
                <a:latin typeface="Calibri"/>
                <a:cs typeface="Calibri"/>
              </a:rPr>
              <a:t> </a:t>
            </a:r>
            <a:r>
              <a:rPr sz="2150" spc="-10" dirty="0">
                <a:latin typeface="Calibri"/>
                <a:cs typeface="Calibri"/>
              </a:rPr>
              <a:t>Studio </a:t>
            </a:r>
            <a:r>
              <a:rPr sz="2150" spc="85" dirty="0">
                <a:latin typeface="Calibri"/>
                <a:cs typeface="Calibri"/>
              </a:rPr>
              <a:t>Java</a:t>
            </a:r>
            <a:endParaRPr sz="2150">
              <a:latin typeface="Calibri"/>
              <a:cs typeface="Calibri"/>
            </a:endParaRPr>
          </a:p>
          <a:p>
            <a:pPr marL="262249">
              <a:spcBef>
                <a:spcPts val="980"/>
              </a:spcBef>
            </a:pPr>
            <a:r>
              <a:rPr sz="2150" dirty="0">
                <a:latin typeface="Calibri"/>
                <a:cs typeface="Calibri"/>
              </a:rPr>
              <a:t>Kotlin</a:t>
            </a:r>
            <a:r>
              <a:rPr sz="2150" spc="120" dirty="0">
                <a:latin typeface="Calibri"/>
                <a:cs typeface="Calibri"/>
              </a:rPr>
              <a:t> </a:t>
            </a:r>
            <a:r>
              <a:rPr sz="2150" dirty="0">
                <a:latin typeface="Calibri"/>
                <a:cs typeface="Calibri"/>
              </a:rPr>
              <a:t>(Android</a:t>
            </a:r>
            <a:r>
              <a:rPr sz="2150" spc="110" dirty="0">
                <a:latin typeface="Calibri"/>
                <a:cs typeface="Calibri"/>
              </a:rPr>
              <a:t> </a:t>
            </a:r>
            <a:r>
              <a:rPr sz="2150" dirty="0">
                <a:latin typeface="Calibri"/>
                <a:cs typeface="Calibri"/>
              </a:rPr>
              <a:t>Studio</a:t>
            </a:r>
            <a:r>
              <a:rPr sz="2150" spc="120" dirty="0">
                <a:latin typeface="Calibri"/>
                <a:cs typeface="Calibri"/>
              </a:rPr>
              <a:t> </a:t>
            </a:r>
            <a:r>
              <a:rPr sz="2150" spc="-25" dirty="0">
                <a:latin typeface="Calibri"/>
                <a:cs typeface="Calibri"/>
              </a:rPr>
              <a:t>3)</a:t>
            </a:r>
            <a:endParaRPr sz="2150">
              <a:latin typeface="Calibri"/>
              <a:cs typeface="Calibri"/>
            </a:endParaRPr>
          </a:p>
        </p:txBody>
      </p:sp>
      <p:sp>
        <p:nvSpPr>
          <p:cNvPr id="16" name="object 16"/>
          <p:cNvSpPr txBox="1"/>
          <p:nvPr/>
        </p:nvSpPr>
        <p:spPr>
          <a:xfrm>
            <a:off x="626109" y="6100411"/>
            <a:ext cx="1708785" cy="443326"/>
          </a:xfrm>
          <a:prstGeom prst="rect">
            <a:avLst/>
          </a:prstGeom>
        </p:spPr>
        <p:txBody>
          <a:bodyPr vert="horz" wrap="square" lIns="0" tIns="3810" rIns="0" bIns="0" rtlCol="0">
            <a:spAutoFit/>
          </a:bodyPr>
          <a:lstStyle/>
          <a:p>
            <a:pPr marL="12700" marR="5080">
              <a:lnSpc>
                <a:spcPct val="104200"/>
              </a:lnSpc>
              <a:spcBef>
                <a:spcPts val="30"/>
              </a:spcBef>
            </a:pPr>
            <a:r>
              <a:rPr sz="1400" dirty="0">
                <a:latin typeface="Calibri"/>
                <a:cs typeface="Calibri"/>
              </a:rPr>
              <a:t>Tampilan</a:t>
            </a:r>
            <a:r>
              <a:rPr sz="1400" spc="70" dirty="0">
                <a:latin typeface="Calibri"/>
                <a:cs typeface="Calibri"/>
              </a:rPr>
              <a:t> </a:t>
            </a:r>
            <a:r>
              <a:rPr sz="1400" dirty="0">
                <a:latin typeface="Calibri"/>
                <a:cs typeface="Calibri"/>
              </a:rPr>
              <a:t>home</a:t>
            </a:r>
            <a:r>
              <a:rPr sz="1400" spc="75" dirty="0">
                <a:latin typeface="Calibri"/>
                <a:cs typeface="Calibri"/>
              </a:rPr>
              <a:t> </a:t>
            </a:r>
            <a:r>
              <a:rPr sz="1400" spc="-10" dirty="0">
                <a:latin typeface="Calibri"/>
                <a:cs typeface="Calibri"/>
              </a:rPr>
              <a:t>screen </a:t>
            </a:r>
            <a:r>
              <a:rPr sz="1400" dirty="0">
                <a:latin typeface="Calibri"/>
                <a:cs typeface="Calibri"/>
              </a:rPr>
              <a:t>Android</a:t>
            </a:r>
            <a:r>
              <a:rPr sz="1400" spc="-20" dirty="0">
                <a:latin typeface="Calibri"/>
                <a:cs typeface="Calibri"/>
              </a:rPr>
              <a:t> </a:t>
            </a:r>
            <a:r>
              <a:rPr sz="1400" dirty="0">
                <a:latin typeface="Calibri"/>
                <a:cs typeface="Calibri"/>
              </a:rPr>
              <a:t>8</a:t>
            </a:r>
            <a:r>
              <a:rPr sz="1400" spc="-20" dirty="0">
                <a:latin typeface="Calibri"/>
                <a:cs typeface="Calibri"/>
              </a:rPr>
              <a:t> </a:t>
            </a:r>
            <a:r>
              <a:rPr sz="1400" spc="-10" dirty="0">
                <a:latin typeface="Calibri"/>
                <a:cs typeface="Calibri"/>
              </a:rPr>
              <a:t>(Oreo)</a:t>
            </a:r>
            <a:endParaRPr sz="1400">
              <a:latin typeface="Calibri"/>
              <a:cs typeface="Calibri"/>
            </a:endParaRPr>
          </a:p>
        </p:txBody>
      </p:sp>
      <p:pic>
        <p:nvPicPr>
          <p:cNvPr id="17" name="object 17"/>
          <p:cNvPicPr/>
          <p:nvPr/>
        </p:nvPicPr>
        <p:blipFill>
          <a:blip r:embed="rId2" cstate="print"/>
          <a:stretch>
            <a:fillRect/>
          </a:stretch>
        </p:blipFill>
        <p:spPr>
          <a:xfrm>
            <a:off x="457200" y="1743040"/>
            <a:ext cx="2381250" cy="4161790"/>
          </a:xfrm>
          <a:prstGeom prst="rect">
            <a:avLst/>
          </a:prstGeom>
        </p:spPr>
      </p:pic>
      <p:sp>
        <p:nvSpPr>
          <p:cNvPr id="20" name="object 3">
            <a:extLst>
              <a:ext uri="{FF2B5EF4-FFF2-40B4-BE49-F238E27FC236}">
                <a16:creationId xmlns:a16="http://schemas.microsoft.com/office/drawing/2014/main" id="{BF2791FC-9397-417E-4691-1CE51813B4AE}"/>
              </a:ext>
            </a:extLst>
          </p:cNvPr>
          <p:cNvSpPr txBox="1"/>
          <p:nvPr/>
        </p:nvSpPr>
        <p:spPr>
          <a:xfrm>
            <a:off x="3185866" y="6336927"/>
            <a:ext cx="119380" cy="155171"/>
          </a:xfrm>
          <a:prstGeom prst="rect">
            <a:avLst/>
          </a:prstGeom>
        </p:spPr>
        <p:txBody>
          <a:bodyPr vert="horz" wrap="square" lIns="0" tIns="16510" rIns="0" bIns="0" rtlCol="0">
            <a:spAutoFit/>
          </a:bodyPr>
          <a:lstStyle/>
          <a:p>
            <a:pPr marL="12700">
              <a:spcBef>
                <a:spcPts val="130"/>
              </a:spcBef>
            </a:pPr>
            <a:r>
              <a:rPr sz="900" spc="20" dirty="0">
                <a:latin typeface="OpenSymbol"/>
                <a:cs typeface="OpenSymbol"/>
              </a:rPr>
              <a:t>●</a:t>
            </a:r>
            <a:endParaRPr sz="900">
              <a:latin typeface="OpenSymbol"/>
              <a:cs typeface="OpenSymbol"/>
            </a:endParaRPr>
          </a:p>
        </p:txBody>
      </p:sp>
      <p:sp>
        <p:nvSpPr>
          <p:cNvPr id="21" name="object 4">
            <a:extLst>
              <a:ext uri="{FF2B5EF4-FFF2-40B4-BE49-F238E27FC236}">
                <a16:creationId xmlns:a16="http://schemas.microsoft.com/office/drawing/2014/main" id="{5FF568BD-98A8-FE4E-0C19-054EC8FB1CC5}"/>
              </a:ext>
            </a:extLst>
          </p:cNvPr>
          <p:cNvSpPr txBox="1"/>
          <p:nvPr/>
        </p:nvSpPr>
        <p:spPr>
          <a:xfrm>
            <a:off x="3400495" y="6254377"/>
            <a:ext cx="5238749" cy="337272"/>
          </a:xfrm>
          <a:prstGeom prst="rect">
            <a:avLst/>
          </a:prstGeom>
        </p:spPr>
        <p:txBody>
          <a:bodyPr vert="horz" wrap="square" lIns="0" tIns="13970" rIns="0" bIns="0" rtlCol="0">
            <a:spAutoFit/>
          </a:bodyPr>
          <a:lstStyle/>
          <a:p>
            <a:pPr marL="12700">
              <a:spcBef>
                <a:spcPts val="110"/>
              </a:spcBef>
            </a:pPr>
            <a:r>
              <a:rPr lang="en-US" sz="2100" spc="-10" dirty="0">
                <a:latin typeface="Calibri"/>
                <a:cs typeface="Calibri"/>
              </a:rPr>
              <a:t>Global Market Share: 71.56% (2024)</a:t>
            </a:r>
            <a:endParaRPr sz="2100" dirty="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3726A-D9E3-C132-E5E7-6CCD76B9A8A2}"/>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1D0B4DF6-37FD-6071-0A24-5A2FB392E4F4}"/>
              </a:ext>
            </a:extLst>
          </p:cNvPr>
          <p:cNvSpPr>
            <a:spLocks noGrp="1"/>
          </p:cNvSpPr>
          <p:nvPr>
            <p:ph type="title"/>
          </p:nvPr>
        </p:nvSpPr>
        <p:spPr>
          <a:xfrm>
            <a:off x="-139700" y="276225"/>
            <a:ext cx="10083800" cy="903720"/>
          </a:xfrm>
        </p:spPr>
        <p:txBody>
          <a:bodyPr/>
          <a:lstStyle/>
          <a:p>
            <a:pPr algn="ctr"/>
            <a:r>
              <a:rPr lang="en-US" sz="3600" dirty="0" err="1"/>
              <a:t>Arsitektur</a:t>
            </a:r>
            <a:r>
              <a:rPr lang="en-US" sz="3600" dirty="0"/>
              <a:t> </a:t>
            </a:r>
            <a:r>
              <a:rPr lang="en-US" sz="3600" dirty="0" err="1"/>
              <a:t>Sistem</a:t>
            </a:r>
            <a:r>
              <a:rPr lang="en-US" sz="3600" dirty="0"/>
              <a:t> </a:t>
            </a:r>
            <a:r>
              <a:rPr lang="en-US" sz="3600" dirty="0" err="1"/>
              <a:t>Operasi</a:t>
            </a:r>
            <a:r>
              <a:rPr lang="en-US" sz="3600" dirty="0"/>
              <a:t> Mobile Android</a:t>
            </a:r>
            <a:endParaRPr lang="en-ID" sz="3529" dirty="0"/>
          </a:p>
        </p:txBody>
      </p:sp>
      <p:sp>
        <p:nvSpPr>
          <p:cNvPr id="9" name="Content Placeholder 2">
            <a:extLst>
              <a:ext uri="{FF2B5EF4-FFF2-40B4-BE49-F238E27FC236}">
                <a16:creationId xmlns:a16="http://schemas.microsoft.com/office/drawing/2014/main" id="{8FF59BA5-639C-6735-C03F-25559E6651D6}"/>
              </a:ext>
            </a:extLst>
          </p:cNvPr>
          <p:cNvSpPr>
            <a:spLocks noGrp="1"/>
          </p:cNvSpPr>
          <p:nvPr>
            <p:ph idx="1"/>
          </p:nvPr>
        </p:nvSpPr>
        <p:spPr>
          <a:xfrm>
            <a:off x="393700" y="1952625"/>
            <a:ext cx="9220200" cy="4794235"/>
          </a:xfrm>
        </p:spPr>
        <p:txBody>
          <a:bodyPr/>
          <a:lstStyle/>
          <a:p>
            <a:pPr algn="just">
              <a:buFont typeface="Wingdings" panose="05000000000000000000" pitchFamily="2" charset="2"/>
              <a:buChar char="Ø"/>
            </a:pPr>
            <a:r>
              <a:rPr lang="en-US" sz="2206" dirty="0">
                <a:latin typeface="Arial" panose="020B0604020202020204" pitchFamily="34" charset="0"/>
                <a:cs typeface="Arial" panose="020B0604020202020204" pitchFamily="34" charset="0"/>
              </a:rPr>
              <a:t>S</a:t>
            </a:r>
            <a:r>
              <a:rPr lang="id-ID" sz="2206" dirty="0">
                <a:latin typeface="Arial" panose="020B0604020202020204" pitchFamily="34" charset="0"/>
                <a:cs typeface="Arial" panose="020B0604020202020204" pitchFamily="34" charset="0"/>
              </a:rPr>
              <a:t>ebelum mulai mengembangkan aplikasi Android ada baiknya memahami hal-hal yang dasar terlebih dahulu, yaitu Arsitektur dari Android.</a:t>
            </a:r>
            <a:endParaRPr lang="en-US" sz="2206"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id-ID" sz="2206" dirty="0">
                <a:latin typeface="Arial" panose="020B0604020202020204" pitchFamily="34" charset="0"/>
                <a:cs typeface="Arial" panose="020B0604020202020204" pitchFamily="34" charset="0"/>
              </a:rPr>
              <a:t>Arsitektur Android terdiri dari berbagai lapisan dan setiap lapisan terdiri </a:t>
            </a:r>
            <a:r>
              <a:rPr lang="en-US" sz="2206" dirty="0">
                <a:latin typeface="Arial" panose="020B0604020202020204" pitchFamily="34" charset="0"/>
                <a:cs typeface="Arial" panose="020B0604020202020204" pitchFamily="34" charset="0"/>
              </a:rPr>
              <a:t> </a:t>
            </a:r>
            <a:r>
              <a:rPr lang="id-ID" sz="2206" dirty="0">
                <a:latin typeface="Arial" panose="020B0604020202020204" pitchFamily="34" charset="0"/>
                <a:cs typeface="Arial" panose="020B0604020202020204" pitchFamily="34" charset="0"/>
              </a:rPr>
              <a:t>dari beberapa program yang memiliki fungsi berbeda.</a:t>
            </a:r>
            <a:r>
              <a:rPr lang="en-US" sz="2206" dirty="0">
                <a:latin typeface="Arial" panose="020B0604020202020204" pitchFamily="34" charset="0"/>
                <a:cs typeface="Arial" panose="020B0604020202020204" pitchFamily="34" charset="0"/>
              </a:rPr>
              <a:t> </a:t>
            </a:r>
          </a:p>
          <a:p>
            <a:pPr algn="just">
              <a:buFont typeface="Wingdings" panose="05000000000000000000" pitchFamily="2" charset="2"/>
              <a:buChar char="Ø"/>
            </a:pPr>
            <a:r>
              <a:rPr lang="id-ID" sz="2206" dirty="0">
                <a:latin typeface="Arial" panose="020B0604020202020204" pitchFamily="34" charset="0"/>
                <a:cs typeface="Arial" panose="020B0604020202020204" pitchFamily="34" charset="0"/>
              </a:rPr>
              <a:t>Berikut ini adalah  lapisan-lapisan Android dari yang paling dalam</a:t>
            </a:r>
            <a:r>
              <a:rPr lang="en-US" sz="2206" dirty="0">
                <a:latin typeface="Arial" panose="020B0604020202020204" pitchFamily="34" charset="0"/>
                <a:cs typeface="Arial" panose="020B0604020202020204" pitchFamily="34" charset="0"/>
              </a:rPr>
              <a:t> </a:t>
            </a:r>
            <a:r>
              <a:rPr lang="id-ID" sz="2206" dirty="0">
                <a:latin typeface="Arial" panose="020B0604020202020204" pitchFamily="34" charset="0"/>
                <a:cs typeface="Arial" panose="020B0604020202020204" pitchFamily="34" charset="0"/>
              </a:rPr>
              <a:t>hingga paling luar, </a:t>
            </a:r>
            <a:r>
              <a:rPr lang="en-US" sz="2206" dirty="0" err="1">
                <a:latin typeface="Arial" panose="020B0604020202020204" pitchFamily="34" charset="0"/>
                <a:cs typeface="Arial" panose="020B0604020202020204" pitchFamily="34" charset="0"/>
              </a:rPr>
              <a:t>Arsitektur</a:t>
            </a:r>
            <a:r>
              <a:rPr lang="en-US" sz="2206" dirty="0">
                <a:latin typeface="Arial" panose="020B0604020202020204" pitchFamily="34" charset="0"/>
                <a:cs typeface="Arial" panose="020B0604020202020204" pitchFamily="34" charset="0"/>
              </a:rPr>
              <a:t> Android (</a:t>
            </a:r>
            <a:r>
              <a:rPr lang="id-ID" sz="2206" dirty="0">
                <a:latin typeface="Arial" panose="020B0604020202020204" pitchFamily="34" charset="0"/>
                <a:cs typeface="Arial" panose="020B0604020202020204" pitchFamily="34" charset="0"/>
              </a:rPr>
              <a:t>Android stack</a:t>
            </a:r>
            <a:r>
              <a:rPr lang="en-US" sz="2206" dirty="0">
                <a:latin typeface="Arial" panose="020B0604020202020204" pitchFamily="34" charset="0"/>
                <a:cs typeface="Arial" panose="020B0604020202020204" pitchFamily="34" charset="0"/>
              </a:rPr>
              <a:t>)</a:t>
            </a:r>
            <a:r>
              <a:rPr lang="id-ID" sz="2206" dirty="0">
                <a:latin typeface="Arial" panose="020B0604020202020204" pitchFamily="34" charset="0"/>
                <a:cs typeface="Arial" panose="020B0604020202020204" pitchFamily="34" charset="0"/>
              </a:rPr>
              <a:t> tersebut diantaranya :</a:t>
            </a:r>
          </a:p>
          <a:p>
            <a:pPr algn="just">
              <a:buFont typeface="Wingdings" panose="05000000000000000000" pitchFamily="2" charset="2"/>
              <a:buChar char="Ø"/>
            </a:pPr>
            <a:endParaRPr lang="id-ID" sz="2206" dirty="0">
              <a:latin typeface="Arial" panose="020B0604020202020204" pitchFamily="34" charset="0"/>
              <a:cs typeface="Arial" panose="020B0604020202020204" pitchFamily="34" charset="0"/>
            </a:endParaRPr>
          </a:p>
          <a:p>
            <a:pPr marL="0" indent="0" algn="just">
              <a:buNone/>
            </a:pPr>
            <a:endParaRPr lang="id-ID" sz="1985"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0385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65182-959C-FA7C-6E72-DE9FAD1419CF}"/>
            </a:ext>
          </a:extLst>
        </p:cNvPr>
        <p:cNvGrpSpPr/>
        <p:nvPr/>
      </p:nvGrpSpPr>
      <p:grpSpPr>
        <a:xfrm>
          <a:off x="0" y="0"/>
          <a:ext cx="0" cy="0"/>
          <a:chOff x="0" y="0"/>
          <a:chExt cx="0" cy="0"/>
        </a:xfrm>
      </p:grpSpPr>
      <p:pic>
        <p:nvPicPr>
          <p:cNvPr id="4" name="Picture 2" descr="Gambar 1 -Android Architecture ( httpwww.eazytutz.comandroidandroid-architecture )">
            <a:extLst>
              <a:ext uri="{FF2B5EF4-FFF2-40B4-BE49-F238E27FC236}">
                <a16:creationId xmlns:a16="http://schemas.microsoft.com/office/drawing/2014/main" id="{15D6ED44-5F6E-3B84-7A2D-C7338CE7A0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6586" y="733425"/>
            <a:ext cx="7510627" cy="6243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22744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49376-7F25-7D73-465F-B0A15A35B5C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A7571F1-0933-693A-32A6-03C4EA3F6549}"/>
              </a:ext>
            </a:extLst>
          </p:cNvPr>
          <p:cNvSpPr txBox="1">
            <a:spLocks/>
          </p:cNvSpPr>
          <p:nvPr/>
        </p:nvSpPr>
        <p:spPr>
          <a:xfrm>
            <a:off x="257798" y="1190625"/>
            <a:ext cx="9568203" cy="367339"/>
          </a:xfrm>
          <a:prstGeom prst="rect">
            <a:avLst/>
          </a:prstGeom>
        </p:spPr>
        <p:txBody>
          <a:bodyPr anchor="ctr">
            <a:noAutofit/>
          </a:bodyPr>
          <a:lstStyle>
            <a:lvl1pPr algn="l" defTabSz="914400" rtl="0" eaLnBrk="1" latinLnBrk="1" hangingPunct="1">
              <a:spcBef>
                <a:spcPct val="0"/>
              </a:spcBef>
              <a:buNone/>
              <a:defRPr sz="4000" b="1" kern="1200" baseline="0">
                <a:solidFill>
                  <a:schemeClr val="tx1"/>
                </a:solidFill>
                <a:latin typeface="Arial" pitchFamily="34" charset="0"/>
                <a:ea typeface="+mj-ea"/>
                <a:cs typeface="Arial" pitchFamily="34" charset="0"/>
              </a:defRPr>
            </a:lvl1pPr>
          </a:lstStyle>
          <a:p>
            <a:r>
              <a:rPr lang="en-US" sz="2647" dirty="0"/>
              <a:t>Linux Kernel </a:t>
            </a:r>
            <a:br>
              <a:rPr lang="id-ID" sz="2647" dirty="0"/>
            </a:br>
            <a:endParaRPr lang="id-ID" sz="2647" dirty="0"/>
          </a:p>
        </p:txBody>
      </p:sp>
      <p:sp>
        <p:nvSpPr>
          <p:cNvPr id="6" name="Content Placeholder 2">
            <a:extLst>
              <a:ext uri="{FF2B5EF4-FFF2-40B4-BE49-F238E27FC236}">
                <a16:creationId xmlns:a16="http://schemas.microsoft.com/office/drawing/2014/main" id="{5CFFE0C9-8E96-1AE1-CF65-5628F272288A}"/>
              </a:ext>
            </a:extLst>
          </p:cNvPr>
          <p:cNvSpPr txBox="1">
            <a:spLocks/>
          </p:cNvSpPr>
          <p:nvPr/>
        </p:nvSpPr>
        <p:spPr>
          <a:xfrm>
            <a:off x="229837" y="1565142"/>
            <a:ext cx="9568203" cy="6139777"/>
          </a:xfrm>
          <a:prstGeom prst="rect">
            <a:avLst/>
          </a:prstGeom>
        </p:spPr>
        <p:txBody>
          <a:bodyPr vert="horz" lIns="100838" tIns="50419" rIns="100838" bIns="50419"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lgn="just" defTabSz="504200" fontAlgn="base">
              <a:spcAft>
                <a:spcPts val="662"/>
              </a:spcAft>
              <a:buClr>
                <a:srgbClr val="30ACEC">
                  <a:lumMod val="75000"/>
                </a:srgbClr>
              </a:buClr>
              <a:buNone/>
              <a:defRPr/>
            </a:pPr>
            <a:r>
              <a:rPr lang="id-ID" sz="2206" dirty="0">
                <a:solidFill>
                  <a:sysClr val="windowText" lastClr="000000"/>
                </a:solidFill>
                <a:latin typeface="Arial" panose="020B0604020202020204" pitchFamily="34" charset="0"/>
                <a:cs typeface="Arial" panose="020B0604020202020204" pitchFamily="34" charset="0"/>
              </a:rPr>
              <a:t>Di lapisan terbawah Arsitektur Android terdapat Linux Kernel. </a:t>
            </a:r>
            <a:r>
              <a:rPr lang="en-US" sz="2206" dirty="0">
                <a:solidFill>
                  <a:sysClr val="windowText" lastClr="000000"/>
                </a:solidFill>
                <a:latin typeface="Arial" panose="020B0604020202020204" pitchFamily="34" charset="0"/>
                <a:cs typeface="Arial" panose="020B0604020202020204" pitchFamily="34" charset="0"/>
              </a:rPr>
              <a:t>Linux </a:t>
            </a:r>
            <a:r>
              <a:rPr lang="en-ID" sz="2206" dirty="0">
                <a:latin typeface="Arial" panose="020B0604020202020204" pitchFamily="34" charset="0"/>
                <a:cs typeface="Arial" panose="020B0604020202020204" pitchFamily="34" charset="0"/>
              </a:rPr>
              <a:t>Kernel </a:t>
            </a:r>
            <a:r>
              <a:rPr lang="en-ID" sz="2206" dirty="0" err="1">
                <a:latin typeface="Arial" panose="020B0604020202020204" pitchFamily="34" charset="0"/>
                <a:cs typeface="Arial" panose="020B0604020202020204" pitchFamily="34" charset="0"/>
              </a:rPr>
              <a:t>adalah</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komponen</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terpenting</a:t>
            </a:r>
            <a:r>
              <a:rPr lang="en-ID" sz="2206" dirty="0">
                <a:latin typeface="Arial" panose="020B0604020202020204" pitchFamily="34" charset="0"/>
                <a:cs typeface="Arial" panose="020B0604020202020204" pitchFamily="34" charset="0"/>
              </a:rPr>
              <a:t> di Android yang </a:t>
            </a:r>
            <a:r>
              <a:rPr lang="en-ID" sz="2206" dirty="0" err="1">
                <a:latin typeface="Arial" panose="020B0604020202020204" pitchFamily="34" charset="0"/>
                <a:cs typeface="Arial" panose="020B0604020202020204" pitchFamily="34" charset="0"/>
              </a:rPr>
              <a:t>memiliki</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tugas</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menyediakan</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fungsionalitas</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sistem</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operasi</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ke</a:t>
            </a:r>
            <a:r>
              <a:rPr lang="en-ID" sz="2206" dirty="0">
                <a:latin typeface="Arial" panose="020B0604020202020204" pitchFamily="34" charset="0"/>
                <a:cs typeface="Arial" panose="020B0604020202020204" pitchFamily="34" charset="0"/>
              </a:rPr>
              <a:t> mobile yang </a:t>
            </a:r>
            <a:r>
              <a:rPr lang="en-ID" sz="2206" dirty="0" err="1">
                <a:latin typeface="Arial" panose="020B0604020202020204" pitchFamily="34" charset="0"/>
                <a:cs typeface="Arial" panose="020B0604020202020204" pitchFamily="34" charset="0"/>
              </a:rPr>
              <a:t>bertanggung</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jawab</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atas</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aplikasi</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ini</a:t>
            </a:r>
            <a:r>
              <a:rPr lang="en-ID" sz="2206" dirty="0">
                <a:latin typeface="Arial" panose="020B0604020202020204" pitchFamily="34" charset="0"/>
                <a:cs typeface="Arial" panose="020B0604020202020204" pitchFamily="34" charset="0"/>
              </a:rPr>
              <a:t>. </a:t>
            </a:r>
            <a:r>
              <a:rPr lang="id-ID" sz="2206" dirty="0">
                <a:solidFill>
                  <a:sysClr val="windowText" lastClr="000000"/>
                </a:solidFill>
                <a:latin typeface="Arial" panose="020B0604020202020204" pitchFamily="34" charset="0"/>
                <a:cs typeface="Arial" panose="020B0604020202020204" pitchFamily="34" charset="0"/>
              </a:rPr>
              <a:t>Lapisan ini tidak benar benar berinteraksi dengan pengguna maupun developer, tapi lapisan ini merupakan jantung dari seluruh sistem di Android karena lapisan inilah yang memberikan fungsi-fungsi berikut pada sistem Android :</a:t>
            </a:r>
          </a:p>
          <a:p>
            <a:pPr marL="315125" indent="-315125" defTabSz="504200" fontAlgn="base">
              <a:spcAft>
                <a:spcPts val="662"/>
              </a:spcAft>
              <a:buClr>
                <a:srgbClr val="30ACEC">
                  <a:lumMod val="75000"/>
                </a:srgbClr>
              </a:buClr>
              <a:defRPr/>
            </a:pPr>
            <a:r>
              <a:rPr lang="id-ID" sz="2206" dirty="0">
                <a:solidFill>
                  <a:sysClr val="windowText" lastClr="000000"/>
                </a:solidFill>
                <a:latin typeface="Arial" panose="020B0604020202020204" pitchFamily="34" charset="0"/>
                <a:cs typeface="Arial" panose="020B0604020202020204" pitchFamily="34" charset="0"/>
              </a:rPr>
              <a:t>Abstraksi Hardware</a:t>
            </a:r>
          </a:p>
          <a:p>
            <a:pPr marL="315125" indent="-315125" defTabSz="504200" fontAlgn="base">
              <a:spcAft>
                <a:spcPts val="662"/>
              </a:spcAft>
              <a:buClr>
                <a:srgbClr val="30ACEC">
                  <a:lumMod val="75000"/>
                </a:srgbClr>
              </a:buClr>
              <a:defRPr/>
            </a:pPr>
            <a:r>
              <a:rPr lang="id-ID" sz="2206" dirty="0">
                <a:solidFill>
                  <a:sysClr val="windowText" lastClr="000000"/>
                </a:solidFill>
                <a:latin typeface="Arial" panose="020B0604020202020204" pitchFamily="34" charset="0"/>
                <a:cs typeface="Arial" panose="020B0604020202020204" pitchFamily="34" charset="0"/>
              </a:rPr>
              <a:t>Program Manajemen Memory</a:t>
            </a:r>
          </a:p>
          <a:p>
            <a:pPr marL="315125" indent="-315125" defTabSz="504200" fontAlgn="base">
              <a:spcAft>
                <a:spcPts val="662"/>
              </a:spcAft>
              <a:buClr>
                <a:srgbClr val="30ACEC">
                  <a:lumMod val="75000"/>
                </a:srgbClr>
              </a:buClr>
              <a:defRPr/>
            </a:pPr>
            <a:r>
              <a:rPr lang="id-ID" sz="2206" dirty="0">
                <a:solidFill>
                  <a:sysClr val="windowText" lastClr="000000"/>
                </a:solidFill>
                <a:latin typeface="Arial" panose="020B0604020202020204" pitchFamily="34" charset="0"/>
                <a:cs typeface="Arial" panose="020B0604020202020204" pitchFamily="34" charset="0"/>
              </a:rPr>
              <a:t>Pengaturan Sekuritas</a:t>
            </a:r>
          </a:p>
          <a:p>
            <a:pPr marL="315125" indent="-315125" defTabSz="504200" fontAlgn="base">
              <a:spcAft>
                <a:spcPts val="662"/>
              </a:spcAft>
              <a:buClr>
                <a:srgbClr val="30ACEC">
                  <a:lumMod val="75000"/>
                </a:srgbClr>
              </a:buClr>
              <a:defRPr/>
            </a:pPr>
            <a:r>
              <a:rPr lang="id-ID" sz="2206" dirty="0">
                <a:solidFill>
                  <a:sysClr val="windowText" lastClr="000000"/>
                </a:solidFill>
                <a:latin typeface="Arial" panose="020B0604020202020204" pitchFamily="34" charset="0"/>
                <a:cs typeface="Arial" panose="020B0604020202020204" pitchFamily="34" charset="0"/>
              </a:rPr>
              <a:t>Manajemen Energi Software ( Baterai )</a:t>
            </a:r>
          </a:p>
          <a:p>
            <a:pPr marL="315125" indent="-315125" defTabSz="504200" fontAlgn="base">
              <a:spcAft>
                <a:spcPts val="662"/>
              </a:spcAft>
              <a:buClr>
                <a:srgbClr val="30ACEC">
                  <a:lumMod val="75000"/>
                </a:srgbClr>
              </a:buClr>
              <a:defRPr/>
            </a:pPr>
            <a:r>
              <a:rPr lang="id-ID" sz="2206" dirty="0">
                <a:solidFill>
                  <a:sysClr val="windowText" lastClr="000000"/>
                </a:solidFill>
                <a:latin typeface="Arial" panose="020B0604020202020204" pitchFamily="34" charset="0"/>
                <a:cs typeface="Arial" panose="020B0604020202020204" pitchFamily="34" charset="0"/>
              </a:rPr>
              <a:t>Driver (Driver adalah program yang mengontrol hardware)</a:t>
            </a:r>
          </a:p>
          <a:p>
            <a:pPr marL="315125" indent="-315125" defTabSz="504200" fontAlgn="base">
              <a:spcAft>
                <a:spcPts val="662"/>
              </a:spcAft>
              <a:buClr>
                <a:srgbClr val="30ACEC">
                  <a:lumMod val="75000"/>
                </a:srgbClr>
              </a:buClr>
              <a:defRPr/>
            </a:pPr>
            <a:r>
              <a:rPr lang="id-ID" sz="2206" dirty="0">
                <a:solidFill>
                  <a:sysClr val="windowText" lastClr="000000"/>
                </a:solidFill>
                <a:latin typeface="Arial" panose="020B0604020202020204" pitchFamily="34" charset="0"/>
                <a:cs typeface="Arial" panose="020B0604020202020204" pitchFamily="34" charset="0"/>
              </a:rPr>
              <a:t>Network Stack</a:t>
            </a:r>
          </a:p>
          <a:p>
            <a:pPr marL="0" indent="0" defTabSz="504200" fontAlgn="base">
              <a:spcAft>
                <a:spcPts val="662"/>
              </a:spcAft>
              <a:buClr>
                <a:srgbClr val="30ACEC">
                  <a:lumMod val="75000"/>
                </a:srgbClr>
              </a:buClr>
              <a:buNone/>
              <a:defRPr/>
            </a:pPr>
            <a:endParaRPr lang="id-ID" sz="2206" dirty="0">
              <a:solidFill>
                <a:sysClr val="windowText" lastClr="000000"/>
              </a:solidFill>
              <a:latin typeface="Arial" panose="020B0604020202020204" pitchFamily="34" charset="0"/>
              <a:cs typeface="Arial" panose="020B0604020202020204" pitchFamily="34" charset="0"/>
            </a:endParaRPr>
          </a:p>
          <a:p>
            <a:pPr marL="315125" indent="-315125" defTabSz="504200">
              <a:spcAft>
                <a:spcPts val="662"/>
              </a:spcAft>
              <a:buClr>
                <a:srgbClr val="30ACEC">
                  <a:lumMod val="75000"/>
                </a:srgbClr>
              </a:buClr>
              <a:defRPr/>
            </a:pPr>
            <a:endParaRPr lang="id-ID" sz="2206" dirty="0">
              <a:solidFill>
                <a:sysClr val="windowText" lastClr="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977623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2BF54-CC05-D5E5-2906-564B37735754}"/>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943FC9E-8519-2318-E02F-03D338B5B8FD}"/>
              </a:ext>
            </a:extLst>
          </p:cNvPr>
          <p:cNvSpPr txBox="1">
            <a:spLocks/>
          </p:cNvSpPr>
          <p:nvPr/>
        </p:nvSpPr>
        <p:spPr>
          <a:xfrm>
            <a:off x="393700" y="1014545"/>
            <a:ext cx="9568203" cy="367339"/>
          </a:xfrm>
          <a:prstGeom prst="rect">
            <a:avLst/>
          </a:prstGeom>
        </p:spPr>
        <p:txBody>
          <a:bodyPr anchor="ctr">
            <a:noAutofit/>
          </a:bodyPr>
          <a:lstStyle>
            <a:lvl1pPr algn="l" defTabSz="914400" rtl="0" eaLnBrk="1" latinLnBrk="1" hangingPunct="1">
              <a:spcBef>
                <a:spcPct val="0"/>
              </a:spcBef>
              <a:buNone/>
              <a:defRPr sz="4000" b="1" kern="1200" baseline="0">
                <a:solidFill>
                  <a:schemeClr val="tx1"/>
                </a:solidFill>
                <a:latin typeface="Arial" pitchFamily="34" charset="0"/>
                <a:ea typeface="+mj-ea"/>
                <a:cs typeface="Arial" pitchFamily="34" charset="0"/>
              </a:defRPr>
            </a:lvl1pPr>
          </a:lstStyle>
          <a:p>
            <a:r>
              <a:rPr lang="en-US" sz="2647" dirty="0"/>
              <a:t>Library </a:t>
            </a:r>
            <a:br>
              <a:rPr lang="id-ID" sz="2647" dirty="0"/>
            </a:br>
            <a:endParaRPr lang="id-ID" sz="2647" dirty="0"/>
          </a:p>
        </p:txBody>
      </p:sp>
      <p:sp>
        <p:nvSpPr>
          <p:cNvPr id="3" name="Content Placeholder 2">
            <a:extLst>
              <a:ext uri="{FF2B5EF4-FFF2-40B4-BE49-F238E27FC236}">
                <a16:creationId xmlns:a16="http://schemas.microsoft.com/office/drawing/2014/main" id="{CA69CE3C-1C9E-BBDE-9E0D-A2955169FEC9}"/>
              </a:ext>
            </a:extLst>
          </p:cNvPr>
          <p:cNvSpPr txBox="1">
            <a:spLocks/>
          </p:cNvSpPr>
          <p:nvPr/>
        </p:nvSpPr>
        <p:spPr>
          <a:xfrm>
            <a:off x="378938" y="1198215"/>
            <a:ext cx="9355478" cy="6338882"/>
          </a:xfrm>
          <a:prstGeom prst="rect">
            <a:avLst/>
          </a:prstGeom>
        </p:spPr>
        <p:txBody>
          <a:bodyPr vert="horz" lIns="100838" tIns="50419" rIns="100838" bIns="50419" rtlCol="0" anchor="ctr">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lgn="just" defTabSz="504200" fontAlgn="base">
              <a:spcAft>
                <a:spcPts val="662"/>
              </a:spcAft>
              <a:buClr>
                <a:srgbClr val="30ACEC">
                  <a:lumMod val="75000"/>
                </a:srgbClr>
              </a:buClr>
              <a:buNone/>
              <a:defRPr/>
            </a:pPr>
            <a:r>
              <a:rPr lang="id-ID" sz="1985" dirty="0">
                <a:solidFill>
                  <a:sysClr val="windowText" lastClr="000000"/>
                </a:solidFill>
                <a:latin typeface="Arial" panose="020B0604020202020204" pitchFamily="34" charset="0"/>
                <a:cs typeface="Arial" panose="020B0604020202020204" pitchFamily="34" charset="0"/>
              </a:rPr>
              <a:t>Library membawa sekumpulan instruksi untuk mengarahkan perangkat Android  dalam menangani berbagai tipe data. Contohnya</a:t>
            </a:r>
            <a:r>
              <a:rPr lang="en-US" sz="1985" dirty="0">
                <a:solidFill>
                  <a:sysClr val="windowText" lastClr="000000"/>
                </a:solidFill>
                <a:latin typeface="Arial" panose="020B0604020202020204" pitchFamily="34" charset="0"/>
                <a:cs typeface="Arial" panose="020B0604020202020204" pitchFamily="34" charset="0"/>
              </a:rPr>
              <a:t> </a:t>
            </a:r>
            <a:r>
              <a:rPr lang="id-ID" sz="1985" dirty="0">
                <a:solidFill>
                  <a:sysClr val="windowText" lastClr="000000"/>
                </a:solidFill>
                <a:latin typeface="Arial" panose="020B0604020202020204" pitchFamily="34" charset="0"/>
                <a:cs typeface="Arial" panose="020B0604020202020204" pitchFamily="34" charset="0"/>
              </a:rPr>
              <a:t>perekam dari berbagai macam format Video dan Audio ditangani oleh Media Framework Library.</a:t>
            </a:r>
          </a:p>
          <a:p>
            <a:pPr marL="0" indent="0" defTabSz="504200" fontAlgn="base">
              <a:spcAft>
                <a:spcPts val="662"/>
              </a:spcAft>
              <a:buClr>
                <a:srgbClr val="30ACEC">
                  <a:lumMod val="75000"/>
                </a:srgbClr>
              </a:buClr>
              <a:buNone/>
              <a:defRPr/>
            </a:pPr>
            <a:r>
              <a:rPr lang="id-ID" sz="1985" dirty="0">
                <a:solidFill>
                  <a:sysClr val="windowText" lastClr="000000"/>
                </a:solidFill>
                <a:latin typeface="Arial" panose="020B0604020202020204" pitchFamily="34" charset="0"/>
                <a:cs typeface="Arial" panose="020B0604020202020204" pitchFamily="34" charset="0"/>
              </a:rPr>
              <a:t>Berikut adalah beberapa kegunaan Library :</a:t>
            </a:r>
          </a:p>
          <a:p>
            <a:pPr marL="315125" indent="-315125" defTabSz="504200" fontAlgn="base">
              <a:spcAft>
                <a:spcPts val="662"/>
              </a:spcAft>
              <a:buClr>
                <a:srgbClr val="30ACEC">
                  <a:lumMod val="75000"/>
                </a:srgbClr>
              </a:buClr>
              <a:defRPr/>
            </a:pPr>
            <a:r>
              <a:rPr lang="id-ID" sz="1985" dirty="0">
                <a:solidFill>
                  <a:sysClr val="windowText" lastClr="000000"/>
                </a:solidFill>
                <a:latin typeface="Arial" panose="020B0604020202020204" pitchFamily="34" charset="0"/>
                <a:cs typeface="Arial" panose="020B0604020202020204" pitchFamily="34" charset="0"/>
              </a:rPr>
              <a:t>Surface Manager : Mengolah tampilan Windows Pada Layar</a:t>
            </a:r>
          </a:p>
          <a:p>
            <a:pPr marL="315125" indent="-315125" defTabSz="504200" fontAlgn="base">
              <a:spcAft>
                <a:spcPts val="662"/>
              </a:spcAft>
              <a:buClr>
                <a:srgbClr val="30ACEC">
                  <a:lumMod val="75000"/>
                </a:srgbClr>
              </a:buClr>
              <a:defRPr/>
            </a:pPr>
            <a:r>
              <a:rPr lang="id-ID" sz="1985" dirty="0">
                <a:solidFill>
                  <a:sysClr val="windowText" lastClr="000000"/>
                </a:solidFill>
                <a:latin typeface="Arial" panose="020B0604020202020204" pitchFamily="34" charset="0"/>
                <a:cs typeface="Arial" panose="020B0604020202020204" pitchFamily="34" charset="0"/>
              </a:rPr>
              <a:t>SGL : Grafik 2 Dimensi</a:t>
            </a:r>
          </a:p>
          <a:p>
            <a:pPr marL="315125" indent="-315125" defTabSz="504200" fontAlgn="base">
              <a:spcAft>
                <a:spcPts val="662"/>
              </a:spcAft>
              <a:buClr>
                <a:srgbClr val="30ACEC">
                  <a:lumMod val="75000"/>
                </a:srgbClr>
              </a:buClr>
              <a:defRPr/>
            </a:pPr>
            <a:r>
              <a:rPr lang="id-ID" sz="1985" dirty="0">
                <a:solidFill>
                  <a:sysClr val="windowText" lastClr="000000"/>
                </a:solidFill>
                <a:latin typeface="Arial" panose="020B0604020202020204" pitchFamily="34" charset="0"/>
                <a:cs typeface="Arial" panose="020B0604020202020204" pitchFamily="34" charset="0"/>
              </a:rPr>
              <a:t>Open GL|ES : Grafik 3 Dimensi maupun 2 Dimensi</a:t>
            </a:r>
          </a:p>
          <a:p>
            <a:pPr marL="315125" indent="-315125" defTabSz="504200" fontAlgn="base">
              <a:spcAft>
                <a:spcPts val="662"/>
              </a:spcAft>
              <a:buClr>
                <a:srgbClr val="30ACEC">
                  <a:lumMod val="75000"/>
                </a:srgbClr>
              </a:buClr>
              <a:defRPr/>
            </a:pPr>
            <a:r>
              <a:rPr lang="id-ID" sz="1985" dirty="0">
                <a:solidFill>
                  <a:sysClr val="windowText" lastClr="000000"/>
                </a:solidFill>
                <a:latin typeface="Arial" panose="020B0604020202020204" pitchFamily="34" charset="0"/>
                <a:cs typeface="Arial" panose="020B0604020202020204" pitchFamily="34" charset="0"/>
              </a:rPr>
              <a:t>Media Framework : Menunjang perekaman dari berbagai macam format audio, video, dan gambar</a:t>
            </a:r>
          </a:p>
          <a:p>
            <a:pPr marL="315125" indent="-315125" defTabSz="504200" fontAlgn="base">
              <a:spcAft>
                <a:spcPts val="662"/>
              </a:spcAft>
              <a:buClr>
                <a:srgbClr val="30ACEC">
                  <a:lumMod val="75000"/>
                </a:srgbClr>
              </a:buClr>
              <a:defRPr/>
            </a:pPr>
            <a:r>
              <a:rPr lang="id-ID" sz="1985" dirty="0">
                <a:solidFill>
                  <a:sysClr val="windowText" lastClr="000000"/>
                </a:solidFill>
                <a:latin typeface="Arial" panose="020B0604020202020204" pitchFamily="34" charset="0"/>
                <a:cs typeface="Arial" panose="020B0604020202020204" pitchFamily="34" charset="0"/>
              </a:rPr>
              <a:t>Free Type : Penerjemah Font</a:t>
            </a:r>
          </a:p>
          <a:p>
            <a:pPr marL="315125" indent="-315125" defTabSz="504200" fontAlgn="base">
              <a:spcAft>
                <a:spcPts val="662"/>
              </a:spcAft>
              <a:buClr>
                <a:srgbClr val="30ACEC">
                  <a:lumMod val="75000"/>
                </a:srgbClr>
              </a:buClr>
              <a:defRPr/>
            </a:pPr>
            <a:r>
              <a:rPr lang="id-ID" sz="1985" dirty="0">
                <a:solidFill>
                  <a:sysClr val="windowText" lastClr="000000"/>
                </a:solidFill>
                <a:latin typeface="Arial" panose="020B0604020202020204" pitchFamily="34" charset="0"/>
                <a:cs typeface="Arial" panose="020B0604020202020204" pitchFamily="34" charset="0"/>
              </a:rPr>
              <a:t>WebKit : Mesin Browser</a:t>
            </a:r>
          </a:p>
          <a:p>
            <a:pPr marL="315125" indent="-315125" defTabSz="504200" fontAlgn="base">
              <a:spcAft>
                <a:spcPts val="662"/>
              </a:spcAft>
              <a:buClr>
                <a:srgbClr val="30ACEC">
                  <a:lumMod val="75000"/>
                </a:srgbClr>
              </a:buClr>
              <a:defRPr/>
            </a:pPr>
            <a:r>
              <a:rPr lang="id-ID" sz="1985" dirty="0">
                <a:solidFill>
                  <a:sysClr val="windowText" lastClr="000000"/>
                </a:solidFill>
                <a:latin typeface="Arial" panose="020B0604020202020204" pitchFamily="34" charset="0"/>
                <a:cs typeface="Arial" panose="020B0604020202020204" pitchFamily="34" charset="0"/>
              </a:rPr>
              <a:t>libc (System C libraries)</a:t>
            </a:r>
          </a:p>
          <a:p>
            <a:pPr marL="315125" indent="-315125" defTabSz="504200" fontAlgn="base">
              <a:spcAft>
                <a:spcPts val="662"/>
              </a:spcAft>
              <a:buClr>
                <a:srgbClr val="30ACEC">
                  <a:lumMod val="75000"/>
                </a:srgbClr>
              </a:buClr>
              <a:defRPr/>
            </a:pPr>
            <a:r>
              <a:rPr lang="id-ID" sz="1985" dirty="0">
                <a:solidFill>
                  <a:sysClr val="windowText" lastClr="000000"/>
                </a:solidFill>
                <a:latin typeface="Arial" panose="020B0604020202020204" pitchFamily="34" charset="0"/>
                <a:cs typeface="Arial" panose="020B0604020202020204" pitchFamily="34" charset="0"/>
              </a:rPr>
              <a:t>SQLite : Database</a:t>
            </a:r>
          </a:p>
          <a:p>
            <a:pPr marL="315125" indent="-315125" defTabSz="504200" fontAlgn="base">
              <a:spcAft>
                <a:spcPts val="662"/>
              </a:spcAft>
              <a:buClr>
                <a:srgbClr val="30ACEC">
                  <a:lumMod val="75000"/>
                </a:srgbClr>
              </a:buClr>
              <a:defRPr/>
            </a:pPr>
            <a:r>
              <a:rPr lang="id-ID" sz="1985" dirty="0">
                <a:solidFill>
                  <a:sysClr val="windowText" lastClr="000000"/>
                </a:solidFill>
                <a:latin typeface="Arial" panose="020B0604020202020204" pitchFamily="34" charset="0"/>
                <a:cs typeface="Arial" panose="020B0604020202020204" pitchFamily="34" charset="0"/>
              </a:rPr>
              <a:t>Open SSL : Sekuritas Jaringan</a:t>
            </a:r>
          </a:p>
          <a:p>
            <a:pPr marL="315125" indent="-315125" defTabSz="504200">
              <a:spcAft>
                <a:spcPts val="662"/>
              </a:spcAft>
              <a:buClr>
                <a:srgbClr val="30ACEC">
                  <a:lumMod val="75000"/>
                </a:srgbClr>
              </a:buClr>
              <a:defRPr/>
            </a:pPr>
            <a:endParaRPr lang="id-ID" sz="1985" dirty="0">
              <a:solidFill>
                <a:sysClr val="windowText" lastClr="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62197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D583-A619-136C-0B97-6EA8A634517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75BFDDB-3B07-5EA4-9F9C-131011EA905B}"/>
              </a:ext>
            </a:extLst>
          </p:cNvPr>
          <p:cNvSpPr txBox="1">
            <a:spLocks/>
          </p:cNvSpPr>
          <p:nvPr/>
        </p:nvSpPr>
        <p:spPr>
          <a:xfrm>
            <a:off x="543061" y="1038225"/>
            <a:ext cx="9568203" cy="367339"/>
          </a:xfrm>
          <a:prstGeom prst="rect">
            <a:avLst/>
          </a:prstGeom>
        </p:spPr>
        <p:txBody>
          <a:bodyPr anchor="ctr">
            <a:noAutofit/>
          </a:bodyPr>
          <a:lstStyle>
            <a:lvl1pPr algn="l" defTabSz="914400" rtl="0" eaLnBrk="1" latinLnBrk="1" hangingPunct="1">
              <a:spcBef>
                <a:spcPct val="0"/>
              </a:spcBef>
              <a:buNone/>
              <a:defRPr sz="4000" b="1" kern="1200" baseline="0">
                <a:solidFill>
                  <a:schemeClr val="tx1"/>
                </a:solidFill>
                <a:latin typeface="Arial" pitchFamily="34" charset="0"/>
                <a:ea typeface="+mj-ea"/>
                <a:cs typeface="Arial" pitchFamily="34" charset="0"/>
              </a:defRPr>
            </a:lvl1pPr>
          </a:lstStyle>
          <a:p>
            <a:r>
              <a:rPr lang="en-US" sz="2647" dirty="0"/>
              <a:t>Android Runtime </a:t>
            </a:r>
            <a:br>
              <a:rPr lang="id-ID" sz="2647" dirty="0"/>
            </a:br>
            <a:endParaRPr lang="id-ID" sz="2647" dirty="0"/>
          </a:p>
        </p:txBody>
      </p:sp>
      <p:sp>
        <p:nvSpPr>
          <p:cNvPr id="3" name="Content Placeholder 2">
            <a:extLst>
              <a:ext uri="{FF2B5EF4-FFF2-40B4-BE49-F238E27FC236}">
                <a16:creationId xmlns:a16="http://schemas.microsoft.com/office/drawing/2014/main" id="{12763A6E-BD26-96F8-ABBF-23F80C96DC60}"/>
              </a:ext>
            </a:extLst>
          </p:cNvPr>
          <p:cNvSpPr txBox="1">
            <a:spLocks/>
          </p:cNvSpPr>
          <p:nvPr/>
        </p:nvSpPr>
        <p:spPr>
          <a:xfrm>
            <a:off x="403865" y="1800225"/>
            <a:ext cx="9276069" cy="4492882"/>
          </a:xfrm>
          <a:prstGeom prst="rect">
            <a:avLst/>
          </a:prstGeom>
        </p:spPr>
        <p:txBody>
          <a:bodyPr vert="horz" lIns="100838" tIns="50419" rIns="100838" bIns="50419"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buClr>
                <a:srgbClr val="30ACEC">
                  <a:lumMod val="75000"/>
                </a:srgbClr>
              </a:buClr>
            </a:pPr>
            <a:r>
              <a:rPr lang="id-ID" sz="2206" dirty="0">
                <a:solidFill>
                  <a:sysClr val="windowText" lastClr="000000"/>
                </a:solidFill>
                <a:latin typeface="Arial" panose="020B0604020202020204" pitchFamily="34" charset="0"/>
                <a:cs typeface="Arial" panose="020B0604020202020204" pitchFamily="34" charset="0"/>
              </a:rPr>
              <a:t>Terletak pada level yang sama dengan lapisan Library juga terdapat Lapisan Android Runtime</a:t>
            </a:r>
            <a:r>
              <a:rPr lang="en-US" sz="2206" dirty="0">
                <a:solidFill>
                  <a:sysClr val="windowText" lastClr="000000"/>
                </a:solidFill>
                <a:latin typeface="Arial" panose="020B0604020202020204" pitchFamily="34" charset="0"/>
                <a:cs typeface="Arial" panose="020B0604020202020204" pitchFamily="34" charset="0"/>
              </a:rPr>
              <a:t>.</a:t>
            </a:r>
            <a:r>
              <a:rPr lang="id-ID" sz="2206" dirty="0">
                <a:solidFill>
                  <a:sysClr val="windowText" lastClr="000000"/>
                </a:solidFill>
                <a:latin typeface="Arial" panose="020B0604020202020204" pitchFamily="34" charset="0"/>
                <a:cs typeface="Arial" panose="020B0604020202020204" pitchFamily="34" charset="0"/>
              </a:rPr>
              <a:t> </a:t>
            </a:r>
            <a:r>
              <a:rPr lang="en-ID" sz="2206" dirty="0">
                <a:latin typeface="Arial" panose="020B0604020202020204" pitchFamily="34" charset="0"/>
                <a:cs typeface="Arial" panose="020B0604020202020204" pitchFamily="34" charset="0"/>
              </a:rPr>
              <a:t>Android Runtime </a:t>
            </a:r>
            <a:r>
              <a:rPr lang="en-ID" sz="2206" dirty="0" err="1">
                <a:latin typeface="Arial" panose="020B0604020202020204" pitchFamily="34" charset="0"/>
                <a:cs typeface="Arial" panose="020B0604020202020204" pitchFamily="34" charset="0"/>
              </a:rPr>
              <a:t>adalah</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mesin</a:t>
            </a:r>
            <a:r>
              <a:rPr lang="en-ID" sz="2206" dirty="0">
                <a:latin typeface="Arial" panose="020B0604020202020204" pitchFamily="34" charset="0"/>
                <a:cs typeface="Arial" panose="020B0604020202020204" pitchFamily="34" charset="0"/>
              </a:rPr>
              <a:t> yang </a:t>
            </a:r>
            <a:r>
              <a:rPr lang="en-ID" sz="2206" dirty="0" err="1">
                <a:latin typeface="Arial" panose="020B0604020202020204" pitchFamily="34" charset="0"/>
                <a:cs typeface="Arial" panose="020B0604020202020204" pitchFamily="34" charset="0"/>
              </a:rPr>
              <a:t>menggerakkan</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aplikasi</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kita</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bersama</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dengan</a:t>
            </a:r>
            <a:r>
              <a:rPr lang="en-ID" sz="2206" dirty="0">
                <a:latin typeface="Arial" panose="020B0604020202020204" pitchFamily="34" charset="0"/>
                <a:cs typeface="Arial" panose="020B0604020202020204" pitchFamily="34" charset="0"/>
              </a:rPr>
              <a:t> libraries dan </a:t>
            </a:r>
            <a:r>
              <a:rPr lang="en-ID" sz="2206" dirty="0" err="1">
                <a:latin typeface="Arial" panose="020B0604020202020204" pitchFamily="34" charset="0"/>
                <a:cs typeface="Arial" panose="020B0604020202020204" pitchFamily="34" charset="0"/>
              </a:rPr>
              <a:t>membentuk</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dasar</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untuk</a:t>
            </a:r>
            <a:r>
              <a:rPr lang="en-ID" sz="2206" dirty="0">
                <a:latin typeface="Arial" panose="020B0604020202020204" pitchFamily="34" charset="0"/>
                <a:cs typeface="Arial" panose="020B0604020202020204" pitchFamily="34" charset="0"/>
              </a:rPr>
              <a:t> framework </a:t>
            </a:r>
            <a:r>
              <a:rPr lang="en-ID" sz="2206" dirty="0" err="1">
                <a:latin typeface="Arial" panose="020B0604020202020204" pitchFamily="34" charset="0"/>
                <a:cs typeface="Arial" panose="020B0604020202020204" pitchFamily="34" charset="0"/>
              </a:rPr>
              <a:t>aplikasi</a:t>
            </a:r>
            <a:r>
              <a:rPr lang="id-ID" sz="2206" dirty="0">
                <a:solidFill>
                  <a:sysClr val="windowText" lastClr="000000"/>
                </a:solidFill>
                <a:latin typeface="Arial" panose="020B0604020202020204" pitchFamily="34" charset="0"/>
                <a:cs typeface="Arial" panose="020B0604020202020204" pitchFamily="34" charset="0"/>
              </a:rPr>
              <a:t>. Dalam lapisan Android Runtime </a:t>
            </a:r>
            <a:r>
              <a:rPr lang="en-ID" sz="2206" dirty="0" err="1">
                <a:latin typeface="Arial" panose="020B0604020202020204" pitchFamily="34" charset="0"/>
                <a:cs typeface="Arial" panose="020B0604020202020204" pitchFamily="34" charset="0"/>
              </a:rPr>
              <a:t>menyediakan</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komponen</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utama</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yaitu</a:t>
            </a:r>
            <a:r>
              <a:rPr lang="en-ID" sz="2206" dirty="0">
                <a:latin typeface="Arial" panose="020B0604020202020204" pitchFamily="34" charset="0"/>
                <a:cs typeface="Arial" panose="020B0604020202020204" pitchFamily="34" charset="0"/>
              </a:rPr>
              <a:t> Dalvik Virtual Machine (DVM) </a:t>
            </a:r>
          </a:p>
          <a:p>
            <a:pPr algn="just">
              <a:buClr>
                <a:srgbClr val="30ACEC">
                  <a:lumMod val="75000"/>
                </a:srgbClr>
              </a:buClr>
            </a:pPr>
            <a:r>
              <a:rPr lang="id-ID" sz="2206" dirty="0">
                <a:solidFill>
                  <a:sysClr val="windowText" lastClr="000000"/>
                </a:solidFill>
                <a:latin typeface="Arial" panose="020B0604020202020204" pitchFamily="34" charset="0"/>
                <a:cs typeface="Arial" panose="020B0604020202020204" pitchFamily="34" charset="0"/>
              </a:rPr>
              <a:t>Dalvik Virtual Machine adalah sejenis Java Virtual Machine </a:t>
            </a:r>
            <a:r>
              <a:rPr lang="en-ID" sz="2206" dirty="0" err="1">
                <a:latin typeface="Arial" panose="020B0604020202020204" pitchFamily="34" charset="0"/>
                <a:cs typeface="Arial" panose="020B0604020202020204" pitchFamily="34" charset="0"/>
              </a:rPr>
              <a:t>dirancang</a:t>
            </a:r>
            <a:r>
              <a:rPr lang="en-ID" sz="2206" dirty="0">
                <a:latin typeface="Arial" panose="020B0604020202020204" pitchFamily="34" charset="0"/>
                <a:cs typeface="Arial" panose="020B0604020202020204" pitchFamily="34" charset="0"/>
              </a:rPr>
              <a:t> dan </a:t>
            </a:r>
            <a:r>
              <a:rPr lang="en-ID" sz="2206" dirty="0" err="1">
                <a:latin typeface="Arial" panose="020B0604020202020204" pitchFamily="34" charset="0"/>
                <a:cs typeface="Arial" panose="020B0604020202020204" pitchFamily="34" charset="0"/>
              </a:rPr>
              <a:t>dioptimalkan</a:t>
            </a:r>
            <a:r>
              <a:rPr lang="id-ID" sz="2206" dirty="0">
                <a:solidFill>
                  <a:sysClr val="windowText" lastClr="000000"/>
                </a:solidFill>
                <a:latin typeface="Arial" panose="020B0604020202020204" pitchFamily="34" charset="0"/>
                <a:cs typeface="Arial" panose="020B0604020202020204" pitchFamily="34" charset="0"/>
              </a:rPr>
              <a:t> khusus dan dioptimasikan untuk Android. Dalvik VM menggunakan fitur inti Linux seperti manajemen memory dan multi-threading. Dalvik VM membuat setiap Aplikasi Android dapat berjalan dengan prosesnya sendiri. </a:t>
            </a:r>
          </a:p>
          <a:p>
            <a:pPr marL="315125" indent="-315125" defTabSz="504200">
              <a:spcAft>
                <a:spcPts val="662"/>
              </a:spcAft>
              <a:buClr>
                <a:srgbClr val="30ACEC">
                  <a:lumMod val="75000"/>
                </a:srgbClr>
              </a:buClr>
              <a:defRPr/>
            </a:pPr>
            <a:endParaRPr lang="id-ID" sz="2206" dirty="0">
              <a:solidFill>
                <a:sysClr val="windowText" lastClr="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04816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4F4B1-471F-1070-0A26-23DC35E551B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937A568-94F1-D5C9-FC89-63B3B2C98E4C}"/>
              </a:ext>
            </a:extLst>
          </p:cNvPr>
          <p:cNvSpPr txBox="1">
            <a:spLocks/>
          </p:cNvSpPr>
          <p:nvPr/>
        </p:nvSpPr>
        <p:spPr>
          <a:xfrm>
            <a:off x="393700" y="733425"/>
            <a:ext cx="9568203" cy="367339"/>
          </a:xfrm>
          <a:prstGeom prst="rect">
            <a:avLst/>
          </a:prstGeom>
        </p:spPr>
        <p:txBody>
          <a:bodyPr anchor="ctr">
            <a:noAutofit/>
          </a:bodyPr>
          <a:lstStyle>
            <a:lvl1pPr algn="l" defTabSz="914400" rtl="0" eaLnBrk="1" latinLnBrk="1" hangingPunct="1">
              <a:spcBef>
                <a:spcPct val="0"/>
              </a:spcBef>
              <a:buNone/>
              <a:defRPr sz="4000" b="1" kern="1200" baseline="0">
                <a:solidFill>
                  <a:schemeClr val="tx1"/>
                </a:solidFill>
                <a:latin typeface="Arial" pitchFamily="34" charset="0"/>
                <a:ea typeface="+mj-ea"/>
                <a:cs typeface="Arial" pitchFamily="34" charset="0"/>
              </a:defRPr>
            </a:lvl1pPr>
          </a:lstStyle>
          <a:p>
            <a:r>
              <a:rPr lang="en-US" sz="2647" dirty="0"/>
              <a:t>Application Framework </a:t>
            </a:r>
            <a:br>
              <a:rPr lang="id-ID" sz="2647" dirty="0"/>
            </a:br>
            <a:endParaRPr lang="id-ID" sz="2647" dirty="0"/>
          </a:p>
        </p:txBody>
      </p:sp>
      <p:sp>
        <p:nvSpPr>
          <p:cNvPr id="2" name="Content Placeholder 2">
            <a:extLst>
              <a:ext uri="{FF2B5EF4-FFF2-40B4-BE49-F238E27FC236}">
                <a16:creationId xmlns:a16="http://schemas.microsoft.com/office/drawing/2014/main" id="{4C439C13-FDDF-11C6-AB49-A84CC7A91AFC}"/>
              </a:ext>
            </a:extLst>
          </p:cNvPr>
          <p:cNvSpPr txBox="1">
            <a:spLocks/>
          </p:cNvSpPr>
          <p:nvPr/>
        </p:nvSpPr>
        <p:spPr>
          <a:xfrm>
            <a:off x="393700" y="1800225"/>
            <a:ext cx="9434887" cy="5290194"/>
          </a:xfrm>
          <a:prstGeom prst="rect">
            <a:avLst/>
          </a:prstGeom>
        </p:spPr>
        <p:txBody>
          <a:bodyPr vert="horz" lIns="100838" tIns="50419" rIns="100838" bIns="50419" rtlCol="0" anchor="ctr">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lgn="just" defTabSz="504200" fontAlgn="base">
              <a:spcAft>
                <a:spcPts val="662"/>
              </a:spcAft>
              <a:buClr>
                <a:srgbClr val="30ACEC">
                  <a:lumMod val="75000"/>
                </a:srgbClr>
              </a:buClr>
              <a:buNone/>
              <a:defRPr/>
            </a:pPr>
            <a:r>
              <a:rPr lang="id-ID" sz="2000" dirty="0">
                <a:solidFill>
                  <a:sysClr val="windowText" lastClr="000000"/>
                </a:solidFill>
                <a:latin typeface="Arial" panose="020B0604020202020204" pitchFamily="34" charset="0"/>
                <a:cs typeface="Arial" panose="020B0604020202020204" pitchFamily="34" charset="0"/>
              </a:rPr>
              <a:t>Lapisan ini berinteraksi langsung dengan aplikasi kita. </a:t>
            </a:r>
            <a:r>
              <a:rPr lang="en-ID" sz="2000" dirty="0">
                <a:latin typeface="Arial" panose="020B0604020202020204" pitchFamily="34" charset="0"/>
                <a:cs typeface="Arial" panose="020B0604020202020204" pitchFamily="34" charset="0"/>
              </a:rPr>
              <a:t>Layer Application Framework </a:t>
            </a:r>
            <a:r>
              <a:rPr lang="en-ID" sz="2000" dirty="0" err="1">
                <a:latin typeface="Arial" panose="020B0604020202020204" pitchFamily="34" charset="0"/>
                <a:cs typeface="Arial" panose="020B0604020202020204" pitchFamily="34" charset="0"/>
              </a:rPr>
              <a:t>menyediakan</a:t>
            </a:r>
            <a:r>
              <a:rPr lang="en-ID" sz="2000" dirty="0">
                <a:latin typeface="Arial" panose="020B0604020202020204" pitchFamily="34" charset="0"/>
                <a:cs typeface="Arial" panose="020B0604020202020204" pitchFamily="34" charset="0"/>
              </a:rPr>
              <a:t> class dan interface </a:t>
            </a:r>
            <a:r>
              <a:rPr lang="en-ID" sz="2000" dirty="0" err="1">
                <a:latin typeface="Arial" panose="020B0604020202020204" pitchFamily="34" charset="0"/>
                <a:cs typeface="Arial" panose="020B0604020202020204" pitchFamily="34" charset="0"/>
              </a:rPr>
              <a:t>untuk</a:t>
            </a:r>
            <a:r>
              <a:rPr lang="en-ID" sz="2000" dirty="0">
                <a:latin typeface="Arial" panose="020B0604020202020204" pitchFamily="34" charset="0"/>
                <a:cs typeface="Arial" panose="020B0604020202020204" pitchFamily="34" charset="0"/>
              </a:rPr>
              <a:t> </a:t>
            </a:r>
            <a:r>
              <a:rPr lang="en-ID" sz="2000" dirty="0" err="1">
                <a:latin typeface="Arial" panose="020B0604020202020204" pitchFamily="34" charset="0"/>
                <a:cs typeface="Arial" panose="020B0604020202020204" pitchFamily="34" charset="0"/>
              </a:rPr>
              <a:t>Pengembangan</a:t>
            </a:r>
            <a:r>
              <a:rPr lang="en-ID" sz="2000" dirty="0">
                <a:latin typeface="Arial" panose="020B0604020202020204" pitchFamily="34" charset="0"/>
                <a:cs typeface="Arial" panose="020B0604020202020204" pitchFamily="34" charset="0"/>
              </a:rPr>
              <a:t> </a:t>
            </a:r>
            <a:r>
              <a:rPr lang="en-ID" sz="2000" dirty="0" err="1">
                <a:latin typeface="Arial" panose="020B0604020202020204" pitchFamily="34" charset="0"/>
                <a:cs typeface="Arial" panose="020B0604020202020204" pitchFamily="34" charset="0"/>
              </a:rPr>
              <a:t>aplikasi</a:t>
            </a:r>
            <a:r>
              <a:rPr lang="en-ID" sz="2000" dirty="0">
                <a:latin typeface="Arial" panose="020B0604020202020204" pitchFamily="34" charset="0"/>
                <a:cs typeface="Arial" panose="020B0604020202020204" pitchFamily="34" charset="0"/>
              </a:rPr>
              <a:t> Android dan services </a:t>
            </a:r>
            <a:r>
              <a:rPr lang="en-ID" sz="2000" dirty="0" err="1">
                <a:latin typeface="Arial" panose="020B0604020202020204" pitchFamily="34" charset="0"/>
                <a:cs typeface="Arial" panose="020B0604020202020204" pitchFamily="34" charset="0"/>
              </a:rPr>
              <a:t>ke</a:t>
            </a:r>
            <a:r>
              <a:rPr lang="en-ID" sz="2000" dirty="0">
                <a:latin typeface="Arial" panose="020B0604020202020204" pitchFamily="34" charset="0"/>
                <a:cs typeface="Arial" panose="020B0604020202020204" pitchFamily="34" charset="0"/>
              </a:rPr>
              <a:t> </a:t>
            </a:r>
            <a:r>
              <a:rPr lang="en-ID" sz="2000" dirty="0" err="1">
                <a:latin typeface="Arial" panose="020B0604020202020204" pitchFamily="34" charset="0"/>
                <a:cs typeface="Arial" panose="020B0604020202020204" pitchFamily="34" charset="0"/>
              </a:rPr>
              <a:t>aplikasi</a:t>
            </a:r>
            <a:r>
              <a:rPr lang="en-ID" sz="2000" dirty="0">
                <a:latin typeface="Arial" panose="020B0604020202020204" pitchFamily="34" charset="0"/>
                <a:cs typeface="Arial" panose="020B0604020202020204" pitchFamily="34" charset="0"/>
              </a:rPr>
              <a:t> </a:t>
            </a:r>
            <a:r>
              <a:rPr lang="en-ID" sz="2000" dirty="0" err="1">
                <a:latin typeface="Arial" panose="020B0604020202020204" pitchFamily="34" charset="0"/>
                <a:cs typeface="Arial" panose="020B0604020202020204" pitchFamily="34" charset="0"/>
              </a:rPr>
              <a:t>dalam</a:t>
            </a:r>
            <a:r>
              <a:rPr lang="en-ID" sz="2000" dirty="0">
                <a:latin typeface="Arial" panose="020B0604020202020204" pitchFamily="34" charset="0"/>
                <a:cs typeface="Arial" panose="020B0604020202020204" pitchFamily="34" charset="0"/>
              </a:rPr>
              <a:t> </a:t>
            </a:r>
            <a:r>
              <a:rPr lang="en-ID" sz="2000" dirty="0" err="1">
                <a:latin typeface="Arial" panose="020B0604020202020204" pitchFamily="34" charset="0"/>
                <a:cs typeface="Arial" panose="020B0604020202020204" pitchFamily="34" charset="0"/>
              </a:rPr>
              <a:t>bentuk</a:t>
            </a:r>
            <a:r>
              <a:rPr lang="en-ID" sz="2000" dirty="0">
                <a:latin typeface="Arial" panose="020B0604020202020204" pitchFamily="34" charset="0"/>
                <a:cs typeface="Arial" panose="020B0604020202020204" pitchFamily="34" charset="0"/>
              </a:rPr>
              <a:t> class Java. </a:t>
            </a:r>
            <a:r>
              <a:rPr lang="id-ID" sz="2000" dirty="0">
                <a:solidFill>
                  <a:sysClr val="windowText" lastClr="000000"/>
                </a:solidFill>
                <a:latin typeface="Arial" panose="020B0604020202020204" pitchFamily="34" charset="0"/>
                <a:cs typeface="Arial" panose="020B0604020202020204" pitchFamily="34" charset="0"/>
              </a:rPr>
              <a:t>Program-program di atas memanajemen fungsi dasar dari perangkat seperti manajemen Resource, Manajemen Panggilan, Manajemen Window dll. Sebagai seorang developer, kita dapat melihat lapisan ini sebagai alat dasar yang dapat digunakan untuk mengembangkan aplikasi.</a:t>
            </a:r>
          </a:p>
          <a:p>
            <a:pPr marL="0" indent="0" defTabSz="504200" fontAlgn="base">
              <a:spcAft>
                <a:spcPts val="662"/>
              </a:spcAft>
              <a:buClr>
                <a:srgbClr val="30ACEC">
                  <a:lumMod val="75000"/>
                </a:srgbClr>
              </a:buClr>
              <a:buNone/>
              <a:defRPr/>
            </a:pPr>
            <a:r>
              <a:rPr lang="id-ID" sz="2000" dirty="0">
                <a:solidFill>
                  <a:sysClr val="windowText" lastClr="000000"/>
                </a:solidFill>
                <a:latin typeface="Arial" panose="020B0604020202020204" pitchFamily="34" charset="0"/>
                <a:cs typeface="Arial" panose="020B0604020202020204" pitchFamily="34" charset="0"/>
              </a:rPr>
              <a:t>Beberapa program penting pada Application Framework antara lain:</a:t>
            </a:r>
          </a:p>
          <a:p>
            <a:pPr marL="315125" indent="-315125" defTabSz="504200" fontAlgn="base">
              <a:spcAft>
                <a:spcPts val="662"/>
              </a:spcAft>
              <a:buClr>
                <a:srgbClr val="30ACEC">
                  <a:lumMod val="75000"/>
                </a:srgbClr>
              </a:buClr>
              <a:defRPr/>
            </a:pPr>
            <a:r>
              <a:rPr lang="id-ID" sz="2000" b="1" dirty="0">
                <a:solidFill>
                  <a:sysClr val="windowText" lastClr="000000"/>
                </a:solidFill>
                <a:latin typeface="Arial" panose="020B0604020202020204" pitchFamily="34" charset="0"/>
                <a:cs typeface="Arial" panose="020B0604020202020204" pitchFamily="34" charset="0"/>
              </a:rPr>
              <a:t>Activity Manager</a:t>
            </a:r>
            <a:r>
              <a:rPr lang="id-ID" sz="2000" dirty="0">
                <a:solidFill>
                  <a:sysClr val="windowText" lastClr="000000"/>
                </a:solidFill>
                <a:latin typeface="Arial" panose="020B0604020202020204" pitchFamily="34" charset="0"/>
                <a:cs typeface="Arial" panose="020B0604020202020204" pitchFamily="34" charset="0"/>
              </a:rPr>
              <a:t> − Mengontrol semua aspek dari siklus hidup aplikasi dan Activity Stack.</a:t>
            </a:r>
          </a:p>
          <a:p>
            <a:pPr marL="315125" indent="-315125" defTabSz="504200" fontAlgn="base">
              <a:spcAft>
                <a:spcPts val="662"/>
              </a:spcAft>
              <a:buClr>
                <a:srgbClr val="30ACEC">
                  <a:lumMod val="75000"/>
                </a:srgbClr>
              </a:buClr>
              <a:defRPr/>
            </a:pPr>
            <a:r>
              <a:rPr lang="id-ID" sz="2000" b="1" dirty="0">
                <a:solidFill>
                  <a:sysClr val="windowText" lastClr="000000"/>
                </a:solidFill>
                <a:latin typeface="Arial" panose="020B0604020202020204" pitchFamily="34" charset="0"/>
                <a:cs typeface="Arial" panose="020B0604020202020204" pitchFamily="34" charset="0"/>
              </a:rPr>
              <a:t>Content Providers</a:t>
            </a:r>
            <a:r>
              <a:rPr lang="id-ID" sz="2000" dirty="0">
                <a:solidFill>
                  <a:sysClr val="windowText" lastClr="000000"/>
                </a:solidFill>
                <a:latin typeface="Arial" panose="020B0604020202020204" pitchFamily="34" charset="0"/>
                <a:cs typeface="Arial" panose="020B0604020202020204" pitchFamily="34" charset="0"/>
              </a:rPr>
              <a:t> − Mengizinkan aplikasi untuk mempublikasikan dan berbagi data dengan aplikasi lainnya.</a:t>
            </a:r>
          </a:p>
          <a:p>
            <a:pPr marL="315125" indent="-315125" defTabSz="504200" fontAlgn="base">
              <a:spcAft>
                <a:spcPts val="662"/>
              </a:spcAft>
              <a:buClr>
                <a:srgbClr val="30ACEC">
                  <a:lumMod val="75000"/>
                </a:srgbClr>
              </a:buClr>
              <a:defRPr/>
            </a:pPr>
            <a:r>
              <a:rPr lang="id-ID" sz="2000" b="1" dirty="0">
                <a:solidFill>
                  <a:sysClr val="windowText" lastClr="000000"/>
                </a:solidFill>
                <a:latin typeface="Arial" panose="020B0604020202020204" pitchFamily="34" charset="0"/>
                <a:cs typeface="Arial" panose="020B0604020202020204" pitchFamily="34" charset="0"/>
              </a:rPr>
              <a:t>Resource Manager</a:t>
            </a:r>
            <a:r>
              <a:rPr lang="id-ID" sz="2000" dirty="0">
                <a:solidFill>
                  <a:sysClr val="windowText" lastClr="000000"/>
                </a:solidFill>
                <a:latin typeface="Arial" panose="020B0604020202020204" pitchFamily="34" charset="0"/>
                <a:cs typeface="Arial" panose="020B0604020202020204" pitchFamily="34" charset="0"/>
              </a:rPr>
              <a:t> − Memberikan akses kepada resources yang bukan kode seperti strings, setting warna, dan layout User Interface.</a:t>
            </a:r>
          </a:p>
          <a:p>
            <a:pPr marL="315125" indent="-315125" defTabSz="504200" fontAlgn="base">
              <a:spcAft>
                <a:spcPts val="662"/>
              </a:spcAft>
              <a:buClr>
                <a:srgbClr val="30ACEC">
                  <a:lumMod val="75000"/>
                </a:srgbClr>
              </a:buClr>
              <a:defRPr/>
            </a:pPr>
            <a:r>
              <a:rPr lang="id-ID" sz="2000" b="1" dirty="0">
                <a:solidFill>
                  <a:sysClr val="windowText" lastClr="000000"/>
                </a:solidFill>
                <a:latin typeface="Arial" panose="020B0604020202020204" pitchFamily="34" charset="0"/>
                <a:cs typeface="Arial" panose="020B0604020202020204" pitchFamily="34" charset="0"/>
              </a:rPr>
              <a:t>Notifications Manager</a:t>
            </a:r>
            <a:r>
              <a:rPr lang="id-ID" sz="2000" dirty="0">
                <a:solidFill>
                  <a:sysClr val="windowText" lastClr="000000"/>
                </a:solidFill>
                <a:latin typeface="Arial" panose="020B0604020202020204" pitchFamily="34" charset="0"/>
                <a:cs typeface="Arial" panose="020B0604020202020204" pitchFamily="34" charset="0"/>
              </a:rPr>
              <a:t> − Membuat aplikasi dapat menampilkan pengingat dan notifikasi kepada pengguna.</a:t>
            </a:r>
          </a:p>
          <a:p>
            <a:pPr marL="315125" indent="-315125" defTabSz="504200" fontAlgn="base">
              <a:spcAft>
                <a:spcPts val="662"/>
              </a:spcAft>
              <a:buClr>
                <a:srgbClr val="30ACEC">
                  <a:lumMod val="75000"/>
                </a:srgbClr>
              </a:buClr>
              <a:defRPr/>
            </a:pPr>
            <a:r>
              <a:rPr lang="id-ID" sz="2000" b="1" dirty="0">
                <a:solidFill>
                  <a:sysClr val="windowText" lastClr="000000"/>
                </a:solidFill>
                <a:latin typeface="Arial" panose="020B0604020202020204" pitchFamily="34" charset="0"/>
                <a:cs typeface="Arial" panose="020B0604020202020204" pitchFamily="34" charset="0"/>
              </a:rPr>
              <a:t>View System</a:t>
            </a:r>
            <a:r>
              <a:rPr lang="id-ID" sz="2000" dirty="0">
                <a:solidFill>
                  <a:sysClr val="windowText" lastClr="000000"/>
                </a:solidFill>
                <a:latin typeface="Arial" panose="020B0604020202020204" pitchFamily="34" charset="0"/>
                <a:cs typeface="Arial" panose="020B0604020202020204" pitchFamily="34" charset="0"/>
              </a:rPr>
              <a:t> − Digunakan untuk membuat User Interface aplikasi</a:t>
            </a:r>
          </a:p>
          <a:p>
            <a:pPr marL="315125" indent="-315125" defTabSz="504200">
              <a:spcAft>
                <a:spcPts val="662"/>
              </a:spcAft>
              <a:buClr>
                <a:srgbClr val="30ACEC">
                  <a:lumMod val="75000"/>
                </a:srgbClr>
              </a:buClr>
              <a:defRPr/>
            </a:pPr>
            <a:endParaRPr lang="id-ID" sz="2000" dirty="0">
              <a:solidFill>
                <a:sysClr val="windowText" lastClr="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83065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C6748-E1E6-501B-927B-9101136C0E8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1177F15-7AFC-9DFD-CA45-3D91A2D88B60}"/>
              </a:ext>
            </a:extLst>
          </p:cNvPr>
          <p:cNvSpPr txBox="1">
            <a:spLocks/>
          </p:cNvSpPr>
          <p:nvPr/>
        </p:nvSpPr>
        <p:spPr>
          <a:xfrm>
            <a:off x="364161" y="921785"/>
            <a:ext cx="9568203" cy="367339"/>
          </a:xfrm>
          <a:prstGeom prst="rect">
            <a:avLst/>
          </a:prstGeom>
        </p:spPr>
        <p:txBody>
          <a:bodyPr anchor="ctr">
            <a:noAutofit/>
          </a:bodyPr>
          <a:lstStyle>
            <a:lvl1pPr algn="l" defTabSz="914400" rtl="0" eaLnBrk="1" latinLnBrk="1" hangingPunct="1">
              <a:spcBef>
                <a:spcPct val="0"/>
              </a:spcBef>
              <a:buNone/>
              <a:defRPr sz="4000" b="1" kern="1200" baseline="0">
                <a:solidFill>
                  <a:schemeClr val="tx1"/>
                </a:solidFill>
                <a:latin typeface="Arial" pitchFamily="34" charset="0"/>
                <a:ea typeface="+mj-ea"/>
                <a:cs typeface="Arial" pitchFamily="34" charset="0"/>
              </a:defRPr>
            </a:lvl1pPr>
          </a:lstStyle>
          <a:p>
            <a:r>
              <a:rPr lang="en-US" sz="2647" dirty="0"/>
              <a:t>Application</a:t>
            </a:r>
            <a:br>
              <a:rPr lang="id-ID" sz="2647" dirty="0"/>
            </a:br>
            <a:endParaRPr lang="id-ID" sz="2647" dirty="0"/>
          </a:p>
        </p:txBody>
      </p:sp>
      <p:sp>
        <p:nvSpPr>
          <p:cNvPr id="3" name="Content Placeholder 2">
            <a:extLst>
              <a:ext uri="{FF2B5EF4-FFF2-40B4-BE49-F238E27FC236}">
                <a16:creationId xmlns:a16="http://schemas.microsoft.com/office/drawing/2014/main" id="{15665CA7-7D3A-ABB3-CA52-BF6DDC9D1869}"/>
              </a:ext>
            </a:extLst>
          </p:cNvPr>
          <p:cNvSpPr txBox="1">
            <a:spLocks/>
          </p:cNvSpPr>
          <p:nvPr/>
        </p:nvSpPr>
        <p:spPr>
          <a:xfrm>
            <a:off x="364161" y="1647825"/>
            <a:ext cx="9355478" cy="4625901"/>
          </a:xfrm>
          <a:prstGeom prst="rect">
            <a:avLst/>
          </a:prstGeom>
        </p:spPr>
        <p:txBody>
          <a:bodyPr vert="horz" lIns="100838" tIns="50419" rIns="100838" bIns="50419"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lgn="just" defTabSz="504200" fontAlgn="base">
              <a:spcAft>
                <a:spcPts val="662"/>
              </a:spcAft>
              <a:buClr>
                <a:srgbClr val="30ACEC">
                  <a:lumMod val="75000"/>
                </a:srgbClr>
              </a:buClr>
              <a:buNone/>
              <a:defRPr/>
            </a:pPr>
            <a:r>
              <a:rPr lang="id-ID" sz="2206" dirty="0">
                <a:solidFill>
                  <a:sysClr val="windowText" lastClr="000000"/>
                </a:solidFill>
                <a:latin typeface="Arial" panose="020B0604020202020204" pitchFamily="34" charset="0"/>
                <a:cs typeface="Arial" panose="020B0604020202020204" pitchFamily="34" charset="0"/>
              </a:rPr>
              <a:t>Aplikasi berada pada lapisan terluar dari Arsitektur Android. Pengguna Android pasti akan berinteraksi dengan lapisan ini untuk fungsi umum seperti menelepon, mengakses website, dll. </a:t>
            </a:r>
            <a:r>
              <a:rPr lang="en-ID" sz="2206" i="1" dirty="0" err="1">
                <a:solidFill>
                  <a:sysClr val="windowText" lastClr="000000"/>
                </a:solidFill>
                <a:latin typeface="Arial" panose="020B0604020202020204" pitchFamily="34" charset="0"/>
                <a:cs typeface="Arial" panose="020B0604020202020204" pitchFamily="34" charset="0"/>
              </a:rPr>
              <a:t>Develo</a:t>
            </a:r>
            <a:r>
              <a:rPr lang="en-ID" sz="2206" i="1" dirty="0">
                <a:solidFill>
                  <a:sysClr val="windowText" lastClr="000000"/>
                </a:solidFill>
                <a:latin typeface="Arial" panose="020B0604020202020204" pitchFamily="34" charset="0"/>
                <a:cs typeface="Arial" panose="020B0604020202020204" pitchFamily="34" charset="0"/>
              </a:rPr>
              <a:t>per</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dapat</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membuat</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aplikasinya</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untuk</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diinstal</a:t>
            </a:r>
            <a:r>
              <a:rPr lang="en-ID" sz="2206" dirty="0">
                <a:latin typeface="Arial" panose="020B0604020202020204" pitchFamily="34" charset="0"/>
                <a:cs typeface="Arial" panose="020B0604020202020204" pitchFamily="34" charset="0"/>
              </a:rPr>
              <a:t> pada </a:t>
            </a:r>
            <a:r>
              <a:rPr lang="en-ID" sz="2206" dirty="0" err="1">
                <a:latin typeface="Arial" panose="020B0604020202020204" pitchFamily="34" charset="0"/>
                <a:cs typeface="Arial" panose="020B0604020202020204" pitchFamily="34" charset="0"/>
              </a:rPr>
              <a:t>lapisan</a:t>
            </a:r>
            <a:r>
              <a:rPr lang="en-ID" sz="2206" dirty="0">
                <a:latin typeface="Arial" panose="020B0604020202020204" pitchFamily="34" charset="0"/>
                <a:cs typeface="Arial" panose="020B0604020202020204" pitchFamily="34" charset="0"/>
              </a:rPr>
              <a:t> </a:t>
            </a:r>
            <a:r>
              <a:rPr lang="en-ID" sz="2206" dirty="0" err="1">
                <a:latin typeface="Arial" panose="020B0604020202020204" pitchFamily="34" charset="0"/>
                <a:cs typeface="Arial" panose="020B0604020202020204" pitchFamily="34" charset="0"/>
              </a:rPr>
              <a:t>ini</a:t>
            </a:r>
            <a:r>
              <a:rPr lang="en-ID" sz="2206" dirty="0">
                <a:latin typeface="Arial" panose="020B0604020202020204" pitchFamily="34" charset="0"/>
                <a:cs typeface="Arial" panose="020B0604020202020204" pitchFamily="34" charset="0"/>
              </a:rPr>
              <a:t> </a:t>
            </a:r>
            <a:endParaRPr lang="en-US" sz="2206" dirty="0">
              <a:solidFill>
                <a:sysClr val="windowText" lastClr="000000"/>
              </a:solidFill>
              <a:latin typeface="Arial" panose="020B0604020202020204" pitchFamily="34" charset="0"/>
              <a:cs typeface="Arial" panose="020B0604020202020204" pitchFamily="34" charset="0"/>
            </a:endParaRPr>
          </a:p>
          <a:p>
            <a:pPr marL="0" indent="0" algn="just" defTabSz="504200" fontAlgn="base">
              <a:spcAft>
                <a:spcPts val="662"/>
              </a:spcAft>
              <a:buClr>
                <a:srgbClr val="30ACEC">
                  <a:lumMod val="75000"/>
                </a:srgbClr>
              </a:buClr>
              <a:buNone/>
              <a:defRPr/>
            </a:pPr>
            <a:r>
              <a:rPr lang="id-ID" sz="2206" dirty="0">
                <a:solidFill>
                  <a:sysClr val="windowText" lastClr="000000"/>
                </a:solidFill>
                <a:latin typeface="Arial" panose="020B0604020202020204" pitchFamily="34" charset="0"/>
                <a:cs typeface="Arial" panose="020B0604020202020204" pitchFamily="34" charset="0"/>
              </a:rPr>
              <a:t>Beberapa aplikasi standar yang pasti ada pada setiap perangkat, seperti:</a:t>
            </a:r>
          </a:p>
          <a:p>
            <a:pPr marL="315125" indent="-315125" defTabSz="504200" fontAlgn="base">
              <a:spcAft>
                <a:spcPts val="662"/>
              </a:spcAft>
              <a:buClr>
                <a:srgbClr val="30ACEC">
                  <a:lumMod val="75000"/>
                </a:srgbClr>
              </a:buClr>
              <a:defRPr/>
            </a:pPr>
            <a:r>
              <a:rPr lang="id-ID" sz="2206" dirty="0">
                <a:solidFill>
                  <a:sysClr val="windowText" lastClr="000000"/>
                </a:solidFill>
                <a:latin typeface="Arial" panose="020B0604020202020204" pitchFamily="34" charset="0"/>
                <a:cs typeface="Arial" panose="020B0604020202020204" pitchFamily="34" charset="0"/>
              </a:rPr>
              <a:t>Aplikasi SMS</a:t>
            </a:r>
          </a:p>
          <a:p>
            <a:pPr marL="315125" indent="-315125" defTabSz="504200" fontAlgn="base">
              <a:spcAft>
                <a:spcPts val="662"/>
              </a:spcAft>
              <a:buClr>
                <a:srgbClr val="30ACEC">
                  <a:lumMod val="75000"/>
                </a:srgbClr>
              </a:buClr>
              <a:defRPr/>
            </a:pPr>
            <a:r>
              <a:rPr lang="id-ID" sz="2206" dirty="0">
                <a:solidFill>
                  <a:sysClr val="windowText" lastClr="000000"/>
                </a:solidFill>
                <a:latin typeface="Arial" panose="020B0604020202020204" pitchFamily="34" charset="0"/>
                <a:cs typeface="Arial" panose="020B0604020202020204" pitchFamily="34" charset="0"/>
              </a:rPr>
              <a:t>Kalender</a:t>
            </a:r>
          </a:p>
          <a:p>
            <a:pPr marL="315125" indent="-315125" defTabSz="504200" fontAlgn="base">
              <a:spcAft>
                <a:spcPts val="662"/>
              </a:spcAft>
              <a:buClr>
                <a:srgbClr val="30ACEC">
                  <a:lumMod val="75000"/>
                </a:srgbClr>
              </a:buClr>
              <a:defRPr/>
            </a:pPr>
            <a:r>
              <a:rPr lang="id-ID" sz="2206" dirty="0">
                <a:solidFill>
                  <a:sysClr val="windowText" lastClr="000000"/>
                </a:solidFill>
                <a:latin typeface="Arial" panose="020B0604020202020204" pitchFamily="34" charset="0"/>
                <a:cs typeface="Arial" panose="020B0604020202020204" pitchFamily="34" charset="0"/>
              </a:rPr>
              <a:t>Web Browser</a:t>
            </a:r>
          </a:p>
          <a:p>
            <a:pPr marL="315125" indent="-315125" defTabSz="504200" fontAlgn="base">
              <a:spcAft>
                <a:spcPts val="662"/>
              </a:spcAft>
              <a:buClr>
                <a:srgbClr val="30ACEC">
                  <a:lumMod val="75000"/>
                </a:srgbClr>
              </a:buClr>
              <a:defRPr/>
            </a:pPr>
            <a:r>
              <a:rPr lang="id-ID" sz="2206" dirty="0">
                <a:solidFill>
                  <a:sysClr val="windowText" lastClr="000000"/>
                </a:solidFill>
                <a:latin typeface="Arial" panose="020B0604020202020204" pitchFamily="34" charset="0"/>
                <a:cs typeface="Arial" panose="020B0604020202020204" pitchFamily="34" charset="0"/>
              </a:rPr>
              <a:t>Contact Manager</a:t>
            </a:r>
          </a:p>
          <a:p>
            <a:pPr marL="315125" indent="-315125" defTabSz="504200">
              <a:spcAft>
                <a:spcPts val="662"/>
              </a:spcAft>
              <a:buClr>
                <a:srgbClr val="30ACEC">
                  <a:lumMod val="75000"/>
                </a:srgbClr>
              </a:buClr>
              <a:defRPr/>
            </a:pPr>
            <a:endParaRPr lang="id-ID" sz="2206" dirty="0">
              <a:solidFill>
                <a:sysClr val="windowText" lastClr="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9080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08593-400E-8F83-1747-2A4B9DB3665A}"/>
              </a:ext>
            </a:extLst>
          </p:cNvPr>
          <p:cNvSpPr>
            <a:spLocks noGrp="1"/>
          </p:cNvSpPr>
          <p:nvPr>
            <p:ph type="title"/>
          </p:nvPr>
        </p:nvSpPr>
        <p:spPr/>
        <p:txBody>
          <a:bodyPr/>
          <a:lstStyle/>
          <a:p>
            <a:r>
              <a:rPr lang="en-US" dirty="0" err="1"/>
              <a:t>Tugas</a:t>
            </a:r>
            <a:endParaRPr lang="id-ID" dirty="0"/>
          </a:p>
        </p:txBody>
      </p:sp>
      <p:sp>
        <p:nvSpPr>
          <p:cNvPr id="3" name="Content Placeholder 2">
            <a:extLst>
              <a:ext uri="{FF2B5EF4-FFF2-40B4-BE49-F238E27FC236}">
                <a16:creationId xmlns:a16="http://schemas.microsoft.com/office/drawing/2014/main" id="{0FA257F7-4C70-9322-C285-3420FDC4448D}"/>
              </a:ext>
            </a:extLst>
          </p:cNvPr>
          <p:cNvSpPr>
            <a:spLocks noGrp="1"/>
          </p:cNvSpPr>
          <p:nvPr>
            <p:ph idx="1"/>
          </p:nvPr>
        </p:nvSpPr>
        <p:spPr/>
        <p:txBody>
          <a:bodyPr/>
          <a:lstStyle/>
          <a:p>
            <a:pPr marL="457200" indent="-457200" algn="just">
              <a:buFont typeface="+mj-lt"/>
              <a:buAutoNum type="arabicPeriod"/>
            </a:pPr>
            <a:r>
              <a:rPr lang="id-ID" sz="2400" spc="-5" dirty="0">
                <a:effectLst/>
                <a:latin typeface="Arial" panose="020B0604020202020204" pitchFamily="34" charset="0"/>
                <a:ea typeface="Roboto" panose="02000000000000000000" pitchFamily="2" charset="0"/>
                <a:cs typeface="Arial" panose="020B0604020202020204" pitchFamily="34" charset="0"/>
              </a:rPr>
              <a:t>Selain Android dan iOS terdapat beberapa</a:t>
            </a:r>
            <a:r>
              <a:rPr lang="id-ID" sz="2400" spc="200" dirty="0">
                <a:effectLst/>
                <a:latin typeface="Arial" panose="020B0604020202020204" pitchFamily="34" charset="0"/>
                <a:ea typeface="Roboto" panose="02000000000000000000" pitchFamily="2" charset="0"/>
                <a:cs typeface="Arial" panose="020B0604020202020204" pitchFamily="34" charset="0"/>
              </a:rPr>
              <a:t> </a:t>
            </a:r>
            <a:r>
              <a:rPr lang="id-ID" sz="2400" spc="-5" dirty="0">
                <a:effectLst/>
                <a:latin typeface="Arial" panose="020B0604020202020204" pitchFamily="34" charset="0"/>
                <a:ea typeface="Roboto" panose="02000000000000000000" pitchFamily="2" charset="0"/>
                <a:cs typeface="Arial" panose="020B0604020202020204" pitchFamily="34" charset="0"/>
              </a:rPr>
              <a:t>platform sistem operasi yang pernah populer, </a:t>
            </a:r>
            <a:r>
              <a:rPr lang="id-ID" sz="2400" spc="-5" dirty="0" err="1">
                <a:effectLst/>
                <a:latin typeface="Arial" panose="020B0604020202020204" pitchFamily="34" charset="0"/>
                <a:ea typeface="Roboto" panose="02000000000000000000" pitchFamily="2" charset="0"/>
                <a:cs typeface="Arial" panose="020B0604020202020204" pitchFamily="34" charset="0"/>
              </a:rPr>
              <a:t>diantaranya</a:t>
            </a:r>
            <a:r>
              <a:rPr lang="id-ID" sz="2400" spc="-5" dirty="0">
                <a:effectLst/>
                <a:latin typeface="Arial" panose="020B0604020202020204" pitchFamily="34" charset="0"/>
                <a:ea typeface="Roboto" panose="02000000000000000000" pitchFamily="2" charset="0"/>
                <a:cs typeface="Arial" panose="020B0604020202020204" pitchFamily="34" charset="0"/>
              </a:rPr>
              <a:t> adalah </a:t>
            </a:r>
            <a:r>
              <a:rPr lang="id-ID" sz="2400" spc="-5" dirty="0" err="1">
                <a:effectLst/>
                <a:latin typeface="Arial" panose="020B0604020202020204" pitchFamily="34" charset="0"/>
                <a:ea typeface="Roboto" panose="02000000000000000000" pitchFamily="2" charset="0"/>
                <a:cs typeface="Arial" panose="020B0604020202020204" pitchFamily="34" charset="0"/>
              </a:rPr>
              <a:t>Symbian</a:t>
            </a:r>
            <a:r>
              <a:rPr lang="id-ID" sz="2400" spc="-5" dirty="0">
                <a:effectLst/>
                <a:latin typeface="Arial" panose="020B0604020202020204" pitchFamily="34" charset="0"/>
                <a:ea typeface="Roboto" panose="02000000000000000000" pitchFamily="2" charset="0"/>
                <a:cs typeface="Arial" panose="020B0604020202020204" pitchFamily="34" charset="0"/>
              </a:rPr>
              <a:t>, Blackberry, dan Windows </a:t>
            </a:r>
            <a:r>
              <a:rPr lang="id-ID" sz="2400" spc="-5" dirty="0" err="1">
                <a:effectLst/>
                <a:latin typeface="Arial" panose="020B0604020202020204" pitchFamily="34" charset="0"/>
                <a:ea typeface="Roboto" panose="02000000000000000000" pitchFamily="2" charset="0"/>
                <a:cs typeface="Arial" panose="020B0604020202020204" pitchFamily="34" charset="0"/>
              </a:rPr>
              <a:t>Phone</a:t>
            </a:r>
            <a:r>
              <a:rPr lang="id-ID" sz="2400" spc="-5" dirty="0">
                <a:effectLst/>
                <a:latin typeface="Arial" panose="020B0604020202020204" pitchFamily="34" charset="0"/>
                <a:ea typeface="Roboto" panose="02000000000000000000" pitchFamily="2" charset="0"/>
                <a:cs typeface="Arial" panose="020B0604020202020204" pitchFamily="34" charset="0"/>
              </a:rPr>
              <a:t>. Berikan analisis mengapa platform – platform tersebut kalah bersaing dari Android dan iOS</a:t>
            </a:r>
            <a:r>
              <a:rPr lang="en-US" sz="2400" spc="-5" dirty="0">
                <a:effectLst/>
                <a:latin typeface="Arial" panose="020B0604020202020204" pitchFamily="34" charset="0"/>
                <a:ea typeface="Roboto" panose="02000000000000000000" pitchFamily="2" charset="0"/>
                <a:cs typeface="Arial" panose="020B0604020202020204" pitchFamily="34" charset="0"/>
              </a:rPr>
              <a:t>.</a:t>
            </a:r>
          </a:p>
          <a:p>
            <a:pPr marL="457200" indent="-457200" algn="just">
              <a:buFont typeface="+mj-lt"/>
              <a:buAutoNum type="arabicPeriod"/>
            </a:pPr>
            <a:r>
              <a:rPr lang="en-US" sz="2400" spc="-5" dirty="0" err="1">
                <a:latin typeface="Arial" panose="020B0604020202020204" pitchFamily="34" charset="0"/>
                <a:ea typeface="Roboto" panose="02000000000000000000" pitchFamily="2" charset="0"/>
                <a:cs typeface="Arial" panose="020B0604020202020204" pitchFamily="34" charset="0"/>
              </a:rPr>
              <a:t>Untuk</a:t>
            </a:r>
            <a:r>
              <a:rPr lang="en-US" sz="2400" spc="-5" dirty="0">
                <a:latin typeface="Arial" panose="020B0604020202020204" pitchFamily="34" charset="0"/>
                <a:ea typeface="Roboto" panose="02000000000000000000" pitchFamily="2" charset="0"/>
                <a:cs typeface="Arial" panose="020B0604020202020204" pitchFamily="34" charset="0"/>
              </a:rPr>
              <a:t> </a:t>
            </a:r>
            <a:r>
              <a:rPr lang="en-US" sz="2400" spc="-5" dirty="0" err="1">
                <a:latin typeface="Arial" panose="020B0604020202020204" pitchFamily="34" charset="0"/>
                <a:ea typeface="Roboto" panose="02000000000000000000" pitchFamily="2" charset="0"/>
                <a:cs typeface="Arial" panose="020B0604020202020204" pitchFamily="34" charset="0"/>
              </a:rPr>
              <a:t>pemakaian</a:t>
            </a:r>
            <a:r>
              <a:rPr lang="en-US" sz="2400" spc="-5" dirty="0">
                <a:latin typeface="Arial" panose="020B0604020202020204" pitchFamily="34" charset="0"/>
                <a:ea typeface="Roboto" panose="02000000000000000000" pitchFamily="2" charset="0"/>
                <a:cs typeface="Arial" panose="020B0604020202020204" pitchFamily="34" charset="0"/>
              </a:rPr>
              <a:t> </a:t>
            </a:r>
            <a:r>
              <a:rPr lang="en-US" sz="2400" spc="-5" dirty="0" err="1">
                <a:latin typeface="Arial" panose="020B0604020202020204" pitchFamily="34" charset="0"/>
                <a:ea typeface="Roboto" panose="02000000000000000000" pitchFamily="2" charset="0"/>
                <a:cs typeface="Arial" panose="020B0604020202020204" pitchFamily="34" charset="0"/>
              </a:rPr>
              <a:t>jangka</a:t>
            </a:r>
            <a:r>
              <a:rPr lang="en-US" sz="2400" spc="-5" dirty="0">
                <a:latin typeface="Arial" panose="020B0604020202020204" pitchFamily="34" charset="0"/>
                <a:ea typeface="Roboto" panose="02000000000000000000" pitchFamily="2" charset="0"/>
                <a:cs typeface="Arial" panose="020B0604020202020204" pitchFamily="34" charset="0"/>
              </a:rPr>
              <a:t> lama (&gt;=5 </a:t>
            </a:r>
            <a:r>
              <a:rPr lang="en-US" sz="2400" spc="-5" dirty="0" err="1">
                <a:latin typeface="Arial" panose="020B0604020202020204" pitchFamily="34" charset="0"/>
                <a:ea typeface="Roboto" panose="02000000000000000000" pitchFamily="2" charset="0"/>
                <a:cs typeface="Arial" panose="020B0604020202020204" pitchFamily="34" charset="0"/>
              </a:rPr>
              <a:t>tahun</a:t>
            </a:r>
            <a:r>
              <a:rPr lang="en-US" sz="2400" spc="-5" dirty="0">
                <a:latin typeface="Arial" panose="020B0604020202020204" pitchFamily="34" charset="0"/>
                <a:ea typeface="Roboto" panose="02000000000000000000" pitchFamily="2" charset="0"/>
                <a:cs typeface="Arial" panose="020B0604020202020204" pitchFamily="34" charset="0"/>
              </a:rPr>
              <a:t>) </a:t>
            </a:r>
            <a:r>
              <a:rPr lang="en-US" sz="2400" spc="-5" dirty="0" err="1">
                <a:latin typeface="Arial" panose="020B0604020202020204" pitchFamily="34" charset="0"/>
                <a:ea typeface="Roboto" panose="02000000000000000000" pitchFamily="2" charset="0"/>
                <a:cs typeface="Arial" panose="020B0604020202020204" pitchFamily="34" charset="0"/>
              </a:rPr>
              <a:t>dengan</a:t>
            </a:r>
            <a:r>
              <a:rPr lang="en-US" sz="2400" spc="-5" dirty="0">
                <a:latin typeface="Arial" panose="020B0604020202020204" pitchFamily="34" charset="0"/>
                <a:ea typeface="Roboto" panose="02000000000000000000" pitchFamily="2" charset="0"/>
                <a:cs typeface="Arial" panose="020B0604020202020204" pitchFamily="34" charset="0"/>
              </a:rPr>
              <a:t> </a:t>
            </a:r>
            <a:r>
              <a:rPr lang="en-US" sz="2400" spc="-5" dirty="0" err="1">
                <a:latin typeface="Arial" panose="020B0604020202020204" pitchFamily="34" charset="0"/>
                <a:ea typeface="Roboto" panose="02000000000000000000" pitchFamily="2" charset="0"/>
                <a:cs typeface="Arial" panose="020B0604020202020204" pitchFamily="34" charset="0"/>
              </a:rPr>
              <a:t>harga</a:t>
            </a:r>
            <a:r>
              <a:rPr lang="en-US" sz="2400" spc="-5" dirty="0">
                <a:latin typeface="Arial" panose="020B0604020202020204" pitchFamily="34" charset="0"/>
                <a:ea typeface="Roboto" panose="02000000000000000000" pitchFamily="2" charset="0"/>
                <a:cs typeface="Arial" panose="020B0604020202020204" pitchFamily="34" charset="0"/>
              </a:rPr>
              <a:t> di range yang </a:t>
            </a:r>
            <a:r>
              <a:rPr lang="en-US" sz="2400" spc="-5" dirty="0" err="1">
                <a:latin typeface="Arial" panose="020B0604020202020204" pitchFamily="34" charset="0"/>
                <a:ea typeface="Roboto" panose="02000000000000000000" pitchFamily="2" charset="0"/>
                <a:cs typeface="Arial" panose="020B0604020202020204" pitchFamily="34" charset="0"/>
              </a:rPr>
              <a:t>sama</a:t>
            </a:r>
            <a:r>
              <a:rPr lang="en-US" sz="2400" spc="-5" dirty="0">
                <a:latin typeface="Arial" panose="020B0604020202020204" pitchFamily="34" charset="0"/>
                <a:ea typeface="Roboto" panose="02000000000000000000" pitchFamily="2" charset="0"/>
                <a:cs typeface="Arial" panose="020B0604020202020204" pitchFamily="34" charset="0"/>
              </a:rPr>
              <a:t> / </a:t>
            </a:r>
            <a:r>
              <a:rPr lang="en-US" sz="2400" spc="-5" dirty="0" err="1">
                <a:latin typeface="Arial" panose="020B0604020202020204" pitchFamily="34" charset="0"/>
                <a:ea typeface="Roboto" panose="02000000000000000000" pitchFamily="2" charset="0"/>
                <a:cs typeface="Arial" panose="020B0604020202020204" pitchFamily="34" charset="0"/>
              </a:rPr>
              <a:t>hampir</a:t>
            </a:r>
            <a:r>
              <a:rPr lang="en-US" sz="2400" spc="-5" dirty="0">
                <a:latin typeface="Arial" panose="020B0604020202020204" pitchFamily="34" charset="0"/>
                <a:ea typeface="Roboto" panose="02000000000000000000" pitchFamily="2" charset="0"/>
                <a:cs typeface="Arial" panose="020B0604020202020204" pitchFamily="34" charset="0"/>
              </a:rPr>
              <a:t> </a:t>
            </a:r>
            <a:r>
              <a:rPr lang="en-US" sz="2400" spc="-5" dirty="0" err="1">
                <a:latin typeface="Arial" panose="020B0604020202020204" pitchFamily="34" charset="0"/>
                <a:ea typeface="Roboto" panose="02000000000000000000" pitchFamily="2" charset="0"/>
                <a:cs typeface="Arial" panose="020B0604020202020204" pitchFamily="34" charset="0"/>
              </a:rPr>
              <a:t>sama</a:t>
            </a:r>
            <a:r>
              <a:rPr lang="en-US" sz="2400" spc="-5" dirty="0">
                <a:latin typeface="Arial" panose="020B0604020202020204" pitchFamily="34" charset="0"/>
                <a:ea typeface="Roboto" panose="02000000000000000000" pitchFamily="2" charset="0"/>
                <a:cs typeface="Arial" panose="020B0604020202020204" pitchFamily="34" charset="0"/>
              </a:rPr>
              <a:t>, </a:t>
            </a:r>
            <a:r>
              <a:rPr lang="en-US" sz="2400" spc="-5" dirty="0" err="1">
                <a:latin typeface="Arial" panose="020B0604020202020204" pitchFamily="34" charset="0"/>
                <a:ea typeface="Roboto" panose="02000000000000000000" pitchFamily="2" charset="0"/>
                <a:cs typeface="Arial" panose="020B0604020202020204" pitchFamily="34" charset="0"/>
              </a:rPr>
              <a:t>ponsel</a:t>
            </a:r>
            <a:r>
              <a:rPr lang="en-US" sz="2400" spc="-5" dirty="0">
                <a:latin typeface="Arial" panose="020B0604020202020204" pitchFamily="34" charset="0"/>
                <a:ea typeface="Roboto" panose="02000000000000000000" pitchFamily="2" charset="0"/>
                <a:cs typeface="Arial" panose="020B0604020202020204" pitchFamily="34" charset="0"/>
              </a:rPr>
              <a:t> </a:t>
            </a:r>
            <a:r>
              <a:rPr lang="en-US" sz="2400" spc="-5" dirty="0" err="1">
                <a:latin typeface="Arial" panose="020B0604020202020204" pitchFamily="34" charset="0"/>
                <a:ea typeface="Roboto" panose="02000000000000000000" pitchFamily="2" charset="0"/>
                <a:cs typeface="Arial" panose="020B0604020202020204" pitchFamily="34" charset="0"/>
              </a:rPr>
              <a:t>dengan</a:t>
            </a:r>
            <a:r>
              <a:rPr lang="en-US" sz="2400" spc="-5" dirty="0">
                <a:latin typeface="Arial" panose="020B0604020202020204" pitchFamily="34" charset="0"/>
                <a:ea typeface="Roboto" panose="02000000000000000000" pitchFamily="2" charset="0"/>
                <a:cs typeface="Arial" panose="020B0604020202020204" pitchFamily="34" charset="0"/>
              </a:rPr>
              <a:t> </a:t>
            </a:r>
            <a:r>
              <a:rPr lang="en-US" sz="2400" spc="-5" dirty="0" err="1">
                <a:latin typeface="Arial" panose="020B0604020202020204" pitchFamily="34" charset="0"/>
                <a:ea typeface="Roboto" panose="02000000000000000000" pitchFamily="2" charset="0"/>
                <a:cs typeface="Arial" panose="020B0604020202020204" pitchFamily="34" charset="0"/>
              </a:rPr>
              <a:t>sistem</a:t>
            </a:r>
            <a:r>
              <a:rPr lang="en-US" sz="2400" spc="-5" dirty="0">
                <a:latin typeface="Arial" panose="020B0604020202020204" pitchFamily="34" charset="0"/>
                <a:ea typeface="Roboto" panose="02000000000000000000" pitchFamily="2" charset="0"/>
                <a:cs typeface="Arial" panose="020B0604020202020204" pitchFamily="34" charset="0"/>
              </a:rPr>
              <a:t> </a:t>
            </a:r>
            <a:r>
              <a:rPr lang="en-US" sz="2400" spc="-5" dirty="0" err="1">
                <a:latin typeface="Arial" panose="020B0604020202020204" pitchFamily="34" charset="0"/>
                <a:ea typeface="Roboto" panose="02000000000000000000" pitchFamily="2" charset="0"/>
                <a:cs typeface="Arial" panose="020B0604020202020204" pitchFamily="34" charset="0"/>
              </a:rPr>
              <a:t>operasi</a:t>
            </a:r>
            <a:r>
              <a:rPr lang="en-US" sz="2400" spc="-5" dirty="0">
                <a:latin typeface="Arial" panose="020B0604020202020204" pitchFamily="34" charset="0"/>
                <a:ea typeface="Roboto" panose="02000000000000000000" pitchFamily="2" charset="0"/>
                <a:cs typeface="Arial" panose="020B0604020202020204" pitchFamily="34" charset="0"/>
              </a:rPr>
              <a:t> </a:t>
            </a:r>
            <a:r>
              <a:rPr lang="en-US" sz="2400" spc="-5" dirty="0" err="1">
                <a:latin typeface="Arial" panose="020B0604020202020204" pitchFamily="34" charset="0"/>
                <a:ea typeface="Roboto" panose="02000000000000000000" pitchFamily="2" charset="0"/>
                <a:cs typeface="Arial" panose="020B0604020202020204" pitchFamily="34" charset="0"/>
              </a:rPr>
              <a:t>apa</a:t>
            </a:r>
            <a:r>
              <a:rPr lang="en-US" sz="2400" spc="-5" dirty="0">
                <a:latin typeface="Arial" panose="020B0604020202020204" pitchFamily="34" charset="0"/>
                <a:ea typeface="Roboto" panose="02000000000000000000" pitchFamily="2" charset="0"/>
                <a:cs typeface="Arial" panose="020B0604020202020204" pitchFamily="34" charset="0"/>
              </a:rPr>
              <a:t> yang </a:t>
            </a:r>
            <a:r>
              <a:rPr lang="en-US" sz="2400" spc="-5" dirty="0" err="1">
                <a:latin typeface="Arial" panose="020B0604020202020204" pitchFamily="34" charset="0"/>
                <a:ea typeface="Roboto" panose="02000000000000000000" pitchFamily="2" charset="0"/>
                <a:cs typeface="Arial" panose="020B0604020202020204" pitchFamily="34" charset="0"/>
              </a:rPr>
              <a:t>akan</a:t>
            </a:r>
            <a:r>
              <a:rPr lang="en-US" sz="2400" spc="-5" dirty="0">
                <a:latin typeface="Arial" panose="020B0604020202020204" pitchFamily="34" charset="0"/>
                <a:ea typeface="Roboto" panose="02000000000000000000" pitchFamily="2" charset="0"/>
                <a:cs typeface="Arial" panose="020B0604020202020204" pitchFamily="34" charset="0"/>
              </a:rPr>
              <a:t> Anda </a:t>
            </a:r>
            <a:r>
              <a:rPr lang="en-US" sz="2400" spc="-5" dirty="0" err="1">
                <a:latin typeface="Arial" panose="020B0604020202020204" pitchFamily="34" charset="0"/>
                <a:ea typeface="Roboto" panose="02000000000000000000" pitchFamily="2" charset="0"/>
                <a:cs typeface="Arial" panose="020B0604020202020204" pitchFamily="34" charset="0"/>
              </a:rPr>
              <a:t>rekomendasikan</a:t>
            </a:r>
            <a:r>
              <a:rPr lang="en-US" sz="2400" spc="-5" dirty="0">
                <a:latin typeface="Arial" panose="020B0604020202020204" pitchFamily="34" charset="0"/>
                <a:ea typeface="Roboto" panose="02000000000000000000" pitchFamily="2" charset="0"/>
                <a:cs typeface="Arial" panose="020B0604020202020204" pitchFamily="34" charset="0"/>
              </a:rPr>
              <a:t>? </a:t>
            </a:r>
            <a:r>
              <a:rPr lang="en-US" sz="2400" spc="-5" dirty="0" err="1">
                <a:latin typeface="Arial" panose="020B0604020202020204" pitchFamily="34" charset="0"/>
                <a:ea typeface="Roboto" panose="02000000000000000000" pitchFamily="2" charset="0"/>
                <a:cs typeface="Arial" panose="020B0604020202020204" pitchFamily="34" charset="0"/>
              </a:rPr>
              <a:t>Berikan</a:t>
            </a:r>
            <a:r>
              <a:rPr lang="en-US" sz="2400" spc="-5" dirty="0">
                <a:latin typeface="Arial" panose="020B0604020202020204" pitchFamily="34" charset="0"/>
                <a:ea typeface="Roboto" panose="02000000000000000000" pitchFamily="2" charset="0"/>
                <a:cs typeface="Arial" panose="020B0604020202020204" pitchFamily="34" charset="0"/>
              </a:rPr>
              <a:t> </a:t>
            </a:r>
            <a:r>
              <a:rPr lang="en-US" sz="2400" spc="-5" dirty="0" err="1">
                <a:latin typeface="Arial" panose="020B0604020202020204" pitchFamily="34" charset="0"/>
                <a:ea typeface="Roboto" panose="02000000000000000000" pitchFamily="2" charset="0"/>
                <a:cs typeface="Arial" panose="020B0604020202020204" pitchFamily="34" charset="0"/>
              </a:rPr>
              <a:t>analisis</a:t>
            </a:r>
            <a:r>
              <a:rPr lang="en-US" sz="2400" spc="-5" dirty="0">
                <a:latin typeface="Arial" panose="020B0604020202020204" pitchFamily="34" charset="0"/>
                <a:ea typeface="Roboto" panose="02000000000000000000" pitchFamily="2" charset="0"/>
                <a:cs typeface="Arial" panose="020B0604020202020204" pitchFamily="34" charset="0"/>
              </a:rPr>
              <a:t> yang </a:t>
            </a:r>
            <a:r>
              <a:rPr lang="en-US" sz="2400" spc="-5" dirty="0" err="1">
                <a:latin typeface="Arial" panose="020B0604020202020204" pitchFamily="34" charset="0"/>
                <a:ea typeface="Roboto" panose="02000000000000000000" pitchFamily="2" charset="0"/>
                <a:cs typeface="Arial" panose="020B0604020202020204" pitchFamily="34" charset="0"/>
              </a:rPr>
              <a:t>menguatkan</a:t>
            </a:r>
            <a:r>
              <a:rPr lang="en-US" sz="2400" spc="-5" dirty="0">
                <a:latin typeface="Arial" panose="020B0604020202020204" pitchFamily="34" charset="0"/>
                <a:ea typeface="Roboto" panose="02000000000000000000" pitchFamily="2" charset="0"/>
                <a:cs typeface="Arial" panose="020B0604020202020204" pitchFamily="34" charset="0"/>
              </a:rPr>
              <a:t> </a:t>
            </a:r>
            <a:r>
              <a:rPr lang="en-US" sz="2400" spc="-5" dirty="0" err="1">
                <a:latin typeface="Arial" panose="020B0604020202020204" pitchFamily="34" charset="0"/>
                <a:ea typeface="Roboto" panose="02000000000000000000" pitchFamily="2" charset="0"/>
                <a:cs typeface="Arial" panose="020B0604020202020204" pitchFamily="34" charset="0"/>
              </a:rPr>
              <a:t>argumen</a:t>
            </a:r>
            <a:r>
              <a:rPr lang="en-US" sz="2400" spc="-5">
                <a:latin typeface="Arial" panose="020B0604020202020204" pitchFamily="34" charset="0"/>
                <a:ea typeface="Roboto" panose="02000000000000000000" pitchFamily="2" charset="0"/>
                <a:cs typeface="Arial" panose="020B0604020202020204" pitchFamily="34" charset="0"/>
              </a:rPr>
              <a:t> Anda.</a:t>
            </a:r>
            <a:endParaRPr lang="en-US" sz="2400" spc="-5" dirty="0">
              <a:effectLst/>
              <a:latin typeface="Arial" panose="020B0604020202020204" pitchFamily="34" charset="0"/>
              <a:ea typeface="Roboto" panose="02000000000000000000" pitchFamily="2" charset="0"/>
              <a:cs typeface="Arial" panose="020B0604020202020204" pitchFamily="34" charset="0"/>
            </a:endParaRPr>
          </a:p>
          <a:p>
            <a:pPr marL="457200" indent="-457200" algn="just">
              <a:buFont typeface="+mj-lt"/>
              <a:buAutoNum type="arabicPeriod"/>
            </a:pPr>
            <a:endParaRPr lang="en-US" sz="2400" spc="-5" dirty="0">
              <a:effectLst/>
              <a:latin typeface="Arial" panose="020B0604020202020204" pitchFamily="34" charset="0"/>
              <a:ea typeface="Roboto" panose="02000000000000000000" pitchFamily="2" charset="0"/>
              <a:cs typeface="Arial" panose="020B0604020202020204" pitchFamily="34" charset="0"/>
            </a:endParaRPr>
          </a:p>
        </p:txBody>
      </p:sp>
    </p:spTree>
    <p:extLst>
      <p:ext uri="{BB962C8B-B14F-4D97-AF65-F5344CB8AC3E}">
        <p14:creationId xmlns:p14="http://schemas.microsoft.com/office/powerpoint/2010/main" val="39984296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4312" y="847129"/>
            <a:ext cx="11595915" cy="572849"/>
          </a:xfrm>
          <a:prstGeom prst="rect">
            <a:avLst/>
          </a:prstGeom>
        </p:spPr>
        <p:txBody>
          <a:bodyPr vert="horz" wrap="square" lIns="0" tIns="12700" rIns="0" bIns="0" rtlCol="0" anchor="ctr">
            <a:spAutoFit/>
          </a:bodyPr>
          <a:lstStyle/>
          <a:p>
            <a:pPr marL="2367221">
              <a:lnSpc>
                <a:spcPct val="100000"/>
              </a:lnSpc>
              <a:spcBef>
                <a:spcPts val="100"/>
              </a:spcBef>
            </a:pPr>
            <a:r>
              <a:rPr spc="-10" dirty="0"/>
              <a:t>Referensi</a:t>
            </a:r>
          </a:p>
        </p:txBody>
      </p:sp>
      <p:sp>
        <p:nvSpPr>
          <p:cNvPr id="9" name="TextBox 8">
            <a:extLst>
              <a:ext uri="{FF2B5EF4-FFF2-40B4-BE49-F238E27FC236}">
                <a16:creationId xmlns:a16="http://schemas.microsoft.com/office/drawing/2014/main" id="{FB4ECF6F-BF03-2F5C-79C5-09D806BC9CFE}"/>
              </a:ext>
            </a:extLst>
          </p:cNvPr>
          <p:cNvSpPr txBox="1"/>
          <p:nvPr/>
        </p:nvSpPr>
        <p:spPr>
          <a:xfrm>
            <a:off x="774700" y="1876425"/>
            <a:ext cx="8686800"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a:t>https://www.computerhope.com/issues/ch001398.htm</a:t>
            </a:r>
          </a:p>
          <a:p>
            <a:pPr marL="285750" indent="-285750">
              <a:buFont typeface="Arial" panose="020B0604020202020204" pitchFamily="34" charset="0"/>
              <a:buChar char="•"/>
            </a:pPr>
            <a:r>
              <a:rPr lang="en-US" sz="2000" dirty="0"/>
              <a:t>https://www.paradoxlabs.com/blog/mobile-vs-desk top-10-key-diferences/</a:t>
            </a:r>
          </a:p>
          <a:p>
            <a:pPr marL="285750" indent="-285750">
              <a:buFont typeface="Arial" panose="020B0604020202020204" pitchFamily="34" charset="0"/>
              <a:buChar char="•"/>
            </a:pPr>
            <a:r>
              <a:rPr lang="en-US" sz="2000" dirty="0"/>
              <a:t>http://www.knowyourmobile.com/nokia/nokia-3310/19848/history-mobile-phones-1973-2008-hands </a:t>
            </a:r>
            <a:r>
              <a:rPr lang="en-US" sz="2000" dirty="0" err="1"/>
              <a:t>ets</a:t>
            </a:r>
            <a:r>
              <a:rPr lang="en-US" sz="2000" dirty="0"/>
              <a:t>-made-it-all-happen</a:t>
            </a:r>
          </a:p>
          <a:p>
            <a:pPr marL="285750" indent="-285750">
              <a:buFont typeface="Arial" panose="020B0604020202020204" pitchFamily="34" charset="0"/>
              <a:buChar char="•"/>
            </a:pPr>
            <a:r>
              <a:rPr lang="en-US" sz="2000" dirty="0"/>
              <a:t>https://gs.statcounter.com/os-market-share/mobile/worldwide/#monthly-202401-202412-bar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488</TotalTime>
  <Words>2101</Words>
  <Application>Microsoft Office PowerPoint</Application>
  <PresentationFormat>Custom</PresentationFormat>
  <Paragraphs>274</Paragraphs>
  <Slides>33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Aptos</vt:lpstr>
      <vt:lpstr>Aptos Display</vt:lpstr>
      <vt:lpstr>Arial</vt:lpstr>
      <vt:lpstr>Calibri</vt:lpstr>
      <vt:lpstr>OpenSymbol</vt:lpstr>
      <vt:lpstr>Wingdings</vt:lpstr>
      <vt:lpstr>Office Theme</vt:lpstr>
      <vt:lpstr>Perkembangan Perangkat Mobile dan Sistem Operasinya</vt:lpstr>
      <vt:lpstr>Sejarah Perkembangan Perangkat Mobile</vt:lpstr>
      <vt:lpstr>Teknologi 0G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Pemrograman Mobile</vt:lpstr>
      <vt:lpstr> Sistem Operasi Perangkat Mobile </vt:lpstr>
      <vt:lpstr>Kelebihan dan Kekurangan Sistem Operasi Mobile </vt:lpstr>
      <vt:lpstr>Overview Platform OS Mobile</vt:lpstr>
      <vt:lpstr>Windows Phone</vt:lpstr>
      <vt:lpstr>Windows 10 Mobile</vt:lpstr>
      <vt:lpstr>iOS</vt:lpstr>
      <vt:lpstr>Android</vt:lpstr>
      <vt:lpstr>Arsitektur Sistem Operasi Mobile Android</vt:lpstr>
      <vt:lpstr>PowerPoint Presentation</vt:lpstr>
      <vt:lpstr>PowerPoint Presentation</vt:lpstr>
      <vt:lpstr>PowerPoint Presentation</vt:lpstr>
      <vt:lpstr>PowerPoint Presentation</vt:lpstr>
      <vt:lpstr>PowerPoint Presentation</vt:lpstr>
      <vt:lpstr>PowerPoint Presentation</vt:lpstr>
      <vt:lpstr>Tugas</vt:lpstr>
      <vt:lpstr>Referensi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Arif Rohmadi</cp:lastModifiedBy>
  <cp:revision>148</cp:revision>
  <dcterms:created xsi:type="dcterms:W3CDTF">2025-02-23T05:51:14Z</dcterms:created>
  <dcterms:modified xsi:type="dcterms:W3CDTF">2025-02-23T14:03:06Z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2017-09-07T00:00:00Z</vt:filetime>
  </property>
  <property fmtid="{D5CDD505-2E9C-101B-9397-08002B2CF9AE}" pid="3" name="Creator">
    <vt:lpwstr>Impress</vt:lpwstr>
  </property>
  <property fmtid="{D5CDD505-2E9C-101B-9397-08002B2CF9AE}" pid="4" name="Producer">
    <vt:lpwstr>LibreOffice 5.4</vt:lpwstr>
  </property>
  <property fmtid="{D5CDD505-2E9C-101B-9397-08002B2CF9AE}" pid="5" name="LastSaved">
    <vt:filetime>2017-09-07T00:00:00Z</vt:filetime>
  </property>
</Properties>
</file>