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78" r:id="rId2"/>
    <p:sldId id="352" r:id="rId3"/>
    <p:sldId id="354" r:id="rId4"/>
    <p:sldId id="397" r:id="rId5"/>
    <p:sldId id="396" r:id="rId6"/>
    <p:sldId id="408" r:id="rId7"/>
    <p:sldId id="403" r:id="rId8"/>
    <p:sldId id="365" r:id="rId9"/>
    <p:sldId id="364" r:id="rId10"/>
    <p:sldId id="366" r:id="rId11"/>
    <p:sldId id="367" r:id="rId12"/>
    <p:sldId id="368" r:id="rId13"/>
    <p:sldId id="370" r:id="rId14"/>
    <p:sldId id="371" r:id="rId15"/>
    <p:sldId id="398" r:id="rId16"/>
    <p:sldId id="399" r:id="rId17"/>
    <p:sldId id="400" r:id="rId18"/>
    <p:sldId id="410" r:id="rId19"/>
    <p:sldId id="405" r:id="rId20"/>
    <p:sldId id="404" r:id="rId21"/>
    <p:sldId id="406" r:id="rId22"/>
    <p:sldId id="407" r:id="rId23"/>
    <p:sldId id="411" r:id="rId24"/>
    <p:sldId id="412" r:id="rId25"/>
    <p:sldId id="413" r:id="rId26"/>
    <p:sldId id="409" r:id="rId27"/>
    <p:sldId id="395" r:id="rId28"/>
    <p:sldId id="414" r:id="rId29"/>
    <p:sldId id="353" r:id="rId30"/>
    <p:sldId id="416" r:id="rId31"/>
  </p:sldIdLst>
  <p:sldSz cx="12192000" cy="6858000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92A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660"/>
  </p:normalViewPr>
  <p:slideViewPr>
    <p:cSldViewPr>
      <p:cViewPr varScale="1">
        <p:scale>
          <a:sx n="77" d="100"/>
          <a:sy n="77" d="100"/>
        </p:scale>
        <p:origin x="21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2796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harto" userId="26dbef6a-cfea-4e24-8e0c-5099cdaa68f0" providerId="ADAL" clId="{133A5E22-E4BF-4FFE-96D4-00AF0450220C}"/>
    <pc:docChg chg="delSld">
      <pc:chgData name="wiharto" userId="26dbef6a-cfea-4e24-8e0c-5099cdaa68f0" providerId="ADAL" clId="{133A5E22-E4BF-4FFE-96D4-00AF0450220C}" dt="2024-03-13T00:50:08.600" v="0" actId="47"/>
      <pc:docMkLst>
        <pc:docMk/>
      </pc:docMkLst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598017724" sldId="34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45503197" sldId="41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386759792" sldId="41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244220073" sldId="41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674817789" sldId="42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097170939" sldId="42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031818427" sldId="42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974071774" sldId="42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031160825" sldId="42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645752624" sldId="42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340655066" sldId="42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286228375" sldId="42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849980573" sldId="42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773111266" sldId="42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205825314" sldId="43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172007342" sldId="43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187292741" sldId="43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496191482" sldId="43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195318250" sldId="43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905550792" sldId="43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465664409" sldId="43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932918635" sldId="43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369139575" sldId="43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624342653" sldId="43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710054419" sldId="44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462492438" sldId="44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698666197" sldId="44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549249743" sldId="44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834849291" sldId="44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350787948" sldId="44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781885127" sldId="44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165721542" sldId="44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232280746" sldId="44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756627107" sldId="44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327139942" sldId="45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863367491" sldId="45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45397520" sldId="45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522937712" sldId="45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904560792" sldId="45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105360947" sldId="45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909218199" sldId="45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920314420" sldId="45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845515734" sldId="45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966512222" sldId="45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750499584" sldId="46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4023074392" sldId="46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74541701" sldId="46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4202823189" sldId="46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926444833" sldId="46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40513887" sldId="46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908096199" sldId="46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622088429" sldId="467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606516997" sldId="468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975416117" sldId="469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699316978" sldId="470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652253718" sldId="471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64987330" sldId="472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998451452" sldId="473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2947850464" sldId="474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3904014580" sldId="475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740042515" sldId="476"/>
        </pc:sldMkLst>
      </pc:sldChg>
      <pc:sldChg chg="del">
        <pc:chgData name="wiharto" userId="26dbef6a-cfea-4e24-8e0c-5099cdaa68f0" providerId="ADAL" clId="{133A5E22-E4BF-4FFE-96D4-00AF0450220C}" dt="2024-03-13T00:50:08.600" v="0" actId="47"/>
        <pc:sldMkLst>
          <pc:docMk/>
          <pc:sldMk cId="1718590878" sldId="477"/>
        </pc:sldMkLst>
      </pc:sldChg>
    </pc:docChg>
  </pc:docChgLst>
  <pc:docChgLst>
    <pc:chgData name="wiharto" userId="26dbef6a-cfea-4e24-8e0c-5099cdaa68f0" providerId="ADAL" clId="{DCCC4A8A-02D3-4148-B4D7-3BA181858451}"/>
    <pc:docChg chg="undo custSel addSld delSld modSld sldOrd modMainMaster">
      <pc:chgData name="wiharto" userId="26dbef6a-cfea-4e24-8e0c-5099cdaa68f0" providerId="ADAL" clId="{DCCC4A8A-02D3-4148-B4D7-3BA181858451}" dt="2024-02-20T05:28:37.604" v="309" actId="207"/>
      <pc:docMkLst>
        <pc:docMk/>
      </pc:docMkLst>
      <pc:sldChg chg="del ord">
        <pc:chgData name="wiharto" userId="26dbef6a-cfea-4e24-8e0c-5099cdaa68f0" providerId="ADAL" clId="{DCCC4A8A-02D3-4148-B4D7-3BA181858451}" dt="2024-02-18T13:24:28.515" v="14" actId="47"/>
        <pc:sldMkLst>
          <pc:docMk/>
          <pc:sldMk cId="517058710" sldId="324"/>
        </pc:sldMkLst>
      </pc:sldChg>
      <pc:sldChg chg="add del">
        <pc:chgData name="wiharto" userId="26dbef6a-cfea-4e24-8e0c-5099cdaa68f0" providerId="ADAL" clId="{DCCC4A8A-02D3-4148-B4D7-3BA181858451}" dt="2024-02-18T14:03:22.821" v="146"/>
        <pc:sldMkLst>
          <pc:docMk/>
          <pc:sldMk cId="598017724" sldId="348"/>
        </pc:sldMkLst>
      </pc:sldChg>
      <pc:sldChg chg="del">
        <pc:chgData name="wiharto" userId="26dbef6a-cfea-4e24-8e0c-5099cdaa68f0" providerId="ADAL" clId="{DCCC4A8A-02D3-4148-B4D7-3BA181858451}" dt="2024-02-18T13:24:28.515" v="14" actId="47"/>
        <pc:sldMkLst>
          <pc:docMk/>
          <pc:sldMk cId="1297706513" sldId="351"/>
        </pc:sldMkLst>
      </pc:sldChg>
      <pc:sldChg chg="addSp delSp modSp mod setBg setFolMasterObjs modClrScheme setClrOvrMap chgLayout">
        <pc:chgData name="wiharto" userId="26dbef6a-cfea-4e24-8e0c-5099cdaa68f0" providerId="ADAL" clId="{DCCC4A8A-02D3-4148-B4D7-3BA181858451}" dt="2024-02-18T13:57:33.134" v="136" actId="20577"/>
        <pc:sldMkLst>
          <pc:docMk/>
          <pc:sldMk cId="610800600" sldId="352"/>
        </pc:sldMkLst>
        <pc:spChg chg="mod">
          <ac:chgData name="wiharto" userId="26dbef6a-cfea-4e24-8e0c-5099cdaa68f0" providerId="ADAL" clId="{DCCC4A8A-02D3-4148-B4D7-3BA181858451}" dt="2024-02-18T13:56:29.300" v="130" actId="26606"/>
          <ac:spMkLst>
            <pc:docMk/>
            <pc:sldMk cId="610800600" sldId="352"/>
            <ac:spMk id="6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7:33.134" v="136" actId="20577"/>
          <ac:spMkLst>
            <pc:docMk/>
            <pc:sldMk cId="610800600" sldId="352"/>
            <ac:spMk id="7" creationId="{00000000-0000-0000-0000-000000000000}"/>
          </ac:spMkLst>
        </pc:spChg>
        <pc:spChg chg="add del mod">
          <ac:chgData name="wiharto" userId="26dbef6a-cfea-4e24-8e0c-5099cdaa68f0" providerId="ADAL" clId="{DCCC4A8A-02D3-4148-B4D7-3BA181858451}" dt="2024-02-18T13:56:29.300" v="130" actId="26606"/>
          <ac:spMkLst>
            <pc:docMk/>
            <pc:sldMk cId="610800600" sldId="352"/>
            <ac:spMk id="12" creationId="{2D700899-703A-E2FE-590B-6F3FF1692683}"/>
          </ac:spMkLst>
        </pc:spChg>
        <pc:spChg chg="add del">
          <ac:chgData name="wiharto" userId="26dbef6a-cfea-4e24-8e0c-5099cdaa68f0" providerId="ADAL" clId="{DCCC4A8A-02D3-4148-B4D7-3BA181858451}" dt="2024-02-18T13:54:23.841" v="125" actId="26606"/>
          <ac:spMkLst>
            <pc:docMk/>
            <pc:sldMk cId="610800600" sldId="352"/>
            <ac:spMk id="13" creationId="{3BCB5F6A-9EB0-40B0-9D13-3023E9A20508}"/>
          </ac:spMkLst>
        </pc:spChg>
        <pc:spChg chg="add del mod">
          <ac:chgData name="wiharto" userId="26dbef6a-cfea-4e24-8e0c-5099cdaa68f0" providerId="ADAL" clId="{DCCC4A8A-02D3-4148-B4D7-3BA181858451}" dt="2024-02-18T13:56:29.300" v="130" actId="26606"/>
          <ac:spMkLst>
            <pc:docMk/>
            <pc:sldMk cId="610800600" sldId="352"/>
            <ac:spMk id="14" creationId="{39C87750-5C0A-212E-AE9D-2531AC5E5248}"/>
          </ac:spMkLst>
        </pc:spChg>
        <pc:spChg chg="add del mod">
          <ac:chgData name="wiharto" userId="26dbef6a-cfea-4e24-8e0c-5099cdaa68f0" providerId="ADAL" clId="{DCCC4A8A-02D3-4148-B4D7-3BA181858451}" dt="2024-02-18T13:56:29.300" v="130" actId="26606"/>
          <ac:spMkLst>
            <pc:docMk/>
            <pc:sldMk cId="610800600" sldId="352"/>
            <ac:spMk id="16" creationId="{2BA041F6-6295-48F2-25E4-9125DD4E3DBC}"/>
          </ac:spMkLst>
        </pc:spChg>
        <pc:picChg chg="add del">
          <ac:chgData name="wiharto" userId="26dbef6a-cfea-4e24-8e0c-5099cdaa68f0" providerId="ADAL" clId="{DCCC4A8A-02D3-4148-B4D7-3BA181858451}" dt="2024-02-18T13:54:23.841" v="125" actId="26606"/>
          <ac:picMkLst>
            <pc:docMk/>
            <pc:sldMk cId="610800600" sldId="352"/>
            <ac:picMk id="9" creationId="{FE37A18B-119D-3AD2-ADF4-6F532700B405}"/>
          </ac:picMkLst>
        </pc:pic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3097302266" sldId="353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097302266" sldId="353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097302266" sldId="353"/>
            <ac:spMk id="3" creationId="{00000000-0000-0000-0000-000000000000}"/>
          </ac:spMkLst>
        </pc:spChg>
      </pc:sldChg>
      <pc:sldChg chg="modSp setBg">
        <pc:chgData name="wiharto" userId="26dbef6a-cfea-4e24-8e0c-5099cdaa68f0" providerId="ADAL" clId="{DCCC4A8A-02D3-4148-B4D7-3BA181858451}" dt="2024-02-18T13:55:11.834" v="128"/>
        <pc:sldMkLst>
          <pc:docMk/>
          <pc:sldMk cId="2862724820" sldId="354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62724820" sldId="354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62724820" sldId="354"/>
            <ac:spMk id="3" creationId="{00000000-0000-0000-0000-000000000000}"/>
          </ac:spMkLst>
        </pc:spChg>
      </pc:sldChg>
      <pc:sldChg chg="modSp add mod">
        <pc:chgData name="wiharto" userId="26dbef6a-cfea-4e24-8e0c-5099cdaa68f0" providerId="ADAL" clId="{DCCC4A8A-02D3-4148-B4D7-3BA181858451}" dt="2024-02-20T05:19:35.511" v="275" actId="14100"/>
        <pc:sldMkLst>
          <pc:docMk/>
          <pc:sldMk cId="2693277087" sldId="364"/>
        </pc:sldMkLst>
        <pc:spChg chg="mod">
          <ac:chgData name="wiharto" userId="26dbef6a-cfea-4e24-8e0c-5099cdaa68f0" providerId="ADAL" clId="{DCCC4A8A-02D3-4148-B4D7-3BA181858451}" dt="2024-02-20T05:19:35.511" v="275" actId="14100"/>
          <ac:spMkLst>
            <pc:docMk/>
            <pc:sldMk cId="2693277087" sldId="364"/>
            <ac:spMk id="2" creationId="{754FF97E-C967-403C-9EF7-14C934AA7B6C}"/>
          </ac:spMkLst>
        </pc:spChg>
        <pc:spChg chg="mod">
          <ac:chgData name="wiharto" userId="26dbef6a-cfea-4e24-8e0c-5099cdaa68f0" providerId="ADAL" clId="{DCCC4A8A-02D3-4148-B4D7-3BA181858451}" dt="2024-02-18T13:52:47.042" v="112" actId="14100"/>
          <ac:spMkLst>
            <pc:docMk/>
            <pc:sldMk cId="2693277087" sldId="364"/>
            <ac:spMk id="3" creationId="{5F9AE1A7-EDFB-4968-92A3-ABA1A949A572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693277087" sldId="364"/>
            <ac:spMk id="4" creationId="{2A3373B0-F8A8-432B-8C5E-57C6E843FDE9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693277087" sldId="364"/>
            <ac:spMk id="5" creationId="{C827E156-C35F-DD3F-0FE7-4A7EADB39988}"/>
          </ac:spMkLst>
        </pc:spChg>
      </pc:sldChg>
      <pc:sldChg chg="modSp add mod">
        <pc:chgData name="wiharto" userId="26dbef6a-cfea-4e24-8e0c-5099cdaa68f0" providerId="ADAL" clId="{DCCC4A8A-02D3-4148-B4D7-3BA181858451}" dt="2024-02-20T05:21:16.189" v="291" actId="20577"/>
        <pc:sldMkLst>
          <pc:docMk/>
          <pc:sldMk cId="1546669196" sldId="365"/>
        </pc:sldMkLst>
        <pc:spChg chg="mod">
          <ac:chgData name="wiharto" userId="26dbef6a-cfea-4e24-8e0c-5099cdaa68f0" providerId="ADAL" clId="{DCCC4A8A-02D3-4148-B4D7-3BA181858451}" dt="2024-02-20T05:20:08.516" v="281" actId="20577"/>
          <ac:spMkLst>
            <pc:docMk/>
            <pc:sldMk cId="1546669196" sldId="365"/>
            <ac:spMk id="2" creationId="{A3D3FCAA-B7D0-4944-86CB-66B1D1FFA323}"/>
          </ac:spMkLst>
        </pc:spChg>
        <pc:spChg chg="mod">
          <ac:chgData name="wiharto" userId="26dbef6a-cfea-4e24-8e0c-5099cdaa68f0" providerId="ADAL" clId="{DCCC4A8A-02D3-4148-B4D7-3BA181858451}" dt="2024-02-20T05:21:16.189" v="291" actId="20577"/>
          <ac:spMkLst>
            <pc:docMk/>
            <pc:sldMk cId="1546669196" sldId="365"/>
            <ac:spMk id="3" creationId="{5A66E803-D118-4EA9-BBC5-185E863D9B1E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546669196" sldId="365"/>
            <ac:spMk id="4" creationId="{FEDE0724-4B73-4BEF-ADFC-CCF30364879A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546669196" sldId="365"/>
            <ac:spMk id="5" creationId="{01165B5F-2654-C337-77D6-AC2DEC0CB82E}"/>
          </ac:spMkLst>
        </pc:spChg>
      </pc:sldChg>
      <pc:sldChg chg="modSp add mod">
        <pc:chgData name="wiharto" userId="26dbef6a-cfea-4e24-8e0c-5099cdaa68f0" providerId="ADAL" clId="{DCCC4A8A-02D3-4148-B4D7-3BA181858451}" dt="2024-02-20T05:23:28.236" v="298" actId="207"/>
        <pc:sldMkLst>
          <pc:docMk/>
          <pc:sldMk cId="2986027593" sldId="366"/>
        </pc:sldMkLst>
        <pc:spChg chg="mod">
          <ac:chgData name="wiharto" userId="26dbef6a-cfea-4e24-8e0c-5099cdaa68f0" providerId="ADAL" clId="{DCCC4A8A-02D3-4148-B4D7-3BA181858451}" dt="2024-02-20T05:20:33.613" v="285" actId="20577"/>
          <ac:spMkLst>
            <pc:docMk/>
            <pc:sldMk cId="2986027593" sldId="366"/>
            <ac:spMk id="2" creationId="{46B85816-4460-4616-9B8D-D0C31DF9D908}"/>
          </ac:spMkLst>
        </pc:spChg>
        <pc:spChg chg="mod">
          <ac:chgData name="wiharto" userId="26dbef6a-cfea-4e24-8e0c-5099cdaa68f0" providerId="ADAL" clId="{DCCC4A8A-02D3-4148-B4D7-3BA181858451}" dt="2024-02-20T05:23:28.236" v="298" actId="207"/>
          <ac:spMkLst>
            <pc:docMk/>
            <pc:sldMk cId="2986027593" sldId="366"/>
            <ac:spMk id="3" creationId="{C13EA397-157A-46C9-9732-9B6FC001CE66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986027593" sldId="366"/>
            <ac:spMk id="4" creationId="{402AE668-B638-4846-9CB6-8ABA3215C576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986027593" sldId="366"/>
            <ac:spMk id="5" creationId="{5FC04183-7D54-B05C-76E7-EAED20717282}"/>
          </ac:spMkLst>
        </pc:spChg>
      </pc:sldChg>
      <pc:sldChg chg="modSp add mod">
        <pc:chgData name="wiharto" userId="26dbef6a-cfea-4e24-8e0c-5099cdaa68f0" providerId="ADAL" clId="{DCCC4A8A-02D3-4148-B4D7-3BA181858451}" dt="2024-02-20T05:20:59.098" v="290" actId="14100"/>
        <pc:sldMkLst>
          <pc:docMk/>
          <pc:sldMk cId="1789789414" sldId="367"/>
        </pc:sldMkLst>
        <pc:spChg chg="mod">
          <ac:chgData name="wiharto" userId="26dbef6a-cfea-4e24-8e0c-5099cdaa68f0" providerId="ADAL" clId="{DCCC4A8A-02D3-4148-B4D7-3BA181858451}" dt="2024-02-20T05:20:59.098" v="290" actId="14100"/>
          <ac:spMkLst>
            <pc:docMk/>
            <pc:sldMk cId="1789789414" sldId="367"/>
            <ac:spMk id="2" creationId="{210E7F8E-F4CD-48FE-9514-01996628B009}"/>
          </ac:spMkLst>
        </pc:spChg>
        <pc:spChg chg="mod">
          <ac:chgData name="wiharto" userId="26dbef6a-cfea-4e24-8e0c-5099cdaa68f0" providerId="ADAL" clId="{DCCC4A8A-02D3-4148-B4D7-3BA181858451}" dt="2024-02-18T13:52:14.864" v="105" actId="255"/>
          <ac:spMkLst>
            <pc:docMk/>
            <pc:sldMk cId="1789789414" sldId="367"/>
            <ac:spMk id="3" creationId="{6DAB8737-072A-4107-A961-9561075028AE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789789414" sldId="367"/>
            <ac:spMk id="4" creationId="{D03F509F-C3C7-4625-9E5D-AAFE2E25EDD6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789789414" sldId="367"/>
            <ac:spMk id="5" creationId="{8DAB163F-1509-ACDC-0CF4-873EB6779947}"/>
          </ac:spMkLst>
        </pc:spChg>
      </pc:sldChg>
      <pc:sldChg chg="modSp add mod">
        <pc:chgData name="wiharto" userId="26dbef6a-cfea-4e24-8e0c-5099cdaa68f0" providerId="ADAL" clId="{DCCC4A8A-02D3-4148-B4D7-3BA181858451}" dt="2024-02-20T05:27:51.112" v="300" actId="207"/>
        <pc:sldMkLst>
          <pc:docMk/>
          <pc:sldMk cId="596848952" sldId="368"/>
        </pc:sldMkLst>
        <pc:spChg chg="mod">
          <ac:chgData name="wiharto" userId="26dbef6a-cfea-4e24-8e0c-5099cdaa68f0" providerId="ADAL" clId="{DCCC4A8A-02D3-4148-B4D7-3BA181858451}" dt="2024-02-20T05:27:51.112" v="300" actId="207"/>
          <ac:spMkLst>
            <pc:docMk/>
            <pc:sldMk cId="596848952" sldId="368"/>
            <ac:spMk id="3" creationId="{136CF23F-4F71-4BFB-B5F7-20E9B87011EB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596848952" sldId="368"/>
            <ac:spMk id="4" creationId="{AF6B777C-9890-4952-A1C2-869FC1A9DD96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596848952" sldId="368"/>
            <ac:spMk id="5" creationId="{784EEE33-94AB-A13B-07B5-1A9B84AA9AAC}"/>
          </ac:spMkLst>
        </pc:spChg>
      </pc:sldChg>
      <pc:sldChg chg="modSp add mod">
        <pc:chgData name="wiharto" userId="26dbef6a-cfea-4e24-8e0c-5099cdaa68f0" providerId="ADAL" clId="{DCCC4A8A-02D3-4148-B4D7-3BA181858451}" dt="2024-02-20T05:28:17.507" v="305" actId="113"/>
        <pc:sldMkLst>
          <pc:docMk/>
          <pc:sldMk cId="1948100312" sldId="370"/>
        </pc:sldMkLst>
        <pc:spChg chg="mod">
          <ac:chgData name="wiharto" userId="26dbef6a-cfea-4e24-8e0c-5099cdaa68f0" providerId="ADAL" clId="{DCCC4A8A-02D3-4148-B4D7-3BA181858451}" dt="2024-02-20T05:28:17.507" v="305" actId="113"/>
          <ac:spMkLst>
            <pc:docMk/>
            <pc:sldMk cId="1948100312" sldId="370"/>
            <ac:spMk id="3" creationId="{29828B34-6A2B-4D67-B7E4-E67E43E6A4A6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948100312" sldId="370"/>
            <ac:spMk id="4" creationId="{9ECF7B27-8126-4817-974F-A99E91BD0E41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948100312" sldId="370"/>
            <ac:spMk id="5" creationId="{7DFBDED3-16A6-0777-7B3F-7D11F9326E8E}"/>
          </ac:spMkLst>
        </pc:spChg>
      </pc:sldChg>
      <pc:sldChg chg="modSp add mod">
        <pc:chgData name="wiharto" userId="26dbef6a-cfea-4e24-8e0c-5099cdaa68f0" providerId="ADAL" clId="{DCCC4A8A-02D3-4148-B4D7-3BA181858451}" dt="2024-02-20T05:28:37.604" v="309" actId="207"/>
        <pc:sldMkLst>
          <pc:docMk/>
          <pc:sldMk cId="2327307126" sldId="371"/>
        </pc:sldMkLst>
        <pc:spChg chg="mod">
          <ac:chgData name="wiharto" userId="26dbef6a-cfea-4e24-8e0c-5099cdaa68f0" providerId="ADAL" clId="{DCCC4A8A-02D3-4148-B4D7-3BA181858451}" dt="2024-02-20T05:28:37.604" v="309" actId="207"/>
          <ac:spMkLst>
            <pc:docMk/>
            <pc:sldMk cId="2327307126" sldId="371"/>
            <ac:spMk id="3" creationId="{F0B6AAD0-78A6-4C9D-B13F-1AB9786708E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327307126" sldId="371"/>
            <ac:spMk id="4" creationId="{096F1FAC-8AB4-485A-B500-B552DF9D363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327307126" sldId="371"/>
            <ac:spMk id="5" creationId="{63260818-23FC-B2E3-91D3-CE54623E7A11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1513006272" sldId="395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513006272" sldId="395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513006272" sldId="395"/>
            <ac:spMk id="3" creationId="{00000000-0000-0000-0000-000000000000}"/>
          </ac:spMkLst>
        </pc:spChg>
      </pc:sldChg>
      <pc:sldChg chg="modSp mod">
        <pc:chgData name="wiharto" userId="26dbef6a-cfea-4e24-8e0c-5099cdaa68f0" providerId="ADAL" clId="{DCCC4A8A-02D3-4148-B4D7-3BA181858451}" dt="2024-02-18T13:55:11.834" v="128"/>
        <pc:sldMkLst>
          <pc:docMk/>
          <pc:sldMk cId="4060525371" sldId="397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4060525371" sldId="397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4060525371" sldId="397"/>
            <ac:spMk id="3" creationId="{00000000-0000-0000-0000-000000000000}"/>
          </ac:spMkLst>
        </pc:spChg>
      </pc:sldChg>
      <pc:sldChg chg="modSp mod">
        <pc:chgData name="wiharto" userId="26dbef6a-cfea-4e24-8e0c-5099cdaa68f0" providerId="ADAL" clId="{DCCC4A8A-02D3-4148-B4D7-3BA181858451}" dt="2024-02-18T13:54:27.406" v="127"/>
        <pc:sldMkLst>
          <pc:docMk/>
          <pc:sldMk cId="1709410024" sldId="399"/>
        </pc:sldMkLst>
        <pc:spChg chg="mod">
          <ac:chgData name="wiharto" userId="26dbef6a-cfea-4e24-8e0c-5099cdaa68f0" providerId="ADAL" clId="{DCCC4A8A-02D3-4148-B4D7-3BA181858451}" dt="2024-02-18T13:54:27.406" v="127"/>
          <ac:spMkLst>
            <pc:docMk/>
            <pc:sldMk cId="1709410024" sldId="399"/>
            <ac:spMk id="153603" creationId="{00000000-0000-0000-0000-000000000000}"/>
          </ac:spMkLst>
        </pc:spChg>
      </pc:sldChg>
      <pc:sldChg chg="modSp del">
        <pc:chgData name="wiharto" userId="26dbef6a-cfea-4e24-8e0c-5099cdaa68f0" providerId="ADAL" clId="{DCCC4A8A-02D3-4148-B4D7-3BA181858451}" dt="2024-02-19T03:48:14.704" v="237" actId="47"/>
        <pc:sldMkLst>
          <pc:docMk/>
          <pc:sldMk cId="14632174" sldId="401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4632174" sldId="401"/>
            <ac:spMk id="7" creationId="{00000000-0000-0000-0000-000000000000}"/>
          </ac:spMkLst>
        </pc:spChg>
        <pc:picChg chg="mod">
          <ac:chgData name="wiharto" userId="26dbef6a-cfea-4e24-8e0c-5099cdaa68f0" providerId="ADAL" clId="{DCCC4A8A-02D3-4148-B4D7-3BA181858451}" dt="2024-02-18T13:58:58.063" v="144" actId="14100"/>
          <ac:picMkLst>
            <pc:docMk/>
            <pc:sldMk cId="14632174" sldId="401"/>
            <ac:picMk id="1028" creationId="{00000000-0000-0000-0000-000000000000}"/>
          </ac:picMkLst>
        </pc:picChg>
      </pc:sldChg>
      <pc:sldChg chg="modSp mod">
        <pc:chgData name="wiharto" userId="26dbef6a-cfea-4e24-8e0c-5099cdaa68f0" providerId="ADAL" clId="{DCCC4A8A-02D3-4148-B4D7-3BA181858451}" dt="2024-02-19T03:45:13.444" v="229" actId="20577"/>
        <pc:sldMkLst>
          <pc:docMk/>
          <pc:sldMk cId="1807915436" sldId="403"/>
        </pc:sldMkLst>
        <pc:spChg chg="mod">
          <ac:chgData name="wiharto" userId="26dbef6a-cfea-4e24-8e0c-5099cdaa68f0" providerId="ADAL" clId="{DCCC4A8A-02D3-4148-B4D7-3BA181858451}" dt="2024-02-19T03:45:13.444" v="229" actId="20577"/>
          <ac:spMkLst>
            <pc:docMk/>
            <pc:sldMk cId="1807915436" sldId="403"/>
            <ac:spMk id="2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3487213061" sldId="404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487213061" sldId="404"/>
            <ac:spMk id="7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2555460290" sldId="406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555460290" sldId="406"/>
            <ac:spMk id="2" creationId="{00000000-0000-0000-0000-000000000000}"/>
          </ac:spMkLst>
        </pc:spChg>
        <pc:picChg chg="mod">
          <ac:chgData name="wiharto" userId="26dbef6a-cfea-4e24-8e0c-5099cdaa68f0" providerId="ADAL" clId="{DCCC4A8A-02D3-4148-B4D7-3BA181858451}" dt="2024-02-18T13:55:11.834" v="128"/>
          <ac:picMkLst>
            <pc:docMk/>
            <pc:sldMk cId="2555460290" sldId="406"/>
            <ac:picMk id="4" creationId="{00000000-0000-0000-0000-000000000000}"/>
          </ac:picMkLst>
        </pc:pic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1852808096" sldId="407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852808096" sldId="407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1852808096" sldId="407"/>
            <ac:spMk id="3" creationId="{00000000-0000-0000-0000-000000000000}"/>
          </ac:spMkLst>
        </pc:spChg>
      </pc:sldChg>
      <pc:sldChg chg="modSp mod">
        <pc:chgData name="wiharto" userId="26dbef6a-cfea-4e24-8e0c-5099cdaa68f0" providerId="ADAL" clId="{DCCC4A8A-02D3-4148-B4D7-3BA181858451}" dt="2024-02-18T13:57:51.168" v="142" actId="20577"/>
        <pc:sldMkLst>
          <pc:docMk/>
          <pc:sldMk cId="3976881344" sldId="408"/>
        </pc:sldMkLst>
        <pc:spChg chg="mod">
          <ac:chgData name="wiharto" userId="26dbef6a-cfea-4e24-8e0c-5099cdaa68f0" providerId="ADAL" clId="{DCCC4A8A-02D3-4148-B4D7-3BA181858451}" dt="2024-02-18T13:57:51.168" v="142" actId="20577"/>
          <ac:spMkLst>
            <pc:docMk/>
            <pc:sldMk cId="3976881344" sldId="408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976881344" sldId="408"/>
            <ac:spMk id="3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625668795" sldId="409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625668795" sldId="409"/>
            <ac:spMk id="2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3742389373" sldId="411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742389373" sldId="411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742389373" sldId="411"/>
            <ac:spMk id="3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2842285276" sldId="412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42285276" sldId="412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42285276" sldId="412"/>
            <ac:spMk id="3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285521909" sldId="413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5521909" sldId="413"/>
            <ac:spMk id="2" creationId="{00000000-0000-0000-0000-000000000000}"/>
          </ac:spMkLst>
        </pc:spChg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285521909" sldId="413"/>
            <ac:spMk id="3" creationId="{00000000-0000-0000-0000-000000000000}"/>
          </ac:spMkLst>
        </pc:spChg>
      </pc:sldChg>
      <pc:sldChg chg="modSp">
        <pc:chgData name="wiharto" userId="26dbef6a-cfea-4e24-8e0c-5099cdaa68f0" providerId="ADAL" clId="{DCCC4A8A-02D3-4148-B4D7-3BA181858451}" dt="2024-02-18T13:55:11.834" v="128"/>
        <pc:sldMkLst>
          <pc:docMk/>
          <pc:sldMk cId="3258403339" sldId="414"/>
        </pc:sldMkLst>
        <pc:spChg chg="mod">
          <ac:chgData name="wiharto" userId="26dbef6a-cfea-4e24-8e0c-5099cdaa68f0" providerId="ADAL" clId="{DCCC4A8A-02D3-4148-B4D7-3BA181858451}" dt="2024-02-18T13:55:11.834" v="128"/>
          <ac:spMkLst>
            <pc:docMk/>
            <pc:sldMk cId="3258403339" sldId="414"/>
            <ac:spMk id="2" creationId="{00000000-0000-0000-0000-000000000000}"/>
          </ac:spMkLst>
        </pc:spChg>
      </pc:sldChg>
      <pc:sldChg chg="new del">
        <pc:chgData name="wiharto" userId="26dbef6a-cfea-4e24-8e0c-5099cdaa68f0" providerId="ADAL" clId="{DCCC4A8A-02D3-4148-B4D7-3BA181858451}" dt="2024-02-18T13:48:45.818" v="87" actId="47"/>
        <pc:sldMkLst>
          <pc:docMk/>
          <pc:sldMk cId="1398035423" sldId="415"/>
        </pc:sldMkLst>
      </pc:sldChg>
      <pc:sldChg chg="new del">
        <pc:chgData name="wiharto" userId="26dbef6a-cfea-4e24-8e0c-5099cdaa68f0" providerId="ADAL" clId="{DCCC4A8A-02D3-4148-B4D7-3BA181858451}" dt="2024-02-18T14:03:30.502" v="149" actId="47"/>
        <pc:sldMkLst>
          <pc:docMk/>
          <pc:sldMk cId="3457826635" sldId="41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43562545" sldId="41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45503197" sldId="41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386759792" sldId="41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244220073" sldId="419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674817789" sldId="420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097170939" sldId="42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031818427" sldId="422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974071774" sldId="423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031160825" sldId="42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645752624" sldId="42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340655066" sldId="42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286228375" sldId="42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849980573" sldId="42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773111266" sldId="429"/>
        </pc:sldMkLst>
      </pc:sldChg>
      <pc:sldChg chg="modSp add mod">
        <pc:chgData name="wiharto" userId="26dbef6a-cfea-4e24-8e0c-5099cdaa68f0" providerId="ADAL" clId="{DCCC4A8A-02D3-4148-B4D7-3BA181858451}" dt="2024-02-18T14:03:22.917" v="147" actId="27636"/>
        <pc:sldMkLst>
          <pc:docMk/>
          <pc:sldMk cId="3205825314" sldId="430"/>
        </pc:sldMkLst>
        <pc:spChg chg="mod">
          <ac:chgData name="wiharto" userId="26dbef6a-cfea-4e24-8e0c-5099cdaa68f0" providerId="ADAL" clId="{DCCC4A8A-02D3-4148-B4D7-3BA181858451}" dt="2024-02-18T14:03:22.917" v="147" actId="27636"/>
          <ac:spMkLst>
            <pc:docMk/>
            <pc:sldMk cId="3205825314" sldId="430"/>
            <ac:spMk id="3" creationId="{00000000-0000-0000-0000-000000000000}"/>
          </ac:spMkLst>
        </pc:spChg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172007342" sldId="43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187292741" sldId="432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496191482" sldId="433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195318250" sldId="43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905550792" sldId="43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465664409" sldId="43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932918635" sldId="43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369139575" sldId="43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624342653" sldId="439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710054419" sldId="440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462492438" sldId="44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698666197" sldId="442"/>
        </pc:sldMkLst>
      </pc:sldChg>
      <pc:sldChg chg="modSp add mod">
        <pc:chgData name="wiharto" userId="26dbef6a-cfea-4e24-8e0c-5099cdaa68f0" providerId="ADAL" clId="{DCCC4A8A-02D3-4148-B4D7-3BA181858451}" dt="2024-02-18T14:03:22.948" v="148" actId="27636"/>
        <pc:sldMkLst>
          <pc:docMk/>
          <pc:sldMk cId="1549249743" sldId="443"/>
        </pc:sldMkLst>
        <pc:spChg chg="mod">
          <ac:chgData name="wiharto" userId="26dbef6a-cfea-4e24-8e0c-5099cdaa68f0" providerId="ADAL" clId="{DCCC4A8A-02D3-4148-B4D7-3BA181858451}" dt="2024-02-18T14:03:22.948" v="148" actId="27636"/>
          <ac:spMkLst>
            <pc:docMk/>
            <pc:sldMk cId="1549249743" sldId="443"/>
            <ac:spMk id="46083" creationId="{00000000-0000-0000-0000-000000000000}"/>
          </ac:spMkLst>
        </pc:spChg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834849291" sldId="44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350787948" sldId="44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781885127" sldId="44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165721542" sldId="44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232280746" sldId="44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756627107" sldId="449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327139942" sldId="450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863367491" sldId="45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45397520" sldId="452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522937712" sldId="453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904560792" sldId="45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105360947" sldId="45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909218199" sldId="45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920314420" sldId="45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845515734" sldId="45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966512222" sldId="459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750499584" sldId="460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4023074392" sldId="46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74541701" sldId="462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4202823189" sldId="463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926444833" sldId="46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40513887" sldId="46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908096199" sldId="466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622088429" sldId="467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606516997" sldId="468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975416117" sldId="469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699316978" sldId="470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652253718" sldId="471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64987330" sldId="472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998451452" sldId="473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2947850464" sldId="474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3904014580" sldId="475"/>
        </pc:sldMkLst>
      </pc:sldChg>
      <pc:sldChg chg="add">
        <pc:chgData name="wiharto" userId="26dbef6a-cfea-4e24-8e0c-5099cdaa68f0" providerId="ADAL" clId="{DCCC4A8A-02D3-4148-B4D7-3BA181858451}" dt="2024-02-18T14:03:22.821" v="146"/>
        <pc:sldMkLst>
          <pc:docMk/>
          <pc:sldMk cId="1740042515" sldId="476"/>
        </pc:sldMkLst>
      </pc:sldChg>
      <pc:sldChg chg="delSp modSp new mod">
        <pc:chgData name="wiharto" userId="26dbef6a-cfea-4e24-8e0c-5099cdaa68f0" providerId="ADAL" clId="{DCCC4A8A-02D3-4148-B4D7-3BA181858451}" dt="2024-02-18T14:10:55.218" v="220" actId="20577"/>
        <pc:sldMkLst>
          <pc:docMk/>
          <pc:sldMk cId="1718590878" sldId="477"/>
        </pc:sldMkLst>
        <pc:spChg chg="mod">
          <ac:chgData name="wiharto" userId="26dbef6a-cfea-4e24-8e0c-5099cdaa68f0" providerId="ADAL" clId="{DCCC4A8A-02D3-4148-B4D7-3BA181858451}" dt="2024-02-18T14:10:55.218" v="220" actId="20577"/>
          <ac:spMkLst>
            <pc:docMk/>
            <pc:sldMk cId="1718590878" sldId="477"/>
            <ac:spMk id="2" creationId="{051FE684-CE8B-B74D-46F3-A971E2ACF707}"/>
          </ac:spMkLst>
        </pc:spChg>
        <pc:spChg chg="del">
          <ac:chgData name="wiharto" userId="26dbef6a-cfea-4e24-8e0c-5099cdaa68f0" providerId="ADAL" clId="{DCCC4A8A-02D3-4148-B4D7-3BA181858451}" dt="2024-02-18T14:03:44.959" v="151" actId="478"/>
          <ac:spMkLst>
            <pc:docMk/>
            <pc:sldMk cId="1718590878" sldId="477"/>
            <ac:spMk id="3" creationId="{8255F6C1-FCED-0A5E-9041-2791B7174A66}"/>
          </ac:spMkLst>
        </pc:spChg>
      </pc:sldChg>
      <pc:sldChg chg="addSp delSp modSp new mod ord">
        <pc:chgData name="wiharto" userId="26dbef6a-cfea-4e24-8e0c-5099cdaa68f0" providerId="ADAL" clId="{DCCC4A8A-02D3-4148-B4D7-3BA181858451}" dt="2024-02-18T14:05:31.823" v="216" actId="1076"/>
        <pc:sldMkLst>
          <pc:docMk/>
          <pc:sldMk cId="1253799280" sldId="478"/>
        </pc:sldMkLst>
        <pc:spChg chg="del">
          <ac:chgData name="wiharto" userId="26dbef6a-cfea-4e24-8e0c-5099cdaa68f0" providerId="ADAL" clId="{DCCC4A8A-02D3-4148-B4D7-3BA181858451}" dt="2024-02-18T14:04:43.395" v="170" actId="478"/>
          <ac:spMkLst>
            <pc:docMk/>
            <pc:sldMk cId="1253799280" sldId="478"/>
            <ac:spMk id="2" creationId="{48437D31-A38B-FF97-ECFE-71FA03DE0136}"/>
          </ac:spMkLst>
        </pc:spChg>
        <pc:spChg chg="del">
          <ac:chgData name="wiharto" userId="26dbef6a-cfea-4e24-8e0c-5099cdaa68f0" providerId="ADAL" clId="{DCCC4A8A-02D3-4148-B4D7-3BA181858451}" dt="2024-02-18T14:04:46.256" v="171" actId="478"/>
          <ac:spMkLst>
            <pc:docMk/>
            <pc:sldMk cId="1253799280" sldId="478"/>
            <ac:spMk id="3" creationId="{282D5E51-9569-917C-D632-571701FCDCF1}"/>
          </ac:spMkLst>
        </pc:spChg>
        <pc:spChg chg="add mod">
          <ac:chgData name="wiharto" userId="26dbef6a-cfea-4e24-8e0c-5099cdaa68f0" providerId="ADAL" clId="{DCCC4A8A-02D3-4148-B4D7-3BA181858451}" dt="2024-02-18T14:05:31.823" v="216" actId="1076"/>
          <ac:spMkLst>
            <pc:docMk/>
            <pc:sldMk cId="1253799280" sldId="478"/>
            <ac:spMk id="4" creationId="{40B75D0B-C3C5-85A0-54AD-701C5A9B7B21}"/>
          </ac:spMkLst>
        </pc:spChg>
      </pc:sldChg>
      <pc:sldMasterChg chg="setBg modSldLayout">
        <pc:chgData name="wiharto" userId="26dbef6a-cfea-4e24-8e0c-5099cdaa68f0" providerId="ADAL" clId="{DCCC4A8A-02D3-4148-B4D7-3BA181858451}" dt="2024-02-18T13:23:48.702" v="10"/>
        <pc:sldMasterMkLst>
          <pc:docMk/>
          <pc:sldMasterMk cId="0" sldId="2147483648"/>
        </pc:sldMasterMkLst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wiharto" userId="26dbef6a-cfea-4e24-8e0c-5099cdaa68f0" providerId="ADAL" clId="{DCCC4A8A-02D3-4148-B4D7-3BA181858451}" dt="2024-02-18T13:23:48.702" v="10"/>
          <pc:sldLayoutMkLst>
            <pc:docMk/>
            <pc:sldMasterMk cId="0" sldId="2147483648"/>
            <pc:sldLayoutMk cId="742688195" sldId="2147483661"/>
          </pc:sldLayoutMkLst>
        </pc:sldLayoutChg>
      </pc:sldMasterChg>
      <pc:sldMasterChg chg="addSp modSldLayout">
        <pc:chgData name="wiharto" userId="26dbef6a-cfea-4e24-8e0c-5099cdaa68f0" providerId="ADAL" clId="{DCCC4A8A-02D3-4148-B4D7-3BA181858451}" dt="2024-02-18T13:54:13.128" v="118"/>
        <pc:sldMasterMkLst>
          <pc:docMk/>
          <pc:sldMasterMk cId="3603826362" sldId="2147483662"/>
        </pc:sldMasterMkLst>
        <pc:spChg chg="add">
          <ac:chgData name="wiharto" userId="26dbef6a-cfea-4e24-8e0c-5099cdaa68f0" providerId="ADAL" clId="{DCCC4A8A-02D3-4148-B4D7-3BA181858451}" dt="2024-02-18T13:54:13.128" v="118"/>
          <ac:spMkLst>
            <pc:docMk/>
            <pc:sldMasterMk cId="3603826362" sldId="2147483662"/>
            <ac:spMk id="9" creationId="{D07499BE-93D1-D891-BDC8-A2EBB9B8B298}"/>
          </ac:spMkLst>
        </pc:spChg>
        <pc:picChg chg="add">
          <ac:chgData name="wiharto" userId="26dbef6a-cfea-4e24-8e0c-5099cdaa68f0" providerId="ADAL" clId="{DCCC4A8A-02D3-4148-B4D7-3BA181858451}" dt="2024-02-18T13:54:13.128" v="118"/>
          <ac:picMkLst>
            <pc:docMk/>
            <pc:sldMasterMk cId="3603826362" sldId="2147483662"/>
            <ac:picMk id="8" creationId="{44936CE6-A118-A371-FCE4-9D46854AE01F}"/>
          </ac:picMkLst>
        </pc:picChg>
        <pc:picChg chg="add">
          <ac:chgData name="wiharto" userId="26dbef6a-cfea-4e24-8e0c-5099cdaa68f0" providerId="ADAL" clId="{DCCC4A8A-02D3-4148-B4D7-3BA181858451}" dt="2024-02-18T13:54:13.128" v="118"/>
          <ac:picMkLst>
            <pc:docMk/>
            <pc:sldMasterMk cId="3603826362" sldId="2147483662"/>
            <ac:picMk id="10" creationId="{55383AAD-A22C-0BB1-0323-793388673493}"/>
          </ac:picMkLst>
        </pc:picChg>
        <pc:sldLayoutChg chg="addSp">
          <pc:chgData name="wiharto" userId="26dbef6a-cfea-4e24-8e0c-5099cdaa68f0" providerId="ADAL" clId="{DCCC4A8A-02D3-4148-B4D7-3BA181858451}" dt="2024-02-18T13:54:13.128" v="118"/>
          <pc:sldLayoutMkLst>
            <pc:docMk/>
            <pc:sldMasterMk cId="3603826362" sldId="2147483662"/>
            <pc:sldLayoutMk cId="1143606591" sldId="2147483663"/>
          </pc:sldLayoutMkLst>
          <pc:picChg chg="add">
            <ac:chgData name="wiharto" userId="26dbef6a-cfea-4e24-8e0c-5099cdaa68f0" providerId="ADAL" clId="{DCCC4A8A-02D3-4148-B4D7-3BA181858451}" dt="2024-02-18T13:54:13.128" v="118"/>
            <ac:picMkLst>
              <pc:docMk/>
              <pc:sldMasterMk cId="3603826362" sldId="2147483662"/>
              <pc:sldLayoutMk cId="1143606591" sldId="2147483663"/>
              <ac:picMk id="8" creationId="{4DD1022A-8B04-E1D0-40FD-600BFC0AFF7A}"/>
            </ac:picMkLst>
          </pc:picChg>
          <pc:picChg chg="add">
            <ac:chgData name="wiharto" userId="26dbef6a-cfea-4e24-8e0c-5099cdaa68f0" providerId="ADAL" clId="{DCCC4A8A-02D3-4148-B4D7-3BA181858451}" dt="2024-02-18T13:54:13.128" v="118"/>
            <ac:picMkLst>
              <pc:docMk/>
              <pc:sldMasterMk cId="3603826362" sldId="2147483662"/>
              <pc:sldLayoutMk cId="1143606591" sldId="2147483663"/>
              <ac:picMk id="9" creationId="{F22E6B40-65A7-A856-897B-A68BB61678DC}"/>
            </ac:picMkLst>
          </pc:pic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7A296F-0010-4A30-A289-B4D34F862828}" type="doc">
      <dgm:prSet loTypeId="urn:microsoft.com/office/officeart/2005/8/layout/hList7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285DC89-D775-4C6A-B019-F2E696CAE243}">
      <dgm:prSet/>
      <dgm:spPr/>
      <dgm:t>
        <a:bodyPr/>
        <a:lstStyle/>
        <a:p>
          <a:pPr rtl="0"/>
          <a:r>
            <a:rPr lang="en-ID"/>
            <a:t>Acting Humanly</a:t>
          </a:r>
        </a:p>
      </dgm:t>
    </dgm:pt>
    <dgm:pt modelId="{0AD66D87-A88A-4BBE-9A6A-DC57E47DFC89}" type="parTrans" cxnId="{D93E13DE-8B44-45DC-B153-BE23F07E0F47}">
      <dgm:prSet/>
      <dgm:spPr/>
      <dgm:t>
        <a:bodyPr/>
        <a:lstStyle/>
        <a:p>
          <a:endParaRPr lang="en-US"/>
        </a:p>
      </dgm:t>
    </dgm:pt>
    <dgm:pt modelId="{89CE688D-4E4F-4C96-8A9A-1C9864704010}" type="sibTrans" cxnId="{D93E13DE-8B44-45DC-B153-BE23F07E0F47}">
      <dgm:prSet/>
      <dgm:spPr/>
      <dgm:t>
        <a:bodyPr/>
        <a:lstStyle/>
        <a:p>
          <a:endParaRPr lang="en-US"/>
        </a:p>
      </dgm:t>
    </dgm:pt>
    <dgm:pt modelId="{9CC0DD29-8539-463B-9CB4-B75808BDE707}">
      <dgm:prSet/>
      <dgm:spPr/>
      <dgm:t>
        <a:bodyPr/>
        <a:lstStyle/>
        <a:p>
          <a:pPr rtl="0"/>
          <a:r>
            <a:rPr lang="en-ID"/>
            <a:t>Thinking Humanly</a:t>
          </a:r>
        </a:p>
      </dgm:t>
    </dgm:pt>
    <dgm:pt modelId="{894EB03E-D79D-4747-A2D5-8B5B5BA896C1}" type="parTrans" cxnId="{FEC605F5-CBFA-4A01-9F99-F0B4D8818E73}">
      <dgm:prSet/>
      <dgm:spPr/>
      <dgm:t>
        <a:bodyPr/>
        <a:lstStyle/>
        <a:p>
          <a:endParaRPr lang="en-US"/>
        </a:p>
      </dgm:t>
    </dgm:pt>
    <dgm:pt modelId="{F4C54965-4549-449F-8488-16EE9828ED04}" type="sibTrans" cxnId="{FEC605F5-CBFA-4A01-9F99-F0B4D8818E73}">
      <dgm:prSet/>
      <dgm:spPr/>
      <dgm:t>
        <a:bodyPr/>
        <a:lstStyle/>
        <a:p>
          <a:endParaRPr lang="en-US"/>
        </a:p>
      </dgm:t>
    </dgm:pt>
    <dgm:pt modelId="{F5DDC785-44C5-4FDA-A55E-B2D32CA94DDB}">
      <dgm:prSet/>
      <dgm:spPr/>
      <dgm:t>
        <a:bodyPr/>
        <a:lstStyle/>
        <a:p>
          <a:pPr rtl="0"/>
          <a:r>
            <a:rPr lang="en-ID"/>
            <a:t>Thinking Rationally</a:t>
          </a:r>
        </a:p>
      </dgm:t>
    </dgm:pt>
    <dgm:pt modelId="{7D0F0461-F303-4C16-8FC8-DED336D3AA1C}" type="parTrans" cxnId="{ECAE47BA-7B5F-4A4B-B838-20B6404AF4DD}">
      <dgm:prSet/>
      <dgm:spPr/>
      <dgm:t>
        <a:bodyPr/>
        <a:lstStyle/>
        <a:p>
          <a:endParaRPr lang="en-US"/>
        </a:p>
      </dgm:t>
    </dgm:pt>
    <dgm:pt modelId="{CBB8991B-EFB9-4520-820D-D60AE05C9D16}" type="sibTrans" cxnId="{ECAE47BA-7B5F-4A4B-B838-20B6404AF4DD}">
      <dgm:prSet/>
      <dgm:spPr/>
      <dgm:t>
        <a:bodyPr/>
        <a:lstStyle/>
        <a:p>
          <a:endParaRPr lang="en-US"/>
        </a:p>
      </dgm:t>
    </dgm:pt>
    <dgm:pt modelId="{21256643-FF5F-4B12-AA8A-5B1AD34A5C83}">
      <dgm:prSet/>
      <dgm:spPr/>
      <dgm:t>
        <a:bodyPr/>
        <a:lstStyle/>
        <a:p>
          <a:pPr rtl="0"/>
          <a:r>
            <a:rPr lang="en-ID"/>
            <a:t>Acting Rationally</a:t>
          </a:r>
        </a:p>
      </dgm:t>
    </dgm:pt>
    <dgm:pt modelId="{6DF8B6C5-B6F3-48F2-A6DA-CDDF08C52761}" type="parTrans" cxnId="{2DB841E0-232F-4370-A777-72CE72500EE9}">
      <dgm:prSet/>
      <dgm:spPr/>
      <dgm:t>
        <a:bodyPr/>
        <a:lstStyle/>
        <a:p>
          <a:endParaRPr lang="en-US"/>
        </a:p>
      </dgm:t>
    </dgm:pt>
    <dgm:pt modelId="{1E489107-C911-4158-BF03-E161F027222D}" type="sibTrans" cxnId="{2DB841E0-232F-4370-A777-72CE72500EE9}">
      <dgm:prSet/>
      <dgm:spPr/>
      <dgm:t>
        <a:bodyPr/>
        <a:lstStyle/>
        <a:p>
          <a:endParaRPr lang="en-US"/>
        </a:p>
      </dgm:t>
    </dgm:pt>
    <dgm:pt modelId="{3E2651DE-6854-4722-A7A1-ABC46BF2A949}" type="pres">
      <dgm:prSet presAssocID="{A47A296F-0010-4A30-A289-B4D34F862828}" presName="Name0" presStyleCnt="0">
        <dgm:presLayoutVars>
          <dgm:dir/>
          <dgm:resizeHandles val="exact"/>
        </dgm:presLayoutVars>
      </dgm:prSet>
      <dgm:spPr/>
    </dgm:pt>
    <dgm:pt modelId="{25BB02EE-E02E-47BD-96F5-AD931CFB2766}" type="pres">
      <dgm:prSet presAssocID="{A47A296F-0010-4A30-A289-B4D34F862828}" presName="fgShape" presStyleLbl="fgShp" presStyleIdx="0" presStyleCnt="1"/>
      <dgm:spPr/>
    </dgm:pt>
    <dgm:pt modelId="{18B2CD33-25C3-4CFC-BC9F-7422B2323789}" type="pres">
      <dgm:prSet presAssocID="{A47A296F-0010-4A30-A289-B4D34F862828}" presName="linComp" presStyleCnt="0"/>
      <dgm:spPr/>
    </dgm:pt>
    <dgm:pt modelId="{8BA1B206-F825-4D9E-B7D0-37E8E5DD4031}" type="pres">
      <dgm:prSet presAssocID="{8285DC89-D775-4C6A-B019-F2E696CAE243}" presName="compNode" presStyleCnt="0"/>
      <dgm:spPr/>
    </dgm:pt>
    <dgm:pt modelId="{07867FE1-DE89-4D45-AA0F-20A72517E596}" type="pres">
      <dgm:prSet presAssocID="{8285DC89-D775-4C6A-B019-F2E696CAE243}" presName="bkgdShape" presStyleLbl="node1" presStyleIdx="0" presStyleCnt="4"/>
      <dgm:spPr/>
    </dgm:pt>
    <dgm:pt modelId="{F6185F72-F5AC-4B38-B1D3-6F521B63E35A}" type="pres">
      <dgm:prSet presAssocID="{8285DC89-D775-4C6A-B019-F2E696CAE243}" presName="nodeTx" presStyleLbl="node1" presStyleIdx="0" presStyleCnt="4">
        <dgm:presLayoutVars>
          <dgm:bulletEnabled val="1"/>
        </dgm:presLayoutVars>
      </dgm:prSet>
      <dgm:spPr/>
    </dgm:pt>
    <dgm:pt modelId="{E00A2DAB-3559-4DBF-BAC4-328714068385}" type="pres">
      <dgm:prSet presAssocID="{8285DC89-D775-4C6A-B019-F2E696CAE243}" presName="invisiNode" presStyleLbl="node1" presStyleIdx="0" presStyleCnt="4"/>
      <dgm:spPr/>
    </dgm:pt>
    <dgm:pt modelId="{845CDB12-8F33-4947-95BC-B5388950A03B}" type="pres">
      <dgm:prSet presAssocID="{8285DC89-D775-4C6A-B019-F2E696CAE243}" presName="imagNode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DA110CF7-3894-46A6-A521-874D597DBBA0}" type="pres">
      <dgm:prSet presAssocID="{89CE688D-4E4F-4C96-8A9A-1C9864704010}" presName="sibTrans" presStyleLbl="sibTrans2D1" presStyleIdx="0" presStyleCnt="0"/>
      <dgm:spPr/>
    </dgm:pt>
    <dgm:pt modelId="{88B24173-CFA1-409A-82BC-10FD106B6909}" type="pres">
      <dgm:prSet presAssocID="{9CC0DD29-8539-463B-9CB4-B75808BDE707}" presName="compNode" presStyleCnt="0"/>
      <dgm:spPr/>
    </dgm:pt>
    <dgm:pt modelId="{070D330E-7254-4600-8D48-CD364CE65564}" type="pres">
      <dgm:prSet presAssocID="{9CC0DD29-8539-463B-9CB4-B75808BDE707}" presName="bkgdShape" presStyleLbl="node1" presStyleIdx="1" presStyleCnt="4"/>
      <dgm:spPr/>
    </dgm:pt>
    <dgm:pt modelId="{D2C0195F-428E-4148-82CE-1385C1DB46E6}" type="pres">
      <dgm:prSet presAssocID="{9CC0DD29-8539-463B-9CB4-B75808BDE707}" presName="nodeTx" presStyleLbl="node1" presStyleIdx="1" presStyleCnt="4">
        <dgm:presLayoutVars>
          <dgm:bulletEnabled val="1"/>
        </dgm:presLayoutVars>
      </dgm:prSet>
      <dgm:spPr/>
    </dgm:pt>
    <dgm:pt modelId="{E4D3F613-76D2-4561-B4C8-00681A5F72D2}" type="pres">
      <dgm:prSet presAssocID="{9CC0DD29-8539-463B-9CB4-B75808BDE707}" presName="invisiNode" presStyleLbl="node1" presStyleIdx="1" presStyleCnt="4"/>
      <dgm:spPr/>
    </dgm:pt>
    <dgm:pt modelId="{A25043F2-55EC-4160-BE73-828FED4DAB2D}" type="pres">
      <dgm:prSet presAssocID="{9CC0DD29-8539-463B-9CB4-B75808BDE707}" presName="imagNode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5163338F-ED3A-44FA-821B-706C516767CE}" type="pres">
      <dgm:prSet presAssocID="{F4C54965-4549-449F-8488-16EE9828ED04}" presName="sibTrans" presStyleLbl="sibTrans2D1" presStyleIdx="0" presStyleCnt="0"/>
      <dgm:spPr/>
    </dgm:pt>
    <dgm:pt modelId="{DC9E7F09-4C41-42CA-928F-138DA346015C}" type="pres">
      <dgm:prSet presAssocID="{F5DDC785-44C5-4FDA-A55E-B2D32CA94DDB}" presName="compNode" presStyleCnt="0"/>
      <dgm:spPr/>
    </dgm:pt>
    <dgm:pt modelId="{06EA51B3-0F8F-4E4E-913A-A2F9E44FD517}" type="pres">
      <dgm:prSet presAssocID="{F5DDC785-44C5-4FDA-A55E-B2D32CA94DDB}" presName="bkgdShape" presStyleLbl="node1" presStyleIdx="2" presStyleCnt="4"/>
      <dgm:spPr/>
    </dgm:pt>
    <dgm:pt modelId="{3AE05FED-45E3-441D-9F57-29BDDEC494ED}" type="pres">
      <dgm:prSet presAssocID="{F5DDC785-44C5-4FDA-A55E-B2D32CA94DDB}" presName="nodeTx" presStyleLbl="node1" presStyleIdx="2" presStyleCnt="4">
        <dgm:presLayoutVars>
          <dgm:bulletEnabled val="1"/>
        </dgm:presLayoutVars>
      </dgm:prSet>
      <dgm:spPr/>
    </dgm:pt>
    <dgm:pt modelId="{A4E70D69-565B-4C71-BFC1-66E48DEAA6E8}" type="pres">
      <dgm:prSet presAssocID="{F5DDC785-44C5-4FDA-A55E-B2D32CA94DDB}" presName="invisiNode" presStyleLbl="node1" presStyleIdx="2" presStyleCnt="4"/>
      <dgm:spPr/>
    </dgm:pt>
    <dgm:pt modelId="{9F535A3F-8E08-4ED1-A365-4437B9D6F8F6}" type="pres">
      <dgm:prSet presAssocID="{F5DDC785-44C5-4FDA-A55E-B2D32CA94DDB}" presName="imagNode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  <dgm:pt modelId="{32A05559-CF08-4656-B8BA-015C10C0AC21}" type="pres">
      <dgm:prSet presAssocID="{CBB8991B-EFB9-4520-820D-D60AE05C9D16}" presName="sibTrans" presStyleLbl="sibTrans2D1" presStyleIdx="0" presStyleCnt="0"/>
      <dgm:spPr/>
    </dgm:pt>
    <dgm:pt modelId="{7A499AF7-2ECB-4FEF-9BFF-0DFACDFED0A1}" type="pres">
      <dgm:prSet presAssocID="{21256643-FF5F-4B12-AA8A-5B1AD34A5C83}" presName="compNode" presStyleCnt="0"/>
      <dgm:spPr/>
    </dgm:pt>
    <dgm:pt modelId="{306E6D7D-A6F6-4A73-9C57-446155CBF95C}" type="pres">
      <dgm:prSet presAssocID="{21256643-FF5F-4B12-AA8A-5B1AD34A5C83}" presName="bkgdShape" presStyleLbl="node1" presStyleIdx="3" presStyleCnt="4"/>
      <dgm:spPr/>
    </dgm:pt>
    <dgm:pt modelId="{60847C25-1455-4A30-A3D0-C835E3689C17}" type="pres">
      <dgm:prSet presAssocID="{21256643-FF5F-4B12-AA8A-5B1AD34A5C83}" presName="nodeTx" presStyleLbl="node1" presStyleIdx="3" presStyleCnt="4">
        <dgm:presLayoutVars>
          <dgm:bulletEnabled val="1"/>
        </dgm:presLayoutVars>
      </dgm:prSet>
      <dgm:spPr/>
    </dgm:pt>
    <dgm:pt modelId="{BA4739D2-4186-4917-8F2A-DA87ECDD8F11}" type="pres">
      <dgm:prSet presAssocID="{21256643-FF5F-4B12-AA8A-5B1AD34A5C83}" presName="invisiNode" presStyleLbl="node1" presStyleIdx="3" presStyleCnt="4"/>
      <dgm:spPr/>
    </dgm:pt>
    <dgm:pt modelId="{09553213-0676-49D2-9A59-87DCE15D070A}" type="pres">
      <dgm:prSet presAssocID="{21256643-FF5F-4B12-AA8A-5B1AD34A5C83}" presName="imagNode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</dgm:pt>
  </dgm:ptLst>
  <dgm:cxnLst>
    <dgm:cxn modelId="{C772A902-14E0-4804-B9F5-C5B175ED5520}" type="presOf" srcId="{F5DDC785-44C5-4FDA-A55E-B2D32CA94DDB}" destId="{06EA51B3-0F8F-4E4E-913A-A2F9E44FD517}" srcOrd="0" destOrd="0" presId="urn:microsoft.com/office/officeart/2005/8/layout/hList7"/>
    <dgm:cxn modelId="{3A9C4D25-4AED-4272-995E-7F7DE8EABEFE}" type="presOf" srcId="{8285DC89-D775-4C6A-B019-F2E696CAE243}" destId="{F6185F72-F5AC-4B38-B1D3-6F521B63E35A}" srcOrd="1" destOrd="0" presId="urn:microsoft.com/office/officeart/2005/8/layout/hList7"/>
    <dgm:cxn modelId="{38FB0768-AB95-4B53-B32D-55815D07D458}" type="presOf" srcId="{9CC0DD29-8539-463B-9CB4-B75808BDE707}" destId="{D2C0195F-428E-4148-82CE-1385C1DB46E6}" srcOrd="1" destOrd="0" presId="urn:microsoft.com/office/officeart/2005/8/layout/hList7"/>
    <dgm:cxn modelId="{B1BA0E6A-9F38-4B93-A77A-D550A2CE5664}" type="presOf" srcId="{21256643-FF5F-4B12-AA8A-5B1AD34A5C83}" destId="{60847C25-1455-4A30-A3D0-C835E3689C17}" srcOrd="1" destOrd="0" presId="urn:microsoft.com/office/officeart/2005/8/layout/hList7"/>
    <dgm:cxn modelId="{7F6DB36C-CB83-45F6-9291-22D8472A5C1C}" type="presOf" srcId="{CBB8991B-EFB9-4520-820D-D60AE05C9D16}" destId="{32A05559-CF08-4656-B8BA-015C10C0AC21}" srcOrd="0" destOrd="0" presId="urn:microsoft.com/office/officeart/2005/8/layout/hList7"/>
    <dgm:cxn modelId="{4EC15373-0797-45FC-9C2B-1BCED7D5A273}" type="presOf" srcId="{A47A296F-0010-4A30-A289-B4D34F862828}" destId="{3E2651DE-6854-4722-A7A1-ABC46BF2A949}" srcOrd="0" destOrd="0" presId="urn:microsoft.com/office/officeart/2005/8/layout/hList7"/>
    <dgm:cxn modelId="{85277DA1-37E6-42F8-9F90-52A4B8E687B0}" type="presOf" srcId="{8285DC89-D775-4C6A-B019-F2E696CAE243}" destId="{07867FE1-DE89-4D45-AA0F-20A72517E596}" srcOrd="0" destOrd="0" presId="urn:microsoft.com/office/officeart/2005/8/layout/hList7"/>
    <dgm:cxn modelId="{ECAE47BA-7B5F-4A4B-B838-20B6404AF4DD}" srcId="{A47A296F-0010-4A30-A289-B4D34F862828}" destId="{F5DDC785-44C5-4FDA-A55E-B2D32CA94DDB}" srcOrd="2" destOrd="0" parTransId="{7D0F0461-F303-4C16-8FC8-DED336D3AA1C}" sibTransId="{CBB8991B-EFB9-4520-820D-D60AE05C9D16}"/>
    <dgm:cxn modelId="{CC77AFC2-D094-49E9-9C93-8ACC99E06ECD}" type="presOf" srcId="{21256643-FF5F-4B12-AA8A-5B1AD34A5C83}" destId="{306E6D7D-A6F6-4A73-9C57-446155CBF95C}" srcOrd="0" destOrd="0" presId="urn:microsoft.com/office/officeart/2005/8/layout/hList7"/>
    <dgm:cxn modelId="{202194D6-9230-4EB8-BB27-B39DD7EF5C2E}" type="presOf" srcId="{F5DDC785-44C5-4FDA-A55E-B2D32CA94DDB}" destId="{3AE05FED-45E3-441D-9F57-29BDDEC494ED}" srcOrd="1" destOrd="0" presId="urn:microsoft.com/office/officeart/2005/8/layout/hList7"/>
    <dgm:cxn modelId="{0DDB21D8-A066-4AF3-BDC6-9F4B50A887F5}" type="presOf" srcId="{9CC0DD29-8539-463B-9CB4-B75808BDE707}" destId="{070D330E-7254-4600-8D48-CD364CE65564}" srcOrd="0" destOrd="0" presId="urn:microsoft.com/office/officeart/2005/8/layout/hList7"/>
    <dgm:cxn modelId="{D93E13DE-8B44-45DC-B153-BE23F07E0F47}" srcId="{A47A296F-0010-4A30-A289-B4D34F862828}" destId="{8285DC89-D775-4C6A-B019-F2E696CAE243}" srcOrd="0" destOrd="0" parTransId="{0AD66D87-A88A-4BBE-9A6A-DC57E47DFC89}" sibTransId="{89CE688D-4E4F-4C96-8A9A-1C9864704010}"/>
    <dgm:cxn modelId="{2DB841E0-232F-4370-A777-72CE72500EE9}" srcId="{A47A296F-0010-4A30-A289-B4D34F862828}" destId="{21256643-FF5F-4B12-AA8A-5B1AD34A5C83}" srcOrd="3" destOrd="0" parTransId="{6DF8B6C5-B6F3-48F2-A6DA-CDDF08C52761}" sibTransId="{1E489107-C911-4158-BF03-E161F027222D}"/>
    <dgm:cxn modelId="{03999CED-C14D-444D-9B40-681130042F14}" type="presOf" srcId="{89CE688D-4E4F-4C96-8A9A-1C9864704010}" destId="{DA110CF7-3894-46A6-A521-874D597DBBA0}" srcOrd="0" destOrd="0" presId="urn:microsoft.com/office/officeart/2005/8/layout/hList7"/>
    <dgm:cxn modelId="{FEC605F5-CBFA-4A01-9F99-F0B4D8818E73}" srcId="{A47A296F-0010-4A30-A289-B4D34F862828}" destId="{9CC0DD29-8539-463B-9CB4-B75808BDE707}" srcOrd="1" destOrd="0" parTransId="{894EB03E-D79D-4747-A2D5-8B5B5BA896C1}" sibTransId="{F4C54965-4549-449F-8488-16EE9828ED04}"/>
    <dgm:cxn modelId="{9A3B4DFA-871C-465B-BA15-12174B4B94BC}" type="presOf" srcId="{F4C54965-4549-449F-8488-16EE9828ED04}" destId="{5163338F-ED3A-44FA-821B-706C516767CE}" srcOrd="0" destOrd="0" presId="urn:microsoft.com/office/officeart/2005/8/layout/hList7"/>
    <dgm:cxn modelId="{8FE44375-7129-49B5-8D56-6F768685D477}" type="presParOf" srcId="{3E2651DE-6854-4722-A7A1-ABC46BF2A949}" destId="{25BB02EE-E02E-47BD-96F5-AD931CFB2766}" srcOrd="0" destOrd="0" presId="urn:microsoft.com/office/officeart/2005/8/layout/hList7"/>
    <dgm:cxn modelId="{BBECE79B-C540-41F1-834C-64AC0ECEBD1B}" type="presParOf" srcId="{3E2651DE-6854-4722-A7A1-ABC46BF2A949}" destId="{18B2CD33-25C3-4CFC-BC9F-7422B2323789}" srcOrd="1" destOrd="0" presId="urn:microsoft.com/office/officeart/2005/8/layout/hList7"/>
    <dgm:cxn modelId="{59E84B84-F1E6-44C5-83A5-1D5159A0B77D}" type="presParOf" srcId="{18B2CD33-25C3-4CFC-BC9F-7422B2323789}" destId="{8BA1B206-F825-4D9E-B7D0-37E8E5DD4031}" srcOrd="0" destOrd="0" presId="urn:microsoft.com/office/officeart/2005/8/layout/hList7"/>
    <dgm:cxn modelId="{466910C9-C7D1-489A-B811-9929E46A6E76}" type="presParOf" srcId="{8BA1B206-F825-4D9E-B7D0-37E8E5DD4031}" destId="{07867FE1-DE89-4D45-AA0F-20A72517E596}" srcOrd="0" destOrd="0" presId="urn:microsoft.com/office/officeart/2005/8/layout/hList7"/>
    <dgm:cxn modelId="{2C521783-BBEE-4C93-9BA6-28CFEEF6A10A}" type="presParOf" srcId="{8BA1B206-F825-4D9E-B7D0-37E8E5DD4031}" destId="{F6185F72-F5AC-4B38-B1D3-6F521B63E35A}" srcOrd="1" destOrd="0" presId="urn:microsoft.com/office/officeart/2005/8/layout/hList7"/>
    <dgm:cxn modelId="{084FFB9F-BD03-4A48-A362-BB439201B878}" type="presParOf" srcId="{8BA1B206-F825-4D9E-B7D0-37E8E5DD4031}" destId="{E00A2DAB-3559-4DBF-BAC4-328714068385}" srcOrd="2" destOrd="0" presId="urn:microsoft.com/office/officeart/2005/8/layout/hList7"/>
    <dgm:cxn modelId="{E8F59D3D-A2ED-43B7-946E-6718A2A3EB64}" type="presParOf" srcId="{8BA1B206-F825-4D9E-B7D0-37E8E5DD4031}" destId="{845CDB12-8F33-4947-95BC-B5388950A03B}" srcOrd="3" destOrd="0" presId="urn:microsoft.com/office/officeart/2005/8/layout/hList7"/>
    <dgm:cxn modelId="{A82730E5-37F4-4B71-AF75-CACF29DEA4D9}" type="presParOf" srcId="{18B2CD33-25C3-4CFC-BC9F-7422B2323789}" destId="{DA110CF7-3894-46A6-A521-874D597DBBA0}" srcOrd="1" destOrd="0" presId="urn:microsoft.com/office/officeart/2005/8/layout/hList7"/>
    <dgm:cxn modelId="{9AB54DAB-6B1A-4B64-88FB-099991AC00B4}" type="presParOf" srcId="{18B2CD33-25C3-4CFC-BC9F-7422B2323789}" destId="{88B24173-CFA1-409A-82BC-10FD106B6909}" srcOrd="2" destOrd="0" presId="urn:microsoft.com/office/officeart/2005/8/layout/hList7"/>
    <dgm:cxn modelId="{F6704E6F-E54B-4AD7-A85B-919FA8FACEB3}" type="presParOf" srcId="{88B24173-CFA1-409A-82BC-10FD106B6909}" destId="{070D330E-7254-4600-8D48-CD364CE65564}" srcOrd="0" destOrd="0" presId="urn:microsoft.com/office/officeart/2005/8/layout/hList7"/>
    <dgm:cxn modelId="{54ABA99C-F50B-4F5C-8CBB-6D7E08614CA9}" type="presParOf" srcId="{88B24173-CFA1-409A-82BC-10FD106B6909}" destId="{D2C0195F-428E-4148-82CE-1385C1DB46E6}" srcOrd="1" destOrd="0" presId="urn:microsoft.com/office/officeart/2005/8/layout/hList7"/>
    <dgm:cxn modelId="{7A50D1A4-C6C3-457E-9738-D6A54B9F1603}" type="presParOf" srcId="{88B24173-CFA1-409A-82BC-10FD106B6909}" destId="{E4D3F613-76D2-4561-B4C8-00681A5F72D2}" srcOrd="2" destOrd="0" presId="urn:microsoft.com/office/officeart/2005/8/layout/hList7"/>
    <dgm:cxn modelId="{245FE027-32CD-455A-8092-5FDA8D7C7EA7}" type="presParOf" srcId="{88B24173-CFA1-409A-82BC-10FD106B6909}" destId="{A25043F2-55EC-4160-BE73-828FED4DAB2D}" srcOrd="3" destOrd="0" presId="urn:microsoft.com/office/officeart/2005/8/layout/hList7"/>
    <dgm:cxn modelId="{F93EE627-F460-478F-BCF2-CF980E4D593B}" type="presParOf" srcId="{18B2CD33-25C3-4CFC-BC9F-7422B2323789}" destId="{5163338F-ED3A-44FA-821B-706C516767CE}" srcOrd="3" destOrd="0" presId="urn:microsoft.com/office/officeart/2005/8/layout/hList7"/>
    <dgm:cxn modelId="{028103A5-9CD3-4B83-92B7-E8C57394E828}" type="presParOf" srcId="{18B2CD33-25C3-4CFC-BC9F-7422B2323789}" destId="{DC9E7F09-4C41-42CA-928F-138DA346015C}" srcOrd="4" destOrd="0" presId="urn:microsoft.com/office/officeart/2005/8/layout/hList7"/>
    <dgm:cxn modelId="{8E175173-DE7E-4F5E-93AD-7462A1216CE2}" type="presParOf" srcId="{DC9E7F09-4C41-42CA-928F-138DA346015C}" destId="{06EA51B3-0F8F-4E4E-913A-A2F9E44FD517}" srcOrd="0" destOrd="0" presId="urn:microsoft.com/office/officeart/2005/8/layout/hList7"/>
    <dgm:cxn modelId="{4C74BF3A-1B7F-4626-97F2-97A69C006EFB}" type="presParOf" srcId="{DC9E7F09-4C41-42CA-928F-138DA346015C}" destId="{3AE05FED-45E3-441D-9F57-29BDDEC494ED}" srcOrd="1" destOrd="0" presId="urn:microsoft.com/office/officeart/2005/8/layout/hList7"/>
    <dgm:cxn modelId="{C941251F-9887-460A-B294-12CD033DBFFD}" type="presParOf" srcId="{DC9E7F09-4C41-42CA-928F-138DA346015C}" destId="{A4E70D69-565B-4C71-BFC1-66E48DEAA6E8}" srcOrd="2" destOrd="0" presId="urn:microsoft.com/office/officeart/2005/8/layout/hList7"/>
    <dgm:cxn modelId="{726773D6-5D8D-413A-A145-B58463BB2C20}" type="presParOf" srcId="{DC9E7F09-4C41-42CA-928F-138DA346015C}" destId="{9F535A3F-8E08-4ED1-A365-4437B9D6F8F6}" srcOrd="3" destOrd="0" presId="urn:microsoft.com/office/officeart/2005/8/layout/hList7"/>
    <dgm:cxn modelId="{C04CDC5C-9F1C-4417-8DFB-2EC95FB5CD9E}" type="presParOf" srcId="{18B2CD33-25C3-4CFC-BC9F-7422B2323789}" destId="{32A05559-CF08-4656-B8BA-015C10C0AC21}" srcOrd="5" destOrd="0" presId="urn:microsoft.com/office/officeart/2005/8/layout/hList7"/>
    <dgm:cxn modelId="{8AC08210-E312-48A1-AE8B-95A2BCCA7E19}" type="presParOf" srcId="{18B2CD33-25C3-4CFC-BC9F-7422B2323789}" destId="{7A499AF7-2ECB-4FEF-9BFF-0DFACDFED0A1}" srcOrd="6" destOrd="0" presId="urn:microsoft.com/office/officeart/2005/8/layout/hList7"/>
    <dgm:cxn modelId="{33972329-9637-4481-8A14-082D9E23AB56}" type="presParOf" srcId="{7A499AF7-2ECB-4FEF-9BFF-0DFACDFED0A1}" destId="{306E6D7D-A6F6-4A73-9C57-446155CBF95C}" srcOrd="0" destOrd="0" presId="urn:microsoft.com/office/officeart/2005/8/layout/hList7"/>
    <dgm:cxn modelId="{B36CDA4C-2257-4484-BC44-8AFA771D42CD}" type="presParOf" srcId="{7A499AF7-2ECB-4FEF-9BFF-0DFACDFED0A1}" destId="{60847C25-1455-4A30-A3D0-C835E3689C17}" srcOrd="1" destOrd="0" presId="urn:microsoft.com/office/officeart/2005/8/layout/hList7"/>
    <dgm:cxn modelId="{6646EBEA-096F-4D43-BB30-EE056C18C5B2}" type="presParOf" srcId="{7A499AF7-2ECB-4FEF-9BFF-0DFACDFED0A1}" destId="{BA4739D2-4186-4917-8F2A-DA87ECDD8F11}" srcOrd="2" destOrd="0" presId="urn:microsoft.com/office/officeart/2005/8/layout/hList7"/>
    <dgm:cxn modelId="{E1CC661E-5CB7-4638-B0F5-3CD83AEEB6E7}" type="presParOf" srcId="{7A499AF7-2ECB-4FEF-9BFF-0DFACDFED0A1}" destId="{09553213-0676-49D2-9A59-87DCE15D070A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7FE1-DE89-4D45-AA0F-20A72517E596}">
      <dsp:nvSpPr>
        <dsp:cNvPr id="0" name=""/>
        <dsp:cNvSpPr/>
      </dsp:nvSpPr>
      <dsp:spPr>
        <a:xfrm>
          <a:off x="2451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kern="1200"/>
            <a:t>Acting Humanly</a:t>
          </a:r>
        </a:p>
      </dsp:txBody>
      <dsp:txXfrm>
        <a:off x="2451" y="1740535"/>
        <a:ext cx="2569852" cy="1740535"/>
      </dsp:txXfrm>
    </dsp:sp>
    <dsp:sp modelId="{845CDB12-8F33-4947-95BC-B5388950A03B}">
      <dsp:nvSpPr>
        <dsp:cNvPr id="0" name=""/>
        <dsp:cNvSpPr/>
      </dsp:nvSpPr>
      <dsp:spPr>
        <a:xfrm>
          <a:off x="562880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D330E-7254-4600-8D48-CD364CE65564}">
      <dsp:nvSpPr>
        <dsp:cNvPr id="0" name=""/>
        <dsp:cNvSpPr/>
      </dsp:nvSpPr>
      <dsp:spPr>
        <a:xfrm>
          <a:off x="2649399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hueOff val="-282184"/>
            <a:satOff val="-1988"/>
            <a:lumOff val="20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kern="1200"/>
            <a:t>Thinking Humanly</a:t>
          </a:r>
        </a:p>
      </dsp:txBody>
      <dsp:txXfrm>
        <a:off x="2649399" y="1740535"/>
        <a:ext cx="2569852" cy="1740535"/>
      </dsp:txXfrm>
    </dsp:sp>
    <dsp:sp modelId="{A25043F2-55EC-4160-BE73-828FED4DAB2D}">
      <dsp:nvSpPr>
        <dsp:cNvPr id="0" name=""/>
        <dsp:cNvSpPr/>
      </dsp:nvSpPr>
      <dsp:spPr>
        <a:xfrm>
          <a:off x="3209828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A51B3-0F8F-4E4E-913A-A2F9E44FD517}">
      <dsp:nvSpPr>
        <dsp:cNvPr id="0" name=""/>
        <dsp:cNvSpPr/>
      </dsp:nvSpPr>
      <dsp:spPr>
        <a:xfrm>
          <a:off x="5296347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hueOff val="-564368"/>
            <a:satOff val="-3976"/>
            <a:lumOff val="40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kern="1200"/>
            <a:t>Thinking Rationally</a:t>
          </a:r>
        </a:p>
      </dsp:txBody>
      <dsp:txXfrm>
        <a:off x="5296347" y="1740535"/>
        <a:ext cx="2569852" cy="1740535"/>
      </dsp:txXfrm>
    </dsp:sp>
    <dsp:sp modelId="{9F535A3F-8E08-4ED1-A365-4437B9D6F8F6}">
      <dsp:nvSpPr>
        <dsp:cNvPr id="0" name=""/>
        <dsp:cNvSpPr/>
      </dsp:nvSpPr>
      <dsp:spPr>
        <a:xfrm>
          <a:off x="5856776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E6D7D-A6F6-4A73-9C57-446155CBF95C}">
      <dsp:nvSpPr>
        <dsp:cNvPr id="0" name=""/>
        <dsp:cNvSpPr/>
      </dsp:nvSpPr>
      <dsp:spPr>
        <a:xfrm>
          <a:off x="7943295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hueOff val="-846552"/>
            <a:satOff val="-5964"/>
            <a:lumOff val="60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800" kern="1200"/>
            <a:t>Acting Rationally</a:t>
          </a:r>
        </a:p>
      </dsp:txBody>
      <dsp:txXfrm>
        <a:off x="7943295" y="1740535"/>
        <a:ext cx="2569852" cy="1740535"/>
      </dsp:txXfrm>
    </dsp:sp>
    <dsp:sp modelId="{09553213-0676-49D2-9A59-87DCE15D070A}">
      <dsp:nvSpPr>
        <dsp:cNvPr id="0" name=""/>
        <dsp:cNvSpPr/>
      </dsp:nvSpPr>
      <dsp:spPr>
        <a:xfrm>
          <a:off x="8503724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B02EE-E02E-47BD-96F5-AD931CFB2766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25A1F-1CDC-4074-893A-5899111F5ABD}" type="datetimeFigureOut">
              <a:rPr lang="id-ID" smtClean="0"/>
              <a:t>13/03/2024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E874E-D680-4190-B4F6-A9A7BE5D0CA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6150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DCB56-DE58-4F64-B9CF-BA8F1134BDC6}" type="datetimeFigureOut">
              <a:rPr lang="id-ID" smtClean="0"/>
              <a:pPr/>
              <a:t>13/03/2024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351D7-7B69-40B9-8EEA-B4FEF26EED31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426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FDB574-563D-4D87-9D2A-130E6828E48B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40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17A178-F865-47D9-9900-0D31C46DDC39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35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67A758-7AE8-4960-B8E2-6AB673A12A2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4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67A758-7AE8-4960-B8E2-6AB673A12A26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597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21AF00-F821-444A-AC34-45FE2BEABDF9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42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Rectangle 66"/>
          <p:cNvSpPr>
            <a:spLocks noChangeArrowheads="1"/>
          </p:cNvSpPr>
          <p:nvPr/>
        </p:nvSpPr>
        <p:spPr bwMode="gray">
          <a:xfrm>
            <a:off x="3048000" y="3124200"/>
            <a:ext cx="9144000" cy="6096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d-ID"/>
          </a:p>
        </p:txBody>
      </p:sp>
      <p:sp>
        <p:nvSpPr>
          <p:cNvPr id="3139" name="Rectangle 67"/>
          <p:cNvSpPr>
            <a:spLocks noChangeArrowheads="1"/>
          </p:cNvSpPr>
          <p:nvPr/>
        </p:nvSpPr>
        <p:spPr bwMode="gray">
          <a:xfrm>
            <a:off x="0" y="3124200"/>
            <a:ext cx="12192000" cy="152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d-ID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51201" y="3048000"/>
            <a:ext cx="8834967" cy="762000"/>
          </a:xfrm>
        </p:spPr>
        <p:txBody>
          <a:bodyPr/>
          <a:lstStyle>
            <a:lvl1pPr>
              <a:defRPr baseline="0"/>
            </a:lvl1pPr>
          </a:lstStyle>
          <a:p>
            <a:endParaRPr lang="en-AU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7600" y="5257800"/>
            <a:ext cx="103632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 baseline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31241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344" y="692696"/>
            <a:ext cx="2765805" cy="18209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2438" indent="-452438">
              <a:defRPr b="0"/>
            </a:lvl1pPr>
            <a:lvl2pPr marL="895350" indent="-438150">
              <a:buFont typeface="Wingdings" panose="05000000000000000000" pitchFamily="2" charset="2"/>
              <a:buChar char="§"/>
              <a:defRPr/>
            </a:lvl2pPr>
            <a:lvl3pPr marL="1347788" indent="-433388">
              <a:buFont typeface="Wingdings" panose="05000000000000000000" pitchFamily="2" charset="2"/>
              <a:buChar char="ü"/>
              <a:defRPr/>
            </a:lvl3pPr>
            <a:lvl4pPr marL="1790700" indent="-419100">
              <a:buFont typeface="Wingdings" panose="05000000000000000000" pitchFamily="2" charset="2"/>
              <a:buChar char="v"/>
              <a:defRPr/>
            </a:lvl4pPr>
            <a:lvl5pPr marL="2243138" indent="-414338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538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38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08" y="476672"/>
            <a:ext cx="10814992" cy="9409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31838"/>
            <a:ext cx="2794000" cy="5592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31838"/>
            <a:ext cx="8178800" cy="5592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31838"/>
            <a:ext cx="10871200" cy="563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71600"/>
            <a:ext cx="10972800" cy="4953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id-ID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Fakultas Teknologi Informasi dan Sains Data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B417D-0F77-4CD1-969F-677F250FF3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68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3802">
              <a:schemeClr val="accent6">
                <a:lumMod val="60000"/>
                <a:lumOff val="40000"/>
              </a:schemeClr>
            </a:gs>
            <a:gs pos="51134">
              <a:srgbClr val="E8D7B6"/>
            </a:gs>
            <a:gs pos="37000">
              <a:schemeClr val="accent6">
                <a:lumMod val="40000"/>
                <a:lumOff val="6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Group 68"/>
          <p:cNvGrpSpPr>
            <a:grpSpLocks/>
          </p:cNvGrpSpPr>
          <p:nvPr/>
        </p:nvGrpSpPr>
        <p:grpSpPr bwMode="auto">
          <a:xfrm>
            <a:off x="0" y="685800"/>
            <a:ext cx="12192000" cy="609600"/>
            <a:chOff x="0" y="432"/>
            <a:chExt cx="5760" cy="384"/>
          </a:xfrm>
        </p:grpSpPr>
        <p:sp>
          <p:nvSpPr>
            <p:cNvPr id="1093" name="Rectangle 69"/>
            <p:cNvSpPr>
              <a:spLocks noChangeArrowheads="1"/>
            </p:cNvSpPr>
            <p:nvPr userDrawn="1"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094" name="Rectangle 70"/>
            <p:cNvSpPr>
              <a:spLocks noChangeArrowheads="1"/>
            </p:cNvSpPr>
            <p:nvPr userDrawn="1"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d-ID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731838"/>
            <a:ext cx="10871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AU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336" y="42266"/>
            <a:ext cx="648072" cy="601267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 userDrawn="1"/>
        </p:nvSpPr>
        <p:spPr bwMode="white">
          <a:xfrm>
            <a:off x="9353551" y="42266"/>
            <a:ext cx="2838449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algn="ctr"/>
            <a:r>
              <a:rPr lang="id-ID" sz="1500" kern="0" dirty="0">
                <a:solidFill>
                  <a:schemeClr val="tx1"/>
                </a:solidFill>
                <a:effectLst/>
              </a:rPr>
              <a:t>FAKULTAS </a:t>
            </a:r>
          </a:p>
          <a:p>
            <a:pPr algn="ctr"/>
            <a:r>
              <a:rPr lang="id-ID" sz="1500" kern="0" dirty="0">
                <a:solidFill>
                  <a:schemeClr val="tx1"/>
                </a:solidFill>
                <a:effectLst/>
              </a:rPr>
              <a:t>TEKNOLOGI</a:t>
            </a:r>
            <a:r>
              <a:rPr lang="id-ID" sz="1500" kern="0" baseline="0" dirty="0">
                <a:solidFill>
                  <a:schemeClr val="tx1"/>
                </a:solidFill>
                <a:effectLst/>
              </a:rPr>
              <a:t> INFORMASI</a:t>
            </a:r>
            <a:endParaRPr lang="en-AU" sz="1500" kern="0" dirty="0"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09798" y="-33238"/>
            <a:ext cx="8443753" cy="7259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800" b="1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4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udl.eu/doi/10.4108/eai.20-1-2018.2281891" TargetMode="External"/><Relationship Id="rId2" Type="http://schemas.openxmlformats.org/officeDocument/2006/relationships/hyperlink" Target="https://link.springer.com/chapter/10.1007/978-981-15-0637-6_3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25162420_Artificial_Intelligence_for_Diabetes_Management_and_Decision_Support_Literature_Review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75D0B-C3C5-85A0-54AD-701C5A9B7B21}"/>
              </a:ext>
            </a:extLst>
          </p:cNvPr>
          <p:cNvSpPr txBox="1"/>
          <p:nvPr/>
        </p:nvSpPr>
        <p:spPr>
          <a:xfrm>
            <a:off x="2711624" y="2709286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+mj-lt"/>
              </a:rPr>
              <a:t>Konsep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kecerdasan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buatan</a:t>
            </a:r>
            <a:endParaRPr lang="en-I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379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Tujuan Pembelajaran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Mahasiswa mampu memaham</a:t>
            </a:r>
            <a:r>
              <a:rPr lang="en-ID" dirty="0" err="1"/>
              <a:t>i</a:t>
            </a:r>
            <a:r>
              <a:rPr lang="en-ID" dirty="0"/>
              <a:t> </a:t>
            </a:r>
            <a:r>
              <a:rPr lang="en-ID" dirty="0" err="1"/>
              <a:t>pengertian</a:t>
            </a:r>
            <a:r>
              <a:rPr lang="en-ID" dirty="0"/>
              <a:t> dan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buatan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penerapannya</a:t>
            </a:r>
            <a:r>
              <a:rPr lang="en-ID" dirty="0"/>
              <a:t> di </a:t>
            </a:r>
            <a:r>
              <a:rPr lang="en-ID" dirty="0" err="1"/>
              <a:t>kehidupan</a:t>
            </a:r>
            <a:r>
              <a:rPr lang="en-ID" dirty="0"/>
              <a:t> </a:t>
            </a:r>
            <a:r>
              <a:rPr lang="en-ID" dirty="0" err="1"/>
              <a:t>sehari-hari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1080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Topik Pembahasan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/>
              <a:t>Pengertian AI</a:t>
            </a:r>
          </a:p>
          <a:p>
            <a:r>
              <a:rPr lang="en-ID"/>
              <a:t>Sejarah AI</a:t>
            </a:r>
          </a:p>
          <a:p>
            <a:r>
              <a:rPr lang="en-ID"/>
              <a:t>Cara Kerja AI</a:t>
            </a:r>
          </a:p>
          <a:p>
            <a:r>
              <a:rPr lang="en-ID"/>
              <a:t>Aplikasi AI</a:t>
            </a:r>
          </a:p>
        </p:txBody>
      </p:sp>
    </p:spTree>
    <p:extLst>
      <p:ext uri="{BB962C8B-B14F-4D97-AF65-F5344CB8AC3E}">
        <p14:creationId xmlns:p14="http://schemas.microsoft.com/office/powerpoint/2010/main" val="286272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Apa itu Kecerdasan?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sz="2600"/>
              <a:t>Belajar atau memahami dari pengalaman</a:t>
            </a:r>
          </a:p>
          <a:p>
            <a:r>
              <a:rPr lang="en-ID" sz="2600"/>
              <a:t>Menemukan inti dari pesan yang ambigu atau bertentangan </a:t>
            </a:r>
          </a:p>
          <a:p>
            <a:r>
              <a:rPr lang="en-ID" sz="2600"/>
              <a:t>Merespon dengan cepat dan tepat pada situasi baru </a:t>
            </a:r>
          </a:p>
          <a:p>
            <a:r>
              <a:rPr lang="en-ID" sz="2600"/>
              <a:t>Menggunakan pertimbangan dalam memecahkan persoalan atau mengarahkan tindakan secara efektif</a:t>
            </a:r>
          </a:p>
          <a:p>
            <a:r>
              <a:rPr lang="en-ID" sz="2600"/>
              <a:t>Menghadapi situasi yang membingungkan</a:t>
            </a:r>
          </a:p>
          <a:p>
            <a:r>
              <a:rPr lang="en-ID" sz="2600"/>
              <a:t>Memahami dan menyimpulkan dengan cara rasional biasa</a:t>
            </a:r>
          </a:p>
          <a:p>
            <a:r>
              <a:rPr lang="en-ID" sz="2600"/>
              <a:t>Menerapkan pengetahuan untuk memanipulasi lingkungan</a:t>
            </a:r>
          </a:p>
          <a:p>
            <a:r>
              <a:rPr lang="en-ID" sz="2600"/>
              <a:t>Berfikir dan mempertimbangkan</a:t>
            </a:r>
          </a:p>
        </p:txBody>
      </p:sp>
    </p:spTree>
    <p:extLst>
      <p:ext uri="{BB962C8B-B14F-4D97-AF65-F5344CB8AC3E}">
        <p14:creationId xmlns:p14="http://schemas.microsoft.com/office/powerpoint/2010/main" val="406052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5480" y="1682891"/>
            <a:ext cx="9516680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6000" b="1" dirty="0">
                <a:solidFill>
                  <a:srgbClr val="000000"/>
                </a:solidFill>
              </a:rPr>
              <a:t>artificial intelligence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pPr algn="just"/>
            <a:r>
              <a:rPr lang="en-GB" sz="2800" dirty="0">
                <a:solidFill>
                  <a:srgbClr val="000000"/>
                </a:solidFill>
              </a:rPr>
              <a:t>“the designing and building of </a:t>
            </a:r>
            <a:r>
              <a:rPr lang="en-GB" sz="2800" dirty="0">
                <a:solidFill>
                  <a:srgbClr val="FF0000"/>
                </a:solidFill>
              </a:rPr>
              <a:t>intelligent agents </a:t>
            </a:r>
            <a:r>
              <a:rPr lang="en-GB" sz="2800" dirty="0">
                <a:solidFill>
                  <a:srgbClr val="000000"/>
                </a:solidFill>
              </a:rPr>
              <a:t>that receive </a:t>
            </a:r>
            <a:r>
              <a:rPr lang="en-GB" sz="2800" dirty="0" err="1">
                <a:solidFill>
                  <a:srgbClr val="FF0000"/>
                </a:solidFill>
              </a:rPr>
              <a:t>percepts</a:t>
            </a:r>
            <a:r>
              <a:rPr lang="en-GB" sz="2800" dirty="0">
                <a:solidFill>
                  <a:srgbClr val="000000"/>
                </a:solidFill>
              </a:rPr>
              <a:t> from the </a:t>
            </a:r>
            <a:r>
              <a:rPr lang="en-GB" sz="2800" dirty="0">
                <a:solidFill>
                  <a:srgbClr val="FF0000"/>
                </a:solidFill>
              </a:rPr>
              <a:t>environment</a:t>
            </a:r>
            <a:r>
              <a:rPr lang="en-GB" sz="2800" dirty="0">
                <a:solidFill>
                  <a:srgbClr val="000000"/>
                </a:solidFill>
              </a:rPr>
              <a:t> and take </a:t>
            </a:r>
            <a:r>
              <a:rPr lang="en-GB" sz="2800" dirty="0">
                <a:solidFill>
                  <a:srgbClr val="FF0000"/>
                </a:solidFill>
              </a:rPr>
              <a:t>actions</a:t>
            </a:r>
            <a:r>
              <a:rPr lang="en-GB" sz="2800" dirty="0">
                <a:solidFill>
                  <a:srgbClr val="000000"/>
                </a:solidFill>
              </a:rPr>
              <a:t> that affect that environment”</a:t>
            </a:r>
          </a:p>
          <a:p>
            <a:endParaRPr lang="en-GB" sz="2400" dirty="0">
              <a:solidFill>
                <a:srgbClr val="000000"/>
              </a:solidFill>
            </a:endParaRPr>
          </a:p>
          <a:p>
            <a:pPr algn="r"/>
            <a:r>
              <a:rPr lang="en-GB" sz="2000" i="1" dirty="0">
                <a:solidFill>
                  <a:srgbClr val="000000"/>
                </a:solidFill>
              </a:rPr>
              <a:t>Russel &amp; Norvig, 2016 “Artificial Intelligence: A Modern Approach”</a:t>
            </a:r>
            <a:endParaRPr lang="en-GB" sz="24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67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buatan</a:t>
            </a:r>
            <a:r>
              <a:rPr lang="en-ID" dirty="0"/>
              <a:t>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sz="3600" dirty="0" err="1"/>
              <a:t>Mempunyai</a:t>
            </a:r>
            <a:r>
              <a:rPr lang="en-ID" sz="3600" dirty="0"/>
              <a:t> </a:t>
            </a:r>
            <a:r>
              <a:rPr lang="en-ID" sz="3600" dirty="0" err="1"/>
              <a:t>satu</a:t>
            </a:r>
            <a:r>
              <a:rPr lang="en-ID" sz="3600" dirty="0"/>
              <a:t> </a:t>
            </a:r>
            <a:r>
              <a:rPr lang="en-ID" sz="3600" dirty="0" err="1"/>
              <a:t>atau</a:t>
            </a:r>
            <a:r>
              <a:rPr lang="en-ID" sz="3600" dirty="0"/>
              <a:t> </a:t>
            </a:r>
            <a:r>
              <a:rPr lang="en-ID" sz="3600" dirty="0" err="1"/>
              <a:t>lebih</a:t>
            </a:r>
            <a:r>
              <a:rPr lang="en-ID" sz="3600" dirty="0"/>
              <a:t> </a:t>
            </a:r>
            <a:r>
              <a:rPr lang="en-ID" sz="3600" dirty="0" err="1"/>
              <a:t>sifat</a:t>
            </a:r>
            <a:r>
              <a:rPr lang="en-ID" sz="3600" dirty="0"/>
              <a:t>:</a:t>
            </a:r>
          </a:p>
          <a:p>
            <a:pPr lvl="1"/>
            <a:r>
              <a:rPr lang="en-ID" sz="3200" dirty="0"/>
              <a:t>Mampu </a:t>
            </a:r>
            <a:r>
              <a:rPr lang="en-ID" sz="3200" dirty="0" err="1"/>
              <a:t>mengekstrak</a:t>
            </a:r>
            <a:r>
              <a:rPr lang="en-ID" sz="3200" dirty="0"/>
              <a:t> dan </a:t>
            </a:r>
            <a:r>
              <a:rPr lang="en-ID" sz="3200" dirty="0" err="1"/>
              <a:t>menyimpan</a:t>
            </a:r>
            <a:r>
              <a:rPr lang="en-ID" sz="3200" dirty="0"/>
              <a:t> </a:t>
            </a:r>
            <a:r>
              <a:rPr lang="en-ID" sz="3200" dirty="0" err="1"/>
              <a:t>pengetahuan</a:t>
            </a:r>
            <a:endParaRPr lang="en-ID" sz="3200" dirty="0"/>
          </a:p>
          <a:p>
            <a:pPr lvl="1"/>
            <a:r>
              <a:rPr lang="en-ID" sz="3200" dirty="0"/>
              <a:t>Proses </a:t>
            </a:r>
            <a:r>
              <a:rPr lang="en-ID" sz="3200" dirty="0" err="1"/>
              <a:t>penalaran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</a:t>
            </a:r>
            <a:r>
              <a:rPr lang="en-ID" sz="3200" dirty="0" err="1"/>
              <a:t>manusia</a:t>
            </a:r>
            <a:endParaRPr lang="en-ID" sz="3200" dirty="0"/>
          </a:p>
          <a:p>
            <a:pPr lvl="1"/>
            <a:r>
              <a:rPr lang="en-ID" sz="3200" dirty="0" err="1"/>
              <a:t>Pembelajaran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pengalaman</a:t>
            </a:r>
            <a:r>
              <a:rPr lang="en-ID" sz="3200" dirty="0"/>
              <a:t> (</a:t>
            </a:r>
            <a:r>
              <a:rPr lang="en-ID" sz="3200" dirty="0" err="1"/>
              <a:t>atau</a:t>
            </a:r>
            <a:r>
              <a:rPr lang="en-ID" sz="3200" dirty="0"/>
              <a:t> Training)</a:t>
            </a:r>
          </a:p>
          <a:p>
            <a:pPr lvl="1"/>
            <a:r>
              <a:rPr lang="en-ID" sz="3200" dirty="0" err="1"/>
              <a:t>Berurusan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ekspresi</a:t>
            </a:r>
            <a:r>
              <a:rPr lang="en-ID" sz="3200" dirty="0"/>
              <a:t> </a:t>
            </a:r>
            <a:r>
              <a:rPr lang="en-ID" sz="3200" dirty="0" err="1"/>
              <a:t>tidak</a:t>
            </a:r>
            <a:r>
              <a:rPr lang="en-ID" sz="3200" dirty="0"/>
              <a:t> </a:t>
            </a:r>
            <a:r>
              <a:rPr lang="en-ID" sz="3200" dirty="0" err="1"/>
              <a:t>tepat</a:t>
            </a:r>
            <a:r>
              <a:rPr lang="en-ID" sz="3200" dirty="0"/>
              <a:t>/</a:t>
            </a:r>
            <a:r>
              <a:rPr lang="en-ID" sz="3200" dirty="0" err="1"/>
              <a:t>teliti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fakta</a:t>
            </a:r>
            <a:endParaRPr lang="en-ID" sz="3200" dirty="0"/>
          </a:p>
          <a:p>
            <a:pPr lvl="1"/>
            <a:r>
              <a:rPr lang="en-ID" sz="3200" dirty="0" err="1"/>
              <a:t>Menemukan</a:t>
            </a:r>
            <a:r>
              <a:rPr lang="en-ID" sz="3200" dirty="0"/>
              <a:t> </a:t>
            </a:r>
            <a:r>
              <a:rPr lang="en-ID" sz="3200" dirty="0" err="1"/>
              <a:t>solusi</a:t>
            </a:r>
            <a:r>
              <a:rPr lang="en-ID" sz="3200" dirty="0"/>
              <a:t> </a:t>
            </a:r>
            <a:r>
              <a:rPr lang="en-ID" sz="3200" dirty="0" err="1"/>
              <a:t>melalui</a:t>
            </a:r>
            <a:r>
              <a:rPr lang="en-ID" sz="3200" dirty="0"/>
              <a:t> proses </a:t>
            </a:r>
            <a:r>
              <a:rPr lang="en-ID" sz="3200" dirty="0" err="1"/>
              <a:t>serupa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evolusi</a:t>
            </a:r>
            <a:r>
              <a:rPr lang="en-ID" sz="3200" dirty="0"/>
              <a:t> </a:t>
            </a:r>
            <a:r>
              <a:rPr lang="en-ID" sz="3200" dirty="0" err="1"/>
              <a:t>alami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397688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476672"/>
            <a:ext cx="10871200" cy="563562"/>
          </a:xfrm>
        </p:spPr>
        <p:txBody>
          <a:bodyPr/>
          <a:lstStyle/>
          <a:p>
            <a:r>
              <a:rPr lang="en-ID" dirty="0" err="1"/>
              <a:t>Definisi</a:t>
            </a:r>
            <a:r>
              <a:rPr lang="en-ID" dirty="0"/>
              <a:t> Artificial Intelligence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91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FCAA-B7D0-4944-86CB-66B1D1FF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959008" cy="603250"/>
          </a:xfrm>
        </p:spPr>
        <p:txBody>
          <a:bodyPr/>
          <a:lstStyle/>
          <a:p>
            <a:r>
              <a:rPr lang="en-US" sz="3000" b="1" dirty="0"/>
              <a:t>Acting Humanly (Turing Test Approach) </a:t>
            </a:r>
            <a:endParaRPr lang="en-ID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6E803-D118-4EA9-BBC5-185E863D9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1600"/>
            <a:ext cx="10814993" cy="4876800"/>
          </a:xfrm>
        </p:spPr>
        <p:txBody>
          <a:bodyPr>
            <a:noAutofit/>
          </a:bodyPr>
          <a:lstStyle/>
          <a:p>
            <a:r>
              <a:rPr lang="en-US" sz="2200" dirty="0" err="1">
                <a:latin typeface="Abadi" panose="020B0604020104020204" pitchFamily="34" charset="0"/>
              </a:rPr>
              <a:t>Tahun</a:t>
            </a:r>
            <a:r>
              <a:rPr lang="en-US" sz="2200" dirty="0">
                <a:latin typeface="Abadi" panose="020B0604020104020204" pitchFamily="34" charset="0"/>
              </a:rPr>
              <a:t> 1950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Alan Turing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merancang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suatu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ujian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computer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berintelejensia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untuk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menguji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apakah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computer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mampu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mengelabuhi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seorang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manusia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mengintrogasinya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melalui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teletype (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komunikasi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berbasis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teks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jarak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jauh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).</a:t>
            </a:r>
          </a:p>
          <a:p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Jika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interogator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tidak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dapat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membedakan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diinterogasi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adalah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manusia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atau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computer,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computer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berintelejensia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lolos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Turing Test.</a:t>
            </a:r>
          </a:p>
          <a:p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Komputer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harus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mampu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memiliki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kemampuan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: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NLP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Knowledge representation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Automated Reasoning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Machine learning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Computer vision</a:t>
            </a:r>
          </a:p>
          <a:p>
            <a:pPr lvl="1"/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Robotics</a:t>
            </a:r>
            <a:endParaRPr lang="en-ID" sz="22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E0724-4B73-4BEF-ADFC-CCF30364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6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F97E-C967-403C-9EF7-14C934AA7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022904" cy="990600"/>
          </a:xfrm>
        </p:spPr>
        <p:txBody>
          <a:bodyPr/>
          <a:lstStyle/>
          <a:p>
            <a:r>
              <a:rPr lang="en-US" b="1" dirty="0"/>
              <a:t>Thinking Humanly (</a:t>
            </a:r>
            <a:r>
              <a:rPr lang="en-US" sz="3200" dirty="0"/>
              <a:t>cognitive Modeling Approach)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AE1A7-EDFB-4968-92A3-ABA1A949A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52601"/>
            <a:ext cx="10166921" cy="4288763"/>
          </a:xfrm>
        </p:spPr>
        <p:txBody>
          <a:bodyPr>
            <a:noAutofit/>
          </a:bodyPr>
          <a:lstStyle/>
          <a:p>
            <a:r>
              <a:rPr lang="en-US" sz="2200" dirty="0" err="1">
                <a:latin typeface="Abadi" panose="020B0604020104020204" pitchFamily="34" charset="0"/>
              </a:rPr>
              <a:t>Pendekatan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ini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menggunakan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dua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cara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yaitu</a:t>
            </a:r>
            <a:r>
              <a:rPr lang="en-US" sz="2200" dirty="0">
                <a:latin typeface="Abadi" panose="020B0604020104020204" pitchFamily="34" charset="0"/>
              </a:rPr>
              <a:t> :</a:t>
            </a:r>
          </a:p>
          <a:p>
            <a:pPr lvl="1"/>
            <a:r>
              <a:rPr lang="en-US" sz="2200" dirty="0" err="1">
                <a:latin typeface="Abadi" panose="020B0604020104020204" pitchFamily="34" charset="0"/>
              </a:rPr>
              <a:t>Melalui</a:t>
            </a:r>
            <a:r>
              <a:rPr lang="en-US" sz="2200" dirty="0">
                <a:latin typeface="Abadi" panose="020B0604020104020204" pitchFamily="34" charset="0"/>
              </a:rPr>
              <a:t> </a:t>
            </a:r>
            <a:r>
              <a:rPr lang="en-US" sz="2200" dirty="0" err="1">
                <a:latin typeface="Abadi" panose="020B0604020104020204" pitchFamily="34" charset="0"/>
              </a:rPr>
              <a:t>Instrospeksi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mencoba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menangkap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pemikiran-pemikiran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kita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sendiri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pada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saat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kita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berfikir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Melalui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eksperimen-eksperimen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psikologis</a:t>
            </a:r>
            <a:endParaRPr lang="en-US" sz="2200" dirty="0">
              <a:latin typeface="Abadi" panose="020B0604020104020204" pitchFamily="34" charset="0"/>
              <a:sym typeface="Wingdings" panose="05000000000000000000" pitchFamily="2" charset="2"/>
            </a:endParaRPr>
          </a:p>
          <a:p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Ketika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kita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berfikirkemudian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menyadari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fikiran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kita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,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pemikiran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sudah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digantikan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dengan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kesadaran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kita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Definisi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initidak</a:t>
            </a:r>
            <a:r>
              <a:rPr lang="en-US" sz="22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Abadi" panose="020B0604020104020204" pitchFamily="34" charset="0"/>
                <a:sym typeface="Wingdings" panose="05000000000000000000" pitchFamily="2" charset="2"/>
              </a:rPr>
              <a:t>logis</a:t>
            </a:r>
            <a:endParaRPr lang="en-ID" sz="22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373B0-F8A8-432B-8C5E-57C6E843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7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5816-4460-4616-9B8D-D0C31DF9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Thinking Rationally (Laws of Thought Approach)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EA397-157A-46C9-9732-9B6FC00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52601"/>
            <a:ext cx="10454953" cy="4288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Terdapat</a:t>
            </a:r>
            <a:r>
              <a:rPr lang="en-US" sz="2400" dirty="0"/>
              <a:t> dua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pendekatan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endParaRPr lang="en-US" sz="2400" dirty="0"/>
          </a:p>
          <a:p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mudah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pengetahuan</a:t>
            </a:r>
            <a:r>
              <a:rPr lang="en-US" sz="2400" dirty="0"/>
              <a:t> informal dan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pengetahuan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formal term</a:t>
            </a:r>
            <a:r>
              <a:rPr lang="en-US" sz="2400" dirty="0"/>
              <a:t> yang </a:t>
            </a:r>
            <a:r>
              <a:rPr lang="en-US" sz="2400" dirty="0" err="1"/>
              <a:t>diperlukan</a:t>
            </a:r>
            <a:r>
              <a:rPr lang="en-US" sz="2400" dirty="0"/>
              <a:t> oleh </a:t>
            </a:r>
            <a:r>
              <a:rPr lang="en-US" sz="2400" dirty="0" err="1"/>
              <a:t>notasi</a:t>
            </a:r>
            <a:r>
              <a:rPr lang="en-US" sz="2400" dirty="0"/>
              <a:t> </a:t>
            </a:r>
            <a:r>
              <a:rPr lang="en-US" sz="2400" dirty="0" err="1"/>
              <a:t>logika</a:t>
            </a:r>
            <a:r>
              <a:rPr lang="en-US" sz="2400" dirty="0" err="1">
                <a:sym typeface="Wingdings" panose="05000000000000000000" pitchFamily="2" charset="2"/>
              </a:rPr>
              <a:t>khususnya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k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etika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pengetahuan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tersebut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memiliki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kepastian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kurang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dari</a:t>
            </a:r>
            <a:r>
              <a:rPr 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100%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 err="1">
                <a:sym typeface="Wingdings" panose="05000000000000000000" pitchFamily="2" charset="2"/>
              </a:rPr>
              <a:t>sudah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ada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pengembangan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kearah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itu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saat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ini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 err="1">
                <a:sym typeface="Wingdings" panose="05000000000000000000" pitchFamily="2" charset="2"/>
              </a:rPr>
              <a:t>Terdapat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perbedaan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besar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antara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dapat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memecahkan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masalah</a:t>
            </a:r>
            <a:r>
              <a:rPr lang="en-US" sz="2400" dirty="0">
                <a:sym typeface="Wingdings" panose="05000000000000000000" pitchFamily="2" charset="2"/>
              </a:rPr>
              <a:t> “</a:t>
            </a:r>
            <a:r>
              <a:rPr lang="en-US" sz="2400" dirty="0" err="1">
                <a:sym typeface="Wingdings" panose="05000000000000000000" pitchFamily="2" charset="2"/>
              </a:rPr>
              <a:t>dalam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prinsip</a:t>
            </a:r>
            <a:r>
              <a:rPr lang="en-US" sz="2400" dirty="0">
                <a:sym typeface="Wingdings" panose="05000000000000000000" pitchFamily="2" charset="2"/>
              </a:rPr>
              <a:t>” dan </a:t>
            </a:r>
            <a:r>
              <a:rPr lang="en-US" sz="2400" dirty="0" err="1">
                <a:sym typeface="Wingdings" panose="05000000000000000000" pitchFamily="2" charset="2"/>
              </a:rPr>
              <a:t>memecahkannya</a:t>
            </a:r>
            <a:r>
              <a:rPr lang="en-US" sz="2400" dirty="0">
                <a:sym typeface="Wingdings" panose="05000000000000000000" pitchFamily="2" charset="2"/>
              </a:rPr>
              <a:t> “ </a:t>
            </a:r>
            <a:r>
              <a:rPr lang="en-US" sz="2400" dirty="0" err="1">
                <a:sym typeface="Wingdings" panose="05000000000000000000" pitchFamily="2" charset="2"/>
              </a:rPr>
              <a:t>dalam</a:t>
            </a:r>
            <a:r>
              <a:rPr lang="en-US" sz="2400" dirty="0">
                <a:sym typeface="Wingdings" panose="05000000000000000000" pitchFamily="2" charset="2"/>
              </a:rPr>
              <a:t> dunia </a:t>
            </a:r>
            <a:r>
              <a:rPr lang="en-US" sz="2400" dirty="0" err="1">
                <a:sym typeface="Wingdings" panose="05000000000000000000" pitchFamily="2" charset="2"/>
              </a:rPr>
              <a:t>nyata</a:t>
            </a:r>
            <a:r>
              <a:rPr lang="en-US" sz="2400" dirty="0">
                <a:sym typeface="Wingdings" panose="05000000000000000000" pitchFamily="2" charset="2"/>
              </a:rPr>
              <a:t>”.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E668-B638-4846-9CB6-8ABA3215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2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E7F8E-F4CD-48FE-9514-01996628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609600"/>
            <a:ext cx="7785913" cy="10668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Acting Rationally (Rational Agent Approach)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8737-072A-4107-A961-956107502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591"/>
            <a:ext cx="10382944" cy="3880773"/>
          </a:xfrm>
        </p:spPr>
        <p:txBody>
          <a:bodyPr>
            <a:normAutofit/>
          </a:bodyPr>
          <a:lstStyle/>
          <a:p>
            <a:r>
              <a:rPr lang="en-US" sz="2200" dirty="0" err="1"/>
              <a:t>Membuat</a:t>
            </a:r>
            <a:r>
              <a:rPr lang="en-US" sz="2200" dirty="0"/>
              <a:t> </a:t>
            </a:r>
            <a:r>
              <a:rPr lang="en-US" sz="2200" dirty="0" err="1"/>
              <a:t>inferensi</a:t>
            </a:r>
            <a:r>
              <a:rPr lang="en-US" sz="2200" dirty="0"/>
              <a:t> yang </a:t>
            </a:r>
            <a:r>
              <a:rPr lang="en-US" sz="2200" dirty="0" err="1"/>
              <a:t>logis</a:t>
            </a:r>
            <a:r>
              <a:rPr lang="en-US" sz="2200" dirty="0"/>
              <a:t>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bagian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rational agent.</a:t>
            </a:r>
          </a:p>
          <a:p>
            <a:r>
              <a:rPr lang="en-US" sz="2200" dirty="0"/>
              <a:t>Hal </a:t>
            </a:r>
            <a:r>
              <a:rPr lang="en-US" sz="2200" dirty="0" err="1"/>
              <a:t>terebut</a:t>
            </a:r>
            <a:r>
              <a:rPr lang="en-US" sz="2200" dirty="0"/>
              <a:t> </a:t>
            </a:r>
            <a:r>
              <a:rPr lang="en-US" sz="2200" dirty="0" err="1"/>
              <a:t>disebabkan</a:t>
            </a:r>
            <a:r>
              <a:rPr lang="en-US" sz="2200" dirty="0"/>
              <a:t> </a:t>
            </a:r>
            <a:r>
              <a:rPr lang="en-US" sz="2200" dirty="0" err="1"/>
              <a:t>satu-satunya</a:t>
            </a:r>
            <a:r>
              <a:rPr lang="en-US" sz="2200" dirty="0"/>
              <a:t> </a:t>
            </a:r>
            <a:r>
              <a:rPr lang="en-US" sz="2200" dirty="0" err="1"/>
              <a:t>cara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melakukan</a:t>
            </a:r>
            <a:r>
              <a:rPr lang="en-US" sz="2200" dirty="0"/>
              <a:t> </a:t>
            </a:r>
            <a:r>
              <a:rPr lang="en-US" sz="2200" dirty="0" err="1"/>
              <a:t>aksi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rasional</a:t>
            </a:r>
            <a:r>
              <a:rPr lang="en-US" sz="2200" dirty="0"/>
              <a:t>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menalar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logis</a:t>
            </a:r>
            <a:endParaRPr lang="en-US" sz="2200" dirty="0"/>
          </a:p>
          <a:p>
            <a:r>
              <a:rPr lang="en-US" sz="2200" dirty="0" err="1"/>
              <a:t>Penalaran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logis</a:t>
            </a:r>
            <a:r>
              <a:rPr lang="en-US" sz="2200" dirty="0" err="1">
                <a:sym typeface="Wingdings" panose="05000000000000000000" pitchFamily="2" charset="2"/>
              </a:rPr>
              <a:t>maka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didapatkan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kesimpulan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bahwa</a:t>
            </a:r>
            <a:r>
              <a:rPr lang="en-US" sz="2200" dirty="0"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sym typeface="Wingdings" panose="05000000000000000000" pitchFamily="2" charset="2"/>
              </a:rPr>
              <a:t>diberikan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akan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mencapai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tujuan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atau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tidakjika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dapat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mencapai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tujuanmaka</a:t>
            </a:r>
            <a:r>
              <a:rPr lang="en-US" sz="2200" dirty="0">
                <a:sym typeface="Wingdings" panose="05000000000000000000" pitchFamily="2" charset="2"/>
              </a:rPr>
              <a:t> agent </a:t>
            </a:r>
            <a:r>
              <a:rPr lang="en-US" sz="2200" dirty="0" err="1">
                <a:sym typeface="Wingdings" panose="05000000000000000000" pitchFamily="2" charset="2"/>
              </a:rPr>
              <a:t>dapat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melakukan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aksi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berdasarkan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kesimpulan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tersebut</a:t>
            </a:r>
            <a:r>
              <a:rPr lang="en-US" sz="2200" dirty="0">
                <a:sym typeface="Wingdings" panose="05000000000000000000" pitchFamily="2" charset="2"/>
              </a:rPr>
              <a:t>.</a:t>
            </a:r>
            <a:endParaRPr lang="en-ID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F509F-C3C7-4625-9E5D-AAFE2E25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8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BB98-D822-4F55-AEAD-140C75E7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09600"/>
            <a:ext cx="6347713" cy="762000"/>
          </a:xfrm>
        </p:spPr>
        <p:txBody>
          <a:bodyPr/>
          <a:lstStyle/>
          <a:p>
            <a:r>
              <a:rPr lang="en-US" dirty="0"/>
              <a:t>Kesimpulan </a:t>
            </a:r>
            <a:r>
              <a:rPr lang="en-US" dirty="0" err="1"/>
              <a:t>definisi</a:t>
            </a:r>
            <a:r>
              <a:rPr lang="en-US" dirty="0"/>
              <a:t> AI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F23F-4F71-4BFB-B5F7-20E9B8701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0238929" cy="44411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+mj-lt"/>
              </a:rPr>
              <a:t>Thinking humanly dan acting </a:t>
            </a:r>
            <a:r>
              <a:rPr lang="en-US" sz="2200" dirty="0" err="1">
                <a:latin typeface="+mj-lt"/>
              </a:rPr>
              <a:t>humanly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dua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definisi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dalam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arti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luas</a:t>
            </a:r>
            <a:endParaRPr lang="en-US" sz="2200" dirty="0">
              <a:latin typeface="+mj-lt"/>
              <a:sym typeface="Wingdings" panose="05000000000000000000" pitchFamily="2" charset="2"/>
            </a:endParaRPr>
          </a:p>
          <a:p>
            <a:pPr lvl="1"/>
            <a:r>
              <a:rPr lang="en-US" sz="2200" dirty="0" err="1">
                <a:latin typeface="+mj-lt"/>
                <a:sym typeface="Wingdings" panose="05000000000000000000" pitchFamily="2" charset="2"/>
              </a:rPr>
              <a:t>Saat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ini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pemikiran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manusia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diluar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rasio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,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yakni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reflex dan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intuitif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(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berhubungan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dengan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perasaan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)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belum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dapat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ditirukan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sepenuhnya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oleh computer</a:t>
            </a:r>
          </a:p>
          <a:p>
            <a:pPr lvl="1"/>
            <a:r>
              <a:rPr lang="en-US" sz="2200" dirty="0" err="1">
                <a:latin typeface="+mj-lt"/>
                <a:sym typeface="Wingdings" panose="05000000000000000000" pitchFamily="2" charset="2"/>
              </a:rPr>
              <a:t>Definisi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kurang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tepat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untuk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saat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ini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.</a:t>
            </a:r>
          </a:p>
          <a:p>
            <a:r>
              <a:rPr lang="en-US" sz="2200" dirty="0">
                <a:latin typeface="+mj-lt"/>
                <a:sym typeface="Wingdings" panose="05000000000000000000" pitchFamily="2" charset="2"/>
              </a:rPr>
              <a:t>Thinking rationally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lebih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sempit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dari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acting rationally, oleh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karena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itu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definisi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yang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tepat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untuk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AI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adalah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Acting rationally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dengan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pendekatan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rational agent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.</a:t>
            </a:r>
          </a:p>
          <a:p>
            <a:r>
              <a:rPr lang="en-US" sz="2200" dirty="0">
                <a:latin typeface="+mj-lt"/>
                <a:sym typeface="Wingdings" panose="05000000000000000000" pitchFamily="2" charset="2"/>
              </a:rPr>
              <a:t>Hal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menunjukkan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bahwa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pemikiran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computer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bisa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melakukan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penalaran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secara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logis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dan juga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bisa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melakukan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aksi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secara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rasional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berdasarkan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hasil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penalaran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dirty="0" err="1">
                <a:latin typeface="+mj-lt"/>
                <a:sym typeface="Wingdings" panose="05000000000000000000" pitchFamily="2" charset="2"/>
              </a:rPr>
              <a:t>tersebut</a:t>
            </a:r>
            <a:r>
              <a:rPr lang="en-US" sz="2200" dirty="0">
                <a:latin typeface="+mj-lt"/>
                <a:sym typeface="Wingdings" panose="05000000000000000000" pitchFamily="2" charset="2"/>
              </a:rPr>
              <a:t>.</a:t>
            </a:r>
            <a:endParaRPr lang="en-ID" sz="2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B777C-9890-4952-A1C2-869FC1A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4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9AC9-F2A3-425B-BDF8-14989B9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09600"/>
            <a:ext cx="6347713" cy="914400"/>
          </a:xfrm>
        </p:spPr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AI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8B34-6A2B-4D67-B7E4-E67E43E6A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524001"/>
            <a:ext cx="10225136" cy="4517363"/>
          </a:xfrm>
        </p:spPr>
        <p:txBody>
          <a:bodyPr>
            <a:noAutofit/>
          </a:bodyPr>
          <a:lstStyle/>
          <a:p>
            <a:r>
              <a:rPr lang="en-ID" sz="2200" dirty="0" err="1"/>
              <a:t>Sistem</a:t>
            </a:r>
            <a:r>
              <a:rPr lang="en-ID" sz="2200" dirty="0"/>
              <a:t> </a:t>
            </a:r>
            <a:r>
              <a:rPr lang="en-ID" sz="2200" dirty="0" err="1"/>
              <a:t>Pakar</a:t>
            </a:r>
            <a:r>
              <a:rPr lang="en-ID" sz="2200" dirty="0"/>
              <a:t> (</a:t>
            </a:r>
            <a:r>
              <a:rPr lang="en-ID" sz="2200" b="1" i="1" dirty="0">
                <a:solidFill>
                  <a:srgbClr val="FF0000"/>
                </a:solidFill>
              </a:rPr>
              <a:t>Expert System</a:t>
            </a:r>
            <a:r>
              <a:rPr lang="en-ID" sz="2200" dirty="0"/>
              <a:t>) : program </a:t>
            </a:r>
            <a:r>
              <a:rPr lang="en-ID" sz="2200" dirty="0" err="1"/>
              <a:t>konsultasi</a:t>
            </a:r>
            <a:r>
              <a:rPr lang="en-ID" sz="2200" dirty="0"/>
              <a:t> (advisory) yang </a:t>
            </a:r>
            <a:r>
              <a:rPr lang="en-ID" sz="2200" dirty="0" err="1"/>
              <a:t>mencoba</a:t>
            </a:r>
            <a:r>
              <a:rPr lang="en-ID" sz="2200" dirty="0"/>
              <a:t> </a:t>
            </a:r>
            <a:r>
              <a:rPr lang="en-ID" sz="2200" dirty="0" err="1"/>
              <a:t>menirukan</a:t>
            </a:r>
            <a:r>
              <a:rPr lang="en-ID" sz="2200" dirty="0"/>
              <a:t> proses </a:t>
            </a:r>
            <a:r>
              <a:rPr lang="en-ID" sz="2200" dirty="0" err="1"/>
              <a:t>penalaran</a:t>
            </a:r>
            <a:r>
              <a:rPr lang="en-ID" sz="2200" dirty="0"/>
              <a:t> </a:t>
            </a:r>
            <a:r>
              <a:rPr lang="en-ID" sz="2200" dirty="0" err="1"/>
              <a:t>seorang</a:t>
            </a:r>
            <a:r>
              <a:rPr lang="en-ID" sz="2200" dirty="0"/>
              <a:t> </a:t>
            </a:r>
            <a:r>
              <a:rPr lang="en-ID" sz="2200" dirty="0" err="1"/>
              <a:t>pakar</a:t>
            </a:r>
            <a:r>
              <a:rPr lang="en-ID" sz="2200" dirty="0"/>
              <a:t>/</a:t>
            </a:r>
            <a:r>
              <a:rPr lang="en-ID" sz="2200" dirty="0" err="1"/>
              <a:t>ahli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memecahkan</a:t>
            </a:r>
            <a:r>
              <a:rPr lang="en-ID" sz="2200" dirty="0"/>
              <a:t> </a:t>
            </a:r>
            <a:r>
              <a:rPr lang="en-ID" sz="2200" dirty="0" err="1"/>
              <a:t>masalah</a:t>
            </a:r>
            <a:r>
              <a:rPr lang="en-ID" sz="2200" dirty="0"/>
              <a:t> yang </a:t>
            </a:r>
            <a:r>
              <a:rPr lang="en-ID" sz="2200" dirty="0" err="1"/>
              <a:t>rumit</a:t>
            </a:r>
            <a:r>
              <a:rPr lang="en-ID" sz="2200" dirty="0"/>
              <a:t>. </a:t>
            </a:r>
            <a:r>
              <a:rPr lang="en-ID" sz="2200" dirty="0" err="1"/>
              <a:t>Sistem</a:t>
            </a:r>
            <a:r>
              <a:rPr lang="en-ID" sz="2200" dirty="0"/>
              <a:t> </a:t>
            </a:r>
            <a:r>
              <a:rPr lang="en-ID" sz="2200" dirty="0" err="1"/>
              <a:t>Pakar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merupakan</a:t>
            </a:r>
            <a:r>
              <a:rPr lang="en-ID" sz="2200" dirty="0"/>
              <a:t> </a:t>
            </a:r>
            <a:r>
              <a:rPr lang="en-ID" sz="2200" dirty="0" err="1"/>
              <a:t>aplikasi</a:t>
            </a:r>
            <a:r>
              <a:rPr lang="en-ID" sz="2200" dirty="0"/>
              <a:t> AI yang paling </a:t>
            </a:r>
            <a:r>
              <a:rPr lang="en-ID" sz="2200" dirty="0" err="1"/>
              <a:t>banyak</a:t>
            </a:r>
            <a:r>
              <a:rPr lang="en-ID" sz="2200" dirty="0"/>
              <a:t>.</a:t>
            </a:r>
          </a:p>
          <a:p>
            <a:r>
              <a:rPr lang="en-ID" sz="2200" dirty="0" err="1"/>
              <a:t>Pemrosesan</a:t>
            </a:r>
            <a:r>
              <a:rPr lang="en-ID" sz="2200" dirty="0"/>
              <a:t> Bahasa </a:t>
            </a:r>
            <a:r>
              <a:rPr lang="en-ID" sz="2200" dirty="0" err="1"/>
              <a:t>Alami</a:t>
            </a:r>
            <a:r>
              <a:rPr lang="en-ID" sz="2200" dirty="0"/>
              <a:t> (</a:t>
            </a:r>
            <a:r>
              <a:rPr lang="en-ID" sz="2200" b="1" i="1" dirty="0"/>
              <a:t>Natural Language Processing</a:t>
            </a:r>
            <a:r>
              <a:rPr lang="en-ID" sz="2200" dirty="0"/>
              <a:t>) : </a:t>
            </a:r>
            <a:r>
              <a:rPr lang="en-ID" sz="2200" dirty="0" err="1"/>
              <a:t>Pemrosesan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memberi</a:t>
            </a:r>
            <a:r>
              <a:rPr lang="en-ID" sz="2200" dirty="0"/>
              <a:t> </a:t>
            </a:r>
            <a:r>
              <a:rPr lang="en-ID" sz="2200" dirty="0" err="1"/>
              <a:t>kemampuan</a:t>
            </a:r>
            <a:r>
              <a:rPr lang="en-ID" sz="2200" dirty="0"/>
              <a:t> </a:t>
            </a:r>
            <a:r>
              <a:rPr lang="en-ID" sz="2200" dirty="0" err="1"/>
              <a:t>pengguna</a:t>
            </a:r>
            <a:r>
              <a:rPr lang="en-ID" sz="2200" dirty="0"/>
              <a:t> </a:t>
            </a:r>
            <a:r>
              <a:rPr lang="en-ID" sz="2200" dirty="0" err="1"/>
              <a:t>komputer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berkomunikasi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komputer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bahasa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sendiri</a:t>
            </a:r>
            <a:r>
              <a:rPr lang="en-ID" sz="2200" dirty="0"/>
              <a:t> (</a:t>
            </a:r>
            <a:r>
              <a:rPr lang="en-ID" sz="2200" dirty="0" err="1"/>
              <a:t>bahasa</a:t>
            </a:r>
            <a:r>
              <a:rPr lang="en-ID" sz="2200" dirty="0"/>
              <a:t> </a:t>
            </a:r>
            <a:r>
              <a:rPr lang="en-ID" sz="2200" dirty="0" err="1"/>
              <a:t>manusia</a:t>
            </a:r>
            <a:r>
              <a:rPr lang="en-ID" sz="2200" dirty="0"/>
              <a:t>).</a:t>
            </a:r>
          </a:p>
          <a:p>
            <a:r>
              <a:rPr lang="en-ID" sz="2200" dirty="0" err="1"/>
              <a:t>Pemahaman</a:t>
            </a:r>
            <a:r>
              <a:rPr lang="en-ID" sz="2200" dirty="0"/>
              <a:t> </a:t>
            </a:r>
            <a:r>
              <a:rPr lang="en-ID" sz="2200" dirty="0" err="1"/>
              <a:t>Ucapan</a:t>
            </a:r>
            <a:r>
              <a:rPr lang="en-ID" sz="2200" dirty="0"/>
              <a:t>/</a:t>
            </a:r>
            <a:r>
              <a:rPr lang="en-ID" sz="2200" dirty="0" err="1"/>
              <a:t>Suara</a:t>
            </a:r>
            <a:r>
              <a:rPr lang="en-ID" sz="2200" dirty="0"/>
              <a:t> (</a:t>
            </a:r>
            <a:r>
              <a:rPr lang="en-ID" sz="2200" b="1" i="1" dirty="0">
                <a:solidFill>
                  <a:srgbClr val="FF0000"/>
                </a:solidFill>
              </a:rPr>
              <a:t>Speech/Voice Understanding</a:t>
            </a:r>
            <a:r>
              <a:rPr lang="en-ID" sz="2200" dirty="0"/>
              <a:t>) : </a:t>
            </a:r>
            <a:r>
              <a:rPr lang="en-ID" sz="2200" dirty="0" err="1"/>
              <a:t>teknik</a:t>
            </a:r>
            <a:r>
              <a:rPr lang="en-ID" sz="2200" dirty="0"/>
              <a:t> agar </a:t>
            </a:r>
            <a:r>
              <a:rPr lang="en-ID" sz="2200" dirty="0" err="1"/>
              <a:t>komputer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mengenali</a:t>
            </a:r>
            <a:r>
              <a:rPr lang="en-ID" sz="2200" dirty="0"/>
              <a:t> dan </a:t>
            </a:r>
            <a:r>
              <a:rPr lang="en-ID" sz="2200" dirty="0" err="1"/>
              <a:t>memahami</a:t>
            </a:r>
            <a:r>
              <a:rPr lang="en-ID" sz="2200" dirty="0"/>
              <a:t> </a:t>
            </a:r>
            <a:r>
              <a:rPr lang="en-ID" sz="2200" dirty="0" err="1"/>
              <a:t>bahasa</a:t>
            </a:r>
            <a:r>
              <a:rPr lang="en-ID" sz="2200" dirty="0"/>
              <a:t> </a:t>
            </a:r>
            <a:r>
              <a:rPr lang="en-ID" sz="2200" dirty="0" err="1"/>
              <a:t>ucapan</a:t>
            </a:r>
            <a:r>
              <a:rPr lang="en-ID" sz="2200" dirty="0"/>
              <a:t>.</a:t>
            </a:r>
          </a:p>
          <a:p>
            <a:r>
              <a:rPr lang="en-ID" sz="2200" b="1" i="1" dirty="0" err="1">
                <a:solidFill>
                  <a:srgbClr val="FF0000"/>
                </a:solidFill>
              </a:rPr>
              <a:t>Sistem</a:t>
            </a:r>
            <a:r>
              <a:rPr lang="en-ID" sz="2200" b="1" i="1" dirty="0">
                <a:solidFill>
                  <a:srgbClr val="FF0000"/>
                </a:solidFill>
              </a:rPr>
              <a:t> Sensor dan </a:t>
            </a:r>
            <a:r>
              <a:rPr lang="en-ID" sz="2200" b="1" i="1" dirty="0" err="1">
                <a:solidFill>
                  <a:srgbClr val="FF0000"/>
                </a:solidFill>
              </a:rPr>
              <a:t>Robotika</a:t>
            </a:r>
            <a:r>
              <a:rPr lang="en-ID" sz="2200" i="1" dirty="0">
                <a:solidFill>
                  <a:srgbClr val="FF0000"/>
                </a:solidFill>
              </a:rPr>
              <a:t> </a:t>
            </a:r>
            <a:r>
              <a:rPr lang="en-ID" sz="2200" dirty="0"/>
              <a:t>: Robot yang </a:t>
            </a:r>
            <a:r>
              <a:rPr lang="en-ID" sz="2200" dirty="0" err="1"/>
              <a:t>cerdas</a:t>
            </a:r>
            <a:r>
              <a:rPr lang="en-ID" sz="2200" dirty="0"/>
              <a:t> </a:t>
            </a:r>
            <a:r>
              <a:rPr lang="en-ID" sz="2200" dirty="0" err="1"/>
              <a:t>biasanya</a:t>
            </a:r>
            <a:r>
              <a:rPr lang="en-ID" sz="2200" dirty="0"/>
              <a:t> 6  </a:t>
            </a:r>
            <a:r>
              <a:rPr lang="en-ID" sz="2200" dirty="0" err="1"/>
              <a:t>mempunyai</a:t>
            </a:r>
            <a:r>
              <a:rPr lang="en-ID" sz="2200" dirty="0"/>
              <a:t> </a:t>
            </a:r>
            <a:r>
              <a:rPr lang="en-ID" sz="2200" dirty="0" err="1"/>
              <a:t>perangkat</a:t>
            </a:r>
            <a:r>
              <a:rPr lang="en-ID" sz="2200" dirty="0"/>
              <a:t> sensor,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kamera</a:t>
            </a:r>
            <a:r>
              <a:rPr lang="en-ID" sz="2200" dirty="0"/>
              <a:t>, yang </a:t>
            </a:r>
            <a:r>
              <a:rPr lang="en-ID" sz="2200" dirty="0" err="1"/>
              <a:t>mengumpulkan</a:t>
            </a:r>
            <a:r>
              <a:rPr lang="en-ID" sz="2200" dirty="0"/>
              <a:t>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mengenai</a:t>
            </a:r>
            <a:r>
              <a:rPr lang="en-ID" sz="2200" dirty="0"/>
              <a:t> </a:t>
            </a:r>
            <a:r>
              <a:rPr lang="en-ID" sz="2200" dirty="0" err="1"/>
              <a:t>operasi</a:t>
            </a:r>
            <a:r>
              <a:rPr lang="en-ID" sz="2200" dirty="0"/>
              <a:t> dan </a:t>
            </a:r>
            <a:r>
              <a:rPr lang="en-ID" sz="2200" dirty="0" err="1"/>
              <a:t>lingkungannya</a:t>
            </a:r>
            <a:r>
              <a:rPr lang="en-ID" sz="2200" dirty="0"/>
              <a:t>. </a:t>
            </a:r>
            <a:r>
              <a:rPr lang="en-ID" sz="2200" dirty="0" err="1"/>
              <a:t>Kemudian</a:t>
            </a:r>
            <a:r>
              <a:rPr lang="en-ID" sz="2200" dirty="0"/>
              <a:t> </a:t>
            </a:r>
            <a:r>
              <a:rPr lang="en-ID" sz="2200" dirty="0" err="1"/>
              <a:t>bagian</a:t>
            </a:r>
            <a:r>
              <a:rPr lang="en-ID" sz="2200" dirty="0"/>
              <a:t> AI robot </a:t>
            </a:r>
            <a:r>
              <a:rPr lang="en-ID" sz="2200" dirty="0" err="1"/>
              <a:t>tersebut</a:t>
            </a:r>
            <a:r>
              <a:rPr lang="en-ID" sz="2200" dirty="0"/>
              <a:t> </a:t>
            </a:r>
            <a:r>
              <a:rPr lang="en-ID" sz="2200" dirty="0" err="1"/>
              <a:t>menerjemahkan</a:t>
            </a:r>
            <a:r>
              <a:rPr lang="en-ID" sz="2200" dirty="0"/>
              <a:t>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tadi</a:t>
            </a:r>
            <a:r>
              <a:rPr lang="en-ID" sz="2200" dirty="0"/>
              <a:t> dan </a:t>
            </a:r>
            <a:r>
              <a:rPr lang="en-ID" sz="2200" dirty="0" err="1"/>
              <a:t>merespon</a:t>
            </a:r>
            <a:r>
              <a:rPr lang="en-ID" sz="2200" dirty="0"/>
              <a:t> </a:t>
            </a:r>
            <a:r>
              <a:rPr lang="en-ID" sz="2200" dirty="0" err="1"/>
              <a:t>serta</a:t>
            </a:r>
            <a:r>
              <a:rPr lang="en-ID" sz="2200" dirty="0"/>
              <a:t> </a:t>
            </a:r>
            <a:r>
              <a:rPr lang="en-ID" sz="2200" dirty="0" err="1"/>
              <a:t>beradaptasi</a:t>
            </a:r>
            <a:r>
              <a:rPr lang="en-ID" sz="2200" dirty="0"/>
              <a:t> </a:t>
            </a:r>
            <a:r>
              <a:rPr lang="en-ID" sz="2200" dirty="0" err="1"/>
              <a:t>jika</a:t>
            </a:r>
            <a:r>
              <a:rPr lang="en-ID" sz="2200" dirty="0"/>
              <a:t> </a:t>
            </a:r>
            <a:r>
              <a:rPr lang="en-ID" sz="2200" dirty="0" err="1"/>
              <a:t>terjadi</a:t>
            </a:r>
            <a:r>
              <a:rPr lang="en-ID" sz="2200" dirty="0"/>
              <a:t> </a:t>
            </a:r>
            <a:r>
              <a:rPr lang="en-ID" sz="2200" dirty="0" err="1"/>
              <a:t>perubahan</a:t>
            </a:r>
            <a:r>
              <a:rPr lang="en-ID" sz="2200" dirty="0"/>
              <a:t> </a:t>
            </a:r>
            <a:r>
              <a:rPr lang="en-ID" sz="2200" dirty="0" err="1"/>
              <a:t>lingkungan</a:t>
            </a:r>
            <a:r>
              <a:rPr lang="en-ID" sz="22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F7B27-8126-4817-974F-A99E91BD0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0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16C1-CF04-463F-A6F2-FE90A36B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09600"/>
            <a:ext cx="6347713" cy="9144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6AAD0-78A6-4C9D-B13F-1AB978670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52601"/>
            <a:ext cx="10310937" cy="4288763"/>
          </a:xfrm>
        </p:spPr>
        <p:txBody>
          <a:bodyPr>
            <a:normAutofit fontScale="85000" lnSpcReduction="10000"/>
          </a:bodyPr>
          <a:lstStyle/>
          <a:p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Visi</a:t>
            </a:r>
            <a:r>
              <a:rPr lang="en-ID" dirty="0"/>
              <a:t> (</a:t>
            </a:r>
            <a:r>
              <a:rPr lang="en-ID" i="1" dirty="0">
                <a:solidFill>
                  <a:srgbClr val="FF0000"/>
                </a:solidFill>
              </a:rPr>
              <a:t>computer v</a:t>
            </a:r>
            <a:r>
              <a:rPr lang="en-ID" dirty="0">
                <a:solidFill>
                  <a:srgbClr val="FF0000"/>
                </a:solidFill>
              </a:rPr>
              <a:t>ision</a:t>
            </a:r>
            <a:r>
              <a:rPr lang="en-ID" dirty="0"/>
              <a:t>) :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pencitraan</a:t>
            </a:r>
            <a:r>
              <a:rPr lang="en-ID" dirty="0"/>
              <a:t>, </a:t>
            </a:r>
            <a:r>
              <a:rPr lang="en-ID" dirty="0" err="1"/>
              <a:t>pengolahan</a:t>
            </a:r>
            <a:r>
              <a:rPr lang="en-ID" dirty="0"/>
              <a:t> </a:t>
            </a:r>
            <a:r>
              <a:rPr lang="en-ID" dirty="0" err="1"/>
              <a:t>citra</a:t>
            </a:r>
            <a:r>
              <a:rPr lang="en-ID" dirty="0"/>
              <a:t>, </a:t>
            </a:r>
            <a:r>
              <a:rPr lang="en-ID" dirty="0" err="1"/>
              <a:t>pengenalan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proses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.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visi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pemandangan</a:t>
            </a:r>
            <a:r>
              <a:rPr lang="en-ID" dirty="0"/>
              <a:t>.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visi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dipakai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kendali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.</a:t>
            </a:r>
          </a:p>
          <a:p>
            <a:r>
              <a:rPr lang="en-ID" b="1" dirty="0">
                <a:solidFill>
                  <a:srgbClr val="FF0000"/>
                </a:solidFill>
              </a:rPr>
              <a:t>Intelligent Tutoring/Intelligent Computer – Aided Instruction</a:t>
            </a:r>
            <a:r>
              <a:rPr lang="en-ID" dirty="0"/>
              <a:t> : </a:t>
            </a:r>
            <a:r>
              <a:rPr lang="en-ID" dirty="0" err="1"/>
              <a:t>komputer</a:t>
            </a:r>
            <a:r>
              <a:rPr lang="en-ID" dirty="0"/>
              <a:t> yang </a:t>
            </a:r>
            <a:r>
              <a:rPr lang="en-ID" dirty="0" err="1"/>
              <a:t>mengajari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juga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orang yang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kekurangan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kelemahan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.</a:t>
            </a:r>
          </a:p>
          <a:p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(</a:t>
            </a:r>
            <a:r>
              <a:rPr lang="en-ID" b="1" i="1" dirty="0"/>
              <a:t>Machine Learning</a:t>
            </a:r>
            <a:r>
              <a:rPr lang="en-ID" dirty="0"/>
              <a:t>) : Machine Learning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sekumpulan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mengajari</a:t>
            </a:r>
            <a:r>
              <a:rPr lang="en-ID" dirty="0"/>
              <a:t>/</a:t>
            </a:r>
            <a:r>
              <a:rPr lang="en-ID" dirty="0" err="1"/>
              <a:t>melatih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memecahkan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pemecahan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menganalisa</a:t>
            </a:r>
            <a:r>
              <a:rPr lang="en-ID" dirty="0"/>
              <a:t> </a:t>
            </a:r>
            <a:r>
              <a:rPr lang="en-ID" dirty="0" err="1"/>
              <a:t>kasus-kasus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F1FAC-8AB4-485A-B500-B552DF9D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9238" y="6042025"/>
            <a:ext cx="512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0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548680"/>
            <a:ext cx="10670976" cy="86895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Sejarah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628801"/>
            <a:ext cx="10297143" cy="4362426"/>
          </a:xfrm>
        </p:spPr>
        <p:txBody>
          <a:bodyPr rtlCol="0">
            <a:normAutofit/>
          </a:bodyPr>
          <a:lstStyle/>
          <a:p>
            <a:pPr marL="457200" indent="-45720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1943-1956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lvl="2" indent="-295275" fontAlgn="auto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catur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Shanon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Turing (1950)</a:t>
            </a:r>
          </a:p>
          <a:p>
            <a:pPr marL="895350" lvl="2" indent="-295275" fontAlgn="auto">
              <a:spcAft>
                <a:spcPts val="0"/>
              </a:spcAft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Deklarasi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AI (1956)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Workshop Dartmouth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John McCarthy</a:t>
            </a:r>
          </a:p>
          <a:p>
            <a:pPr marL="514350" indent="-514350" fontAlgn="auto">
              <a:spcAft>
                <a:spcPts val="0"/>
              </a:spcAft>
              <a:buFont typeface="+mj-lt"/>
              <a:buAutoNum type="arabicPeriod" startAt="2"/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1956-1966</a:t>
            </a:r>
          </a:p>
          <a:p>
            <a:pPr marL="895350" lvl="2" indent="-295275" algn="just" fontAlgn="auto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 Theorist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mampu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membuktikan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teorema-teorema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matematika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95350" lvl="2" indent="-295275" algn="just" fontAlgn="auto">
              <a:spcAft>
                <a:spcPts val="0"/>
              </a:spcAft>
              <a:defRPr/>
            </a:pPr>
            <a:r>
              <a:rPr lang="id-ID" dirty="0">
                <a:latin typeface="Arial" panose="020B0604020202020204" pitchFamily="34" charset="0"/>
                <a:cs typeface="Arial" panose="020B0604020202020204" pitchFamily="34" charset="0"/>
              </a:rPr>
              <a:t>Sad Sam, diprogram oleh Robert K. Lindsay (1960). Program ini dapat mengetahui kalimat-kalimat sederhana yang ditulis dalam bahasa Inggris dan mampu memberikan jawaban dari fakta-fakta yang didengar dalam sebuah percakapan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95350" lvl="2" indent="-295275" algn="just" fontAlgn="auto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 Problem Solver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FDB85-1680-0097-2594-A3EAA2A3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B417D-0F77-4CD1-969F-677F250FF3D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72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476672"/>
            <a:ext cx="10742984" cy="9409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Sejarah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628801"/>
            <a:ext cx="10369151" cy="4362426"/>
          </a:xfrm>
        </p:spPr>
        <p:txBody>
          <a:bodyPr rtlCol="0">
            <a:normAutofit/>
          </a:bodyPr>
          <a:lstStyle/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1966 – 1979</a:t>
            </a:r>
          </a:p>
          <a:p>
            <a:pPr marL="895350" lvl="2" indent="-295275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Program AI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manipulasi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simbolik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memuat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sekali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95350" lvl="2" indent="-295275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Problem AI yang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dipecahkan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mudah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ditangani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5350" lvl="2" indent="-295275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pengetahuan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terutama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pakar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MYCIN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DENDRAL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PROSPECTOR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XCON &amp; XSEL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FOLIO</a:t>
            </a:r>
          </a:p>
          <a:p>
            <a:pPr marL="1024128" lvl="3" indent="-182880" fontAlgn="auto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DELTA</a:t>
            </a:r>
          </a:p>
          <a:p>
            <a:pPr marL="0" indent="0" fontAlgn="auto">
              <a:lnSpc>
                <a:spcPct val="110000"/>
              </a:lnSpc>
              <a:spcAft>
                <a:spcPts val="0"/>
              </a:spcAft>
              <a:buNone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CF2A17-C453-92A1-5FA4-4BE2976C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B417D-0F77-4CD1-969F-677F250FF3D6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41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548680"/>
            <a:ext cx="10814992" cy="86895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Sejarah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772817"/>
            <a:ext cx="10657183" cy="4218410"/>
          </a:xfrm>
        </p:spPr>
        <p:txBody>
          <a:bodyPr/>
          <a:lstStyle/>
          <a:p>
            <a:pPr marL="457200" indent="-457200">
              <a:buFont typeface="Calibri Light" panose="020F0302020204030204" pitchFamily="34" charset="0"/>
              <a:buAutoNum type="arabicPeriod" startAt="5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1980-sekarang :</a:t>
            </a:r>
          </a:p>
          <a:p>
            <a:pPr marL="200025" lvl="1" indent="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AI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komoditi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industry :</a:t>
            </a:r>
          </a:p>
          <a:p>
            <a:pPr marL="1250950" lvl="2" indent="-336550">
              <a:lnSpc>
                <a:spcPct val="10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R1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Pakar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komersial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yg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dibuat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oleh Digital Equipment Corporation (DEC), 1982.</a:t>
            </a:r>
          </a:p>
          <a:p>
            <a:pPr marL="1250950" lvl="2" indent="-336550">
              <a:lnSpc>
                <a:spcPct val="100000"/>
              </a:lnSpc>
            </a:pP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Proyek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Generasi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Kelima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” 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pembuatan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cerdas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Prolog (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Jepang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), 1981.</a:t>
            </a:r>
          </a:p>
          <a:p>
            <a:pPr marL="1250950" lvl="2" indent="-336550">
              <a:lnSpc>
                <a:spcPct val="10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Daya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jual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AI :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juta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dolar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(1980) –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mencapai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$2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miliar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(1988).</a:t>
            </a:r>
          </a:p>
          <a:p>
            <a:pPr marL="457200" indent="-457200">
              <a:buFont typeface="Calibri Light" panose="020F0302020204030204" pitchFamily="34" charset="0"/>
              <a:buAutoNum type="arabicPeriod" startAt="5"/>
            </a:pP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1986-sekarang</a:t>
            </a:r>
          </a:p>
          <a:p>
            <a:pPr marL="850900" lvl="1" indent="-336550"/>
            <a:r>
              <a:rPr lang="en-GB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Jaringan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syaraf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tiruan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popular</a:t>
            </a:r>
          </a:p>
          <a:p>
            <a:pPr marL="850900" lvl="1" indent="-336550"/>
            <a:r>
              <a:rPr lang="en-GB" alt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Parallel Distributed Processing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Rumelhart</a:t>
            </a:r>
            <a:r>
              <a:rPr lang="en-GB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McClelland, 1986)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B22938-F073-8C5C-220E-80D1A040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B417D-0F77-4CD1-969F-677F250FF3D6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017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548680"/>
            <a:ext cx="10814992" cy="86895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Sejarah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772817"/>
            <a:ext cx="10657183" cy="4218410"/>
          </a:xfrm>
        </p:spPr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Tahun 1987-sekarang</a:t>
            </a:r>
          </a:p>
          <a:p>
            <a:pPr marL="850900" lvl="1" indent="-336550"/>
            <a:r>
              <a:rPr lang="en-GB" altLang="en-US" sz="2200">
                <a:latin typeface="Arial" panose="020B0604020202020204" pitchFamily="34" charset="0"/>
                <a:cs typeface="Arial" panose="020B0604020202020204" pitchFamily="34" charset="0"/>
              </a:rPr>
              <a:t>AI mengadopsi berbagai metode ilmiah (statistik, matematika, probabilitas, dll).</a:t>
            </a:r>
          </a:p>
          <a:p>
            <a:pPr marL="850900" lvl="1" indent="-336550"/>
            <a:r>
              <a:rPr lang="en-GB" altLang="en-US" sz="2200">
                <a:latin typeface="Arial" panose="020B0604020202020204" pitchFamily="34" charset="0"/>
                <a:cs typeface="Arial" panose="020B0604020202020204" pitchFamily="34" charset="0"/>
              </a:rPr>
              <a:t>Hidden Markov Model, Bayesian Network, Probabilistic Reasoning, dll</a:t>
            </a:r>
            <a:endParaRPr lang="en-US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Calibri Light" panose="020F0302020204030204" pitchFamily="34" charset="0"/>
              <a:buAutoNum type="arabicPeriod" startAt="7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Tahun 1995-sekarang</a:t>
            </a:r>
          </a:p>
          <a:p>
            <a:pPr marL="850900" lvl="1" indent="-336550"/>
            <a:r>
              <a:rPr lang="en-GB" altLang="en-US" sz="2200">
                <a:latin typeface="Arial" panose="020B0604020202020204" pitchFamily="34" charset="0"/>
                <a:cs typeface="Arial" panose="020B0604020202020204" pitchFamily="34" charset="0"/>
              </a:rPr>
              <a:t>Kelahiran konsep agen cerdas (intelligent agent)</a:t>
            </a:r>
          </a:p>
          <a:p>
            <a:pPr marL="850900" lvl="1" indent="-336550"/>
            <a:r>
              <a:rPr lang="en-GB" altLang="en-US" sz="2200">
                <a:latin typeface="Arial" panose="020B0604020202020204" pitchFamily="34" charset="0"/>
                <a:cs typeface="Arial" panose="020B0604020202020204" pitchFamily="34" charset="0"/>
              </a:rPr>
              <a:t>Human level AI, Artificial General Intelligence</a:t>
            </a:r>
          </a:p>
          <a:p>
            <a:pPr marL="457200" indent="-457200">
              <a:buFont typeface="Calibri Light" panose="020F0302020204030204" pitchFamily="34" charset="0"/>
              <a:buAutoNum type="arabicPeriod" startAt="7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Tahun 2001-sekarang</a:t>
            </a:r>
          </a:p>
          <a:p>
            <a:pPr marL="850900" lvl="1" indent="-336550"/>
            <a:r>
              <a:rPr lang="en-GB" altLang="en-US" sz="2200">
                <a:latin typeface="Arial" panose="020B0604020202020204" pitchFamily="34" charset="0"/>
                <a:cs typeface="Arial" panose="020B0604020202020204" pitchFamily="34" charset="0"/>
              </a:rPr>
              <a:t>AI pada dataset yang sangat besar, big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C17F5-C771-A865-FF80-7E255274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B417D-0F77-4CD1-969F-677F250FF3D6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45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/>
      <p:bldP spid="153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9416" y="476672"/>
            <a:ext cx="10742984" cy="9409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Cara Kerja AI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774826"/>
            <a:ext cx="10441159" cy="482252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Bagian terpenting AI :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Knowledge base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(basis pengetahuan), </a:t>
            </a:r>
            <a:r>
              <a:rPr lang="id-ID" altLang="en-US">
                <a:latin typeface="Arial" panose="020B0604020202020204" pitchFamily="34" charset="0"/>
                <a:cs typeface="Arial" panose="020B0604020202020204" pitchFamily="34" charset="0"/>
              </a:rPr>
              <a:t>berisi fakta-fakta, teori, pemikiran dan hubungan antara satu dengan lainnya.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Inference engine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d-ID" altLang="en-US">
                <a:latin typeface="Arial" panose="020B0604020202020204" pitchFamily="34" charset="0"/>
                <a:cs typeface="Arial" panose="020B0604020202020204" pitchFamily="34" charset="0"/>
              </a:rPr>
              <a:t>yaitu kemampuan menarik kesimpulan berdasarkan pengalaman.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2835275" y="3471863"/>
            <a:ext cx="7100888" cy="2819400"/>
            <a:chOff x="1137" y="864"/>
            <a:chExt cx="4473" cy="1776"/>
          </a:xfrm>
        </p:grpSpPr>
        <p:sp>
          <p:nvSpPr>
            <p:cNvPr id="30725" name="Rectangle 5"/>
            <p:cNvSpPr>
              <a:spLocks noChangeArrowheads="1"/>
            </p:cNvSpPr>
            <p:nvPr/>
          </p:nvSpPr>
          <p:spPr bwMode="auto">
            <a:xfrm>
              <a:off x="2111" y="1248"/>
              <a:ext cx="2613" cy="13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id-ID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26" name="Rectangle 6"/>
            <p:cNvSpPr>
              <a:spLocks noChangeArrowheads="1"/>
            </p:cNvSpPr>
            <p:nvPr/>
          </p:nvSpPr>
          <p:spPr bwMode="auto">
            <a:xfrm>
              <a:off x="2244" y="1536"/>
              <a:ext cx="1063" cy="9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Knowledge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Base</a:t>
              </a:r>
            </a:p>
          </p:txBody>
        </p:sp>
        <p:sp>
          <p:nvSpPr>
            <p:cNvPr id="30727" name="Rectangle 7"/>
            <p:cNvSpPr>
              <a:spLocks noChangeArrowheads="1"/>
            </p:cNvSpPr>
            <p:nvPr/>
          </p:nvSpPr>
          <p:spPr bwMode="auto">
            <a:xfrm>
              <a:off x="3484" y="1536"/>
              <a:ext cx="1063" cy="9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Inference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Engine</a:t>
              </a:r>
            </a:p>
          </p:txBody>
        </p:sp>
        <p:sp>
          <p:nvSpPr>
            <p:cNvPr id="30728" name="AutoShape 8"/>
            <p:cNvSpPr>
              <a:spLocks noChangeArrowheads="1"/>
            </p:cNvSpPr>
            <p:nvPr/>
          </p:nvSpPr>
          <p:spPr bwMode="auto">
            <a:xfrm>
              <a:off x="1314" y="1872"/>
              <a:ext cx="753" cy="192"/>
            </a:xfrm>
            <a:prstGeom prst="rightArrow">
              <a:avLst>
                <a:gd name="adj1" fmla="val 50000"/>
                <a:gd name="adj2" fmla="val 98047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id-ID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29" name="AutoShape 9"/>
            <p:cNvSpPr>
              <a:spLocks noChangeArrowheads="1"/>
            </p:cNvSpPr>
            <p:nvPr/>
          </p:nvSpPr>
          <p:spPr bwMode="auto">
            <a:xfrm>
              <a:off x="1314" y="2160"/>
              <a:ext cx="753" cy="192"/>
            </a:xfrm>
            <a:prstGeom prst="rightArrow">
              <a:avLst>
                <a:gd name="adj1" fmla="val 50000"/>
                <a:gd name="adj2" fmla="val 98047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id-ID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30" name="Text Box 10"/>
            <p:cNvSpPr txBox="1">
              <a:spLocks noChangeArrowheads="1"/>
            </p:cNvSpPr>
            <p:nvPr/>
          </p:nvSpPr>
          <p:spPr bwMode="auto">
            <a:xfrm>
              <a:off x="1137" y="1367"/>
              <a:ext cx="93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1">
                  <a:solidFill>
                    <a:srgbClr val="FF6600"/>
                  </a:solidFill>
                  <a:latin typeface="Arial" panose="020B0604020202020204" pitchFamily="34" charset="0"/>
                </a:rPr>
                <a:t>Input: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1">
                  <a:solidFill>
                    <a:srgbClr val="FF6600"/>
                  </a:solidFill>
                  <a:latin typeface="Arial" panose="020B0604020202020204" pitchFamily="34" charset="0"/>
                </a:rPr>
                <a:t>MASALAH</a:t>
              </a:r>
            </a:p>
          </p:txBody>
        </p:sp>
        <p:sp>
          <p:nvSpPr>
            <p:cNvPr id="30731" name="AutoShape 11"/>
            <p:cNvSpPr>
              <a:spLocks noChangeArrowheads="1"/>
            </p:cNvSpPr>
            <p:nvPr/>
          </p:nvSpPr>
          <p:spPr bwMode="auto">
            <a:xfrm>
              <a:off x="4724" y="1849"/>
              <a:ext cx="753" cy="192"/>
            </a:xfrm>
            <a:prstGeom prst="rightArrow">
              <a:avLst>
                <a:gd name="adj1" fmla="val 50000"/>
                <a:gd name="adj2" fmla="val 98047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id-ID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32" name="AutoShape 12"/>
            <p:cNvSpPr>
              <a:spLocks noChangeArrowheads="1"/>
            </p:cNvSpPr>
            <p:nvPr/>
          </p:nvSpPr>
          <p:spPr bwMode="auto">
            <a:xfrm>
              <a:off x="4724" y="2137"/>
              <a:ext cx="753" cy="192"/>
            </a:xfrm>
            <a:prstGeom prst="rightArrow">
              <a:avLst>
                <a:gd name="adj1" fmla="val 50000"/>
                <a:gd name="adj2" fmla="val 98047"/>
              </a:avLst>
            </a:prstGeom>
            <a:solidFill>
              <a:srgbClr val="00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endParaRPr lang="id-ID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0733" name="Text Box 13"/>
            <p:cNvSpPr txBox="1">
              <a:spLocks noChangeArrowheads="1"/>
            </p:cNvSpPr>
            <p:nvPr/>
          </p:nvSpPr>
          <p:spPr bwMode="auto">
            <a:xfrm>
              <a:off x="4946" y="1344"/>
              <a:ext cx="6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w Cen MT" panose="020B06020201040206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w Cen MT" panose="020B06020201040206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w Cen MT" panose="020B06020201040206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5pPr>
              <a:lvl6pPr marL="25146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6pPr>
              <a:lvl7pPr marL="29718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7pPr>
              <a:lvl8pPr marL="34290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8pPr>
              <a:lvl9pPr marL="3886200" indent="-228600" fontAlgn="base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SzPct val="125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Tw Cen MT" panose="020B06020201040206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1">
                  <a:solidFill>
                    <a:srgbClr val="FF6600"/>
                  </a:solidFill>
                  <a:latin typeface="Arial" panose="020B0604020202020204" pitchFamily="34" charset="0"/>
                </a:rPr>
                <a:t>Output: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1">
                  <a:solidFill>
                    <a:srgbClr val="FF6600"/>
                  </a:solidFill>
                  <a:latin typeface="Arial" panose="020B0604020202020204" pitchFamily="34" charset="0"/>
                </a:rPr>
                <a:t>SOLUSI</a:t>
              </a: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2548" y="864"/>
              <a:ext cx="185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b="1" i="1">
                  <a:solidFill>
                    <a:srgbClr val="66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ARTIFICIAL INTELLIGENCE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C9B7D9-E716-A39C-EFA6-6DB1FDAD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B417D-0F77-4CD1-969F-677F250FF3D6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6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Cara Kerja AI</a:t>
            </a:r>
          </a:p>
        </p:txBody>
      </p:sp>
      <p:pic>
        <p:nvPicPr>
          <p:cNvPr id="9" name="Picture 4" descr="AI Weath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518" y="2832016"/>
            <a:ext cx="6817026" cy="230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ow AI Modeling Works?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37" y="1902447"/>
            <a:ext cx="4912477" cy="4161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21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Taksonomi AI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4199" y="1647712"/>
            <a:ext cx="7823602" cy="44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60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Learning, Discovering,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/>
              <a:t>Learning</a:t>
            </a:r>
          </a:p>
          <a:p>
            <a:pPr lvl="1"/>
            <a:r>
              <a:rPr lang="en-ID"/>
              <a:t>Kemampuan AI untuk belajar dari pengetahuan (fakta, data, informasi) yang telah terjadi sebelumnya untuk menyelesaikan suatu permasalahan.</a:t>
            </a:r>
          </a:p>
          <a:p>
            <a:pPr lvl="1"/>
            <a:r>
              <a:rPr lang="en-ID"/>
              <a:t>Supervised vs Unsupervised</a:t>
            </a:r>
          </a:p>
          <a:p>
            <a:r>
              <a:rPr lang="en-ID"/>
              <a:t>Discovering</a:t>
            </a:r>
          </a:p>
          <a:p>
            <a:pPr lvl="1"/>
            <a:r>
              <a:rPr lang="en-ID"/>
              <a:t>Kemampuan AI untuk menemukan pengetahuan baru berdasarkan sejumlah sumber pengetahuan</a:t>
            </a:r>
          </a:p>
          <a:p>
            <a:pPr lvl="1"/>
            <a:r>
              <a:rPr lang="en-ID"/>
              <a:t>Data Mining</a:t>
            </a:r>
          </a:p>
          <a:p>
            <a:r>
              <a:rPr lang="en-ID"/>
              <a:t>Reasoning</a:t>
            </a:r>
          </a:p>
          <a:p>
            <a:pPr lvl="1"/>
            <a:r>
              <a:rPr lang="en-ID"/>
              <a:t>Kemampuan AI untuk membangkitkan penalaran (aturan, rule) baru berdasarkan fakta / kejadian sebelumnya.</a:t>
            </a:r>
          </a:p>
          <a:p>
            <a:pPr lvl="1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2808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Implementasi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Fraud detection.</a:t>
            </a:r>
          </a:p>
          <a:p>
            <a:pPr lvl="1"/>
            <a:r>
              <a:rPr lang="en-GB"/>
              <a:t>Deteksi kecurangan dalam transaksi (asuransi, perbankan, kartu kredit) dll</a:t>
            </a:r>
          </a:p>
          <a:p>
            <a:pPr lvl="1"/>
            <a:r>
              <a:rPr lang="en-GB"/>
              <a:t>Monetary Transaction Fraud Detection System Based on Machine Learning Strategies - </a:t>
            </a:r>
            <a:r>
              <a:rPr lang="en-GB">
                <a:hlinkClick r:id="rId2"/>
              </a:rPr>
              <a:t>https://link.springer.com/chapter/10.1007/978-981-15-0637-6_33</a:t>
            </a:r>
            <a:r>
              <a:rPr lang="en-GB"/>
              <a:t> </a:t>
            </a:r>
          </a:p>
          <a:p>
            <a:r>
              <a:rPr lang="en-GB"/>
              <a:t>Resource scheduling </a:t>
            </a:r>
          </a:p>
          <a:p>
            <a:pPr lvl="1"/>
            <a:r>
              <a:rPr lang="en-GB"/>
              <a:t>Optimasi penjadwalan, misalnya penjadwalan perawat di rumah sakit, petugas keamanan, perkuliahan, dll</a:t>
            </a:r>
          </a:p>
          <a:p>
            <a:pPr lvl="1"/>
            <a:r>
              <a:rPr lang="en-GB"/>
              <a:t>Genetic Algorithm with Baker’s SUS Selection for Shift Scheduling of the Security Officers at Rawa Buntu Train Station, Indonesia - </a:t>
            </a:r>
            <a:r>
              <a:rPr lang="en-ID">
                <a:hlinkClick r:id="rId3"/>
              </a:rPr>
              <a:t>https://eudl.eu/doi/10.4108/eai.20-1-2018.2281891</a:t>
            </a:r>
            <a:r>
              <a:rPr lang="en-ID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2389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Implementasi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Complex analysis.</a:t>
            </a:r>
          </a:p>
          <a:p>
            <a:pPr lvl="1"/>
            <a:r>
              <a:rPr lang="en-GB"/>
              <a:t>Analisis permasalahan kompleks yang tidak dapat dilakukan oleh manusia. Contohnya: diagnosis penyakit.</a:t>
            </a:r>
          </a:p>
          <a:p>
            <a:r>
              <a:rPr lang="en-GB"/>
              <a:t>Automation</a:t>
            </a:r>
          </a:p>
          <a:p>
            <a:pPr lvl="1"/>
            <a:r>
              <a:rPr lang="en-GB"/>
              <a:t>Otomasi atas respon atau kejadian tertentu. Contoh: mobil yang otomatis berbelok saat ada penghalang atau mobil lain, notifikasi saat terjadi kecelakaan di jalan raya, kulkas yang memesan bahan makanan secara otomatis, dll</a:t>
            </a:r>
          </a:p>
          <a:p>
            <a:r>
              <a:rPr lang="en-GB"/>
              <a:t>Customer service</a:t>
            </a:r>
          </a:p>
          <a:p>
            <a:pPr lvl="1"/>
            <a:r>
              <a:rPr lang="en-GB"/>
              <a:t>Mesin penjawab otomatis berbasis AI</a:t>
            </a:r>
          </a:p>
          <a:p>
            <a:pPr lvl="1"/>
            <a:r>
              <a:rPr lang="en-GB"/>
              <a:t>Google Duplex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2285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Implementasi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Safety systems</a:t>
            </a:r>
          </a:p>
          <a:p>
            <a:pPr lvl="1"/>
            <a:r>
              <a:rPr lang="en-GB"/>
              <a:t>AI untuk keamanan dan pengamanan. Contoh: pengereman otomatis pada kendaraan, smart surveillance system.</a:t>
            </a:r>
          </a:p>
          <a:p>
            <a:r>
              <a:rPr lang="en-GB"/>
              <a:t>Machine efficiency</a:t>
            </a:r>
          </a:p>
          <a:p>
            <a:pPr lvl="1"/>
            <a:r>
              <a:rPr lang="en-GB"/>
              <a:t>AI untuk membantu mesin bekerja secara optimal. Contoh: Mesin cuci otomatis / berbasis fuzzy logic.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521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Buku Referensi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700808"/>
            <a:ext cx="3092609" cy="39943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87" y="1700808"/>
            <a:ext cx="3182186" cy="3994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552" y="1700808"/>
            <a:ext cx="2658964" cy="39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68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Referensi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/>
            <a:r>
              <a:rPr lang="en-ID">
                <a:hlinkClick r:id="rId2"/>
              </a:rPr>
              <a:t>https://www.researchgate.net/publication/325162420_Artificial_Intelligence_for_Diabetes_Management_and_Decision_Support_Literature_Review</a:t>
            </a:r>
            <a:r>
              <a:rPr lang="en-ID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3006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Rekomendasi Film</a:t>
            </a:r>
          </a:p>
        </p:txBody>
      </p:sp>
      <p:pic>
        <p:nvPicPr>
          <p:cNvPr id="2050" name="Picture 2" descr="Do You Trust This Computer? (2018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628800"/>
            <a:ext cx="28575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Circle (2017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864" y="1628253"/>
            <a:ext cx="2857500" cy="42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e Imitation Game (2014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248" y="1628253"/>
            <a:ext cx="28575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403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Kecerdasan tiruan merupakan suatu sistem yang dapat menyelesaikan masalah seperti kecerdasan yang dimiliki oleh manusia.</a:t>
            </a:r>
          </a:p>
          <a:p>
            <a:r>
              <a:rPr lang="en-GB"/>
              <a:t>Kecerdasan tiruan berkembang pesat beberapa decade terakhir</a:t>
            </a:r>
          </a:p>
          <a:p>
            <a:r>
              <a:rPr lang="en-GB"/>
              <a:t>Kecerdasan tiruan telah diterapkan di berbagai bidang.</a:t>
            </a:r>
          </a:p>
        </p:txBody>
      </p:sp>
    </p:spTree>
    <p:extLst>
      <p:ext uri="{BB962C8B-B14F-4D97-AF65-F5344CB8AC3E}">
        <p14:creationId xmlns:p14="http://schemas.microsoft.com/office/powerpoint/2010/main" val="3097302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Tujuan Pembelajaran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definisi</a:t>
            </a:r>
            <a:r>
              <a:rPr lang="en-US" dirty="0"/>
              <a:t> Intelligent Agent</a:t>
            </a:r>
          </a:p>
          <a:p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Intelligent Agent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3562545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-apr7">
  <a:themeElements>
    <a:clrScheme name="Custom 1">
      <a:dk1>
        <a:srgbClr val="17347D"/>
      </a:dk1>
      <a:lt1>
        <a:srgbClr val="17347D"/>
      </a:lt1>
      <a:dk2>
        <a:srgbClr val="3366CC"/>
      </a:dk2>
      <a:lt2>
        <a:srgbClr val="DDDDDD"/>
      </a:lt2>
      <a:accent1>
        <a:srgbClr val="77B7E7"/>
      </a:accent1>
      <a:accent2>
        <a:srgbClr val="FF9900"/>
      </a:accent2>
      <a:accent3>
        <a:srgbClr val="FFFFFF"/>
      </a:accent3>
      <a:accent4>
        <a:srgbClr val="122B6A"/>
      </a:accent4>
      <a:accent5>
        <a:srgbClr val="BDD8F1"/>
      </a:accent5>
      <a:accent6>
        <a:srgbClr val="E78A00"/>
      </a:accent6>
      <a:hlink>
        <a:srgbClr val="9999FF"/>
      </a:hlink>
      <a:folHlink>
        <a:srgbClr val="969696"/>
      </a:folHlink>
    </a:clrScheme>
    <a:fontScheme name="Custom 14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FF9900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11284</TotalTime>
  <Words>1442</Words>
  <Application>Microsoft Office PowerPoint</Application>
  <PresentationFormat>Widescreen</PresentationFormat>
  <Paragraphs>181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Abadi</vt:lpstr>
      <vt:lpstr>Arial</vt:lpstr>
      <vt:lpstr>Calibri</vt:lpstr>
      <vt:lpstr>Calibri Light</vt:lpstr>
      <vt:lpstr>Courier New</vt:lpstr>
      <vt:lpstr>Verdana</vt:lpstr>
      <vt:lpstr>Wingdings</vt:lpstr>
      <vt:lpstr>powerpoint-template-apr7</vt:lpstr>
      <vt:lpstr>PowerPoint Presentation</vt:lpstr>
      <vt:lpstr>Tujuan Pembelajaran</vt:lpstr>
      <vt:lpstr>Topik Pembahasan</vt:lpstr>
      <vt:lpstr>Apa itu Kecerdasan?</vt:lpstr>
      <vt:lpstr>PowerPoint Presentation</vt:lpstr>
      <vt:lpstr>Karakteristik Kecerdasan buatan (AI)</vt:lpstr>
      <vt:lpstr>Definisi Artificial Intelligence</vt:lpstr>
      <vt:lpstr>Acting Humanly (Turing Test Approach) </vt:lpstr>
      <vt:lpstr>Thinking Humanly (cognitive Modeling Approach)</vt:lpstr>
      <vt:lpstr>Thinking Rationally (Laws of Thought Approach)</vt:lpstr>
      <vt:lpstr>Acting Rationally (Rational Agent Approach)</vt:lpstr>
      <vt:lpstr>Kesimpulan definisi AI</vt:lpstr>
      <vt:lpstr>Komponen dalam AI</vt:lpstr>
      <vt:lpstr>PowerPoint Presentation</vt:lpstr>
      <vt:lpstr>Sejarah AI</vt:lpstr>
      <vt:lpstr>Sejarah AI</vt:lpstr>
      <vt:lpstr>Sejarah AI</vt:lpstr>
      <vt:lpstr>Sejarah AI</vt:lpstr>
      <vt:lpstr>Cara Kerja AI</vt:lpstr>
      <vt:lpstr>Cara Kerja AI</vt:lpstr>
      <vt:lpstr>Taksonomi AI</vt:lpstr>
      <vt:lpstr>Learning, Discovering, Reasoning</vt:lpstr>
      <vt:lpstr>Implementasi AI</vt:lpstr>
      <vt:lpstr>Implementasi AI</vt:lpstr>
      <vt:lpstr>Implementasi AI</vt:lpstr>
      <vt:lpstr>Buku Referensi</vt:lpstr>
      <vt:lpstr>Referensi</vt:lpstr>
      <vt:lpstr>Rekomendasi Film</vt:lpstr>
      <vt:lpstr>Kesimpulan</vt:lpstr>
      <vt:lpstr>Tujuan Pembelajaran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user</dc:creator>
  <cp:lastModifiedBy>wiharto</cp:lastModifiedBy>
  <cp:revision>499</cp:revision>
  <dcterms:created xsi:type="dcterms:W3CDTF">2011-05-21T14:11:58Z</dcterms:created>
  <dcterms:modified xsi:type="dcterms:W3CDTF">2024-03-13T00:50:17Z</dcterms:modified>
</cp:coreProperties>
</file>