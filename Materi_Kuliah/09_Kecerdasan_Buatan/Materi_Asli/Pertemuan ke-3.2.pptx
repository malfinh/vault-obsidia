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9" r:id="rId1"/>
  </p:sldMasterIdLst>
  <p:notesMasterIdLst>
    <p:notesMasterId r:id="rId54"/>
  </p:notesMasterIdLst>
  <p:sldIdLst>
    <p:sldId id="256" r:id="rId2"/>
    <p:sldId id="523" r:id="rId3"/>
    <p:sldId id="526" r:id="rId4"/>
    <p:sldId id="543" r:id="rId5"/>
    <p:sldId id="544" r:id="rId6"/>
    <p:sldId id="545" r:id="rId7"/>
    <p:sldId id="546" r:id="rId8"/>
    <p:sldId id="548" r:id="rId9"/>
    <p:sldId id="549" r:id="rId10"/>
    <p:sldId id="550" r:id="rId11"/>
    <p:sldId id="469" r:id="rId12"/>
    <p:sldId id="562" r:id="rId13"/>
    <p:sldId id="317" r:id="rId14"/>
    <p:sldId id="318" r:id="rId15"/>
    <p:sldId id="319" r:id="rId16"/>
    <p:sldId id="324" r:id="rId17"/>
    <p:sldId id="325" r:id="rId18"/>
    <p:sldId id="322" r:id="rId19"/>
    <p:sldId id="323" r:id="rId20"/>
    <p:sldId id="470" r:id="rId21"/>
    <p:sldId id="471" r:id="rId22"/>
    <p:sldId id="472" r:id="rId23"/>
    <p:sldId id="552" r:id="rId24"/>
    <p:sldId id="334" r:id="rId25"/>
    <p:sldId id="553" r:id="rId26"/>
    <p:sldId id="554" r:id="rId27"/>
    <p:sldId id="555" r:id="rId28"/>
    <p:sldId id="556" r:id="rId29"/>
    <p:sldId id="557" r:id="rId30"/>
    <p:sldId id="473" r:id="rId31"/>
    <p:sldId id="474" r:id="rId32"/>
    <p:sldId id="475" r:id="rId33"/>
    <p:sldId id="476" r:id="rId34"/>
    <p:sldId id="527" r:id="rId35"/>
    <p:sldId id="528" r:id="rId36"/>
    <p:sldId id="529" r:id="rId37"/>
    <p:sldId id="530" r:id="rId38"/>
    <p:sldId id="531" r:id="rId39"/>
    <p:sldId id="559" r:id="rId40"/>
    <p:sldId id="533" r:id="rId41"/>
    <p:sldId id="484" r:id="rId42"/>
    <p:sldId id="534" r:id="rId43"/>
    <p:sldId id="486" r:id="rId44"/>
    <p:sldId id="487" r:id="rId45"/>
    <p:sldId id="535" r:id="rId46"/>
    <p:sldId id="489" r:id="rId47"/>
    <p:sldId id="490" r:id="rId48"/>
    <p:sldId id="491" r:id="rId49"/>
    <p:sldId id="536" r:id="rId50"/>
    <p:sldId id="538" r:id="rId51"/>
    <p:sldId id="327" r:id="rId52"/>
    <p:sldId id="260" r:id="rId53"/>
  </p:sldIdLst>
  <p:sldSz cx="9144000" cy="6858000" type="screen4x3"/>
  <p:notesSz cx="7099300" cy="10234613"/>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CFF"/>
    <a:srgbClr val="FF99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4AE7097-D48A-4AF9-8DA1-A7C1BCA647BD}" v="15" dt="2024-02-27T05:57:32.697"/>
  </p1510:revLst>
</p1510:revInfo>
</file>

<file path=ppt/tableStyles.xml><?xml version="1.0" encoding="utf-8"?>
<a:tblStyleLst xmlns:a="http://schemas.openxmlformats.org/drawingml/2006/main" def="{5C22544A-7EE6-4342-B048-85BDC9FD1C3A}">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91" autoAdjust="0"/>
    <p:restoredTop sz="94645" autoAdjust="0"/>
  </p:normalViewPr>
  <p:slideViewPr>
    <p:cSldViewPr>
      <p:cViewPr varScale="1">
        <p:scale>
          <a:sx n="77" d="100"/>
          <a:sy n="77" d="100"/>
        </p:scale>
        <p:origin x="980" y="60"/>
      </p:cViewPr>
      <p:guideLst>
        <p:guide orient="horz" pos="2160"/>
        <p:guide pos="2880"/>
      </p:guideLst>
    </p:cSldViewPr>
  </p:slideViewPr>
  <p:outlineViewPr>
    <p:cViewPr>
      <p:scale>
        <a:sx n="33" d="100"/>
        <a:sy n="33" d="100"/>
      </p:scale>
      <p:origin x="0" y="1056"/>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microsoft.com/office/2016/11/relationships/changesInfo" Target="changesInfos/changesInfo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iharto" userId="26dbef6a-cfea-4e24-8e0c-5099cdaa68f0" providerId="ADAL" clId="{94AE7097-D48A-4AF9-8DA1-A7C1BCA647BD}"/>
    <pc:docChg chg="undo custSel addSld delSld modSld sldOrd">
      <pc:chgData name="wiharto" userId="26dbef6a-cfea-4e24-8e0c-5099cdaa68f0" providerId="ADAL" clId="{94AE7097-D48A-4AF9-8DA1-A7C1BCA647BD}" dt="2024-02-27T05:57:32.697" v="320" actId="1076"/>
      <pc:docMkLst>
        <pc:docMk/>
      </pc:docMkLst>
      <pc:sldChg chg="modSp mod">
        <pc:chgData name="wiharto" userId="26dbef6a-cfea-4e24-8e0c-5099cdaa68f0" providerId="ADAL" clId="{94AE7097-D48A-4AF9-8DA1-A7C1BCA647BD}" dt="2024-02-26T06:29:59.553" v="286" actId="6549"/>
        <pc:sldMkLst>
          <pc:docMk/>
          <pc:sldMk cId="0" sldId="256"/>
        </pc:sldMkLst>
        <pc:spChg chg="mod">
          <ac:chgData name="wiharto" userId="26dbef6a-cfea-4e24-8e0c-5099cdaa68f0" providerId="ADAL" clId="{94AE7097-D48A-4AF9-8DA1-A7C1BCA647BD}" dt="2024-02-25T22:33:50.178" v="72" actId="2711"/>
          <ac:spMkLst>
            <pc:docMk/>
            <pc:sldMk cId="0" sldId="256"/>
            <ac:spMk id="2" creationId="{00000000-0000-0000-0000-000000000000}"/>
          </ac:spMkLst>
        </pc:spChg>
        <pc:spChg chg="mod">
          <ac:chgData name="wiharto" userId="26dbef6a-cfea-4e24-8e0c-5099cdaa68f0" providerId="ADAL" clId="{94AE7097-D48A-4AF9-8DA1-A7C1BCA647BD}" dt="2024-02-26T06:29:59.553" v="286" actId="6549"/>
          <ac:spMkLst>
            <pc:docMk/>
            <pc:sldMk cId="0" sldId="256"/>
            <ac:spMk id="6147" creationId="{00000000-0000-0000-0000-000000000000}"/>
          </ac:spMkLst>
        </pc:spChg>
      </pc:sldChg>
      <pc:sldChg chg="del">
        <pc:chgData name="wiharto" userId="26dbef6a-cfea-4e24-8e0c-5099cdaa68f0" providerId="ADAL" clId="{94AE7097-D48A-4AF9-8DA1-A7C1BCA647BD}" dt="2024-02-25T22:47:11.565" v="205" actId="47"/>
        <pc:sldMkLst>
          <pc:docMk/>
          <pc:sldMk cId="0" sldId="257"/>
        </pc:sldMkLst>
      </pc:sldChg>
      <pc:sldChg chg="addSp delSp modSp mod">
        <pc:chgData name="wiharto" userId="26dbef6a-cfea-4e24-8e0c-5099cdaa68f0" providerId="ADAL" clId="{94AE7097-D48A-4AF9-8DA1-A7C1BCA647BD}" dt="2024-02-27T05:53:40.729" v="306" actId="478"/>
        <pc:sldMkLst>
          <pc:docMk/>
          <pc:sldMk cId="0" sldId="318"/>
        </pc:sldMkLst>
        <pc:spChg chg="mod">
          <ac:chgData name="wiharto" userId="26dbef6a-cfea-4e24-8e0c-5099cdaa68f0" providerId="ADAL" clId="{94AE7097-D48A-4AF9-8DA1-A7C1BCA647BD}" dt="2024-02-25T22:47:34.865" v="208" actId="20577"/>
          <ac:spMkLst>
            <pc:docMk/>
            <pc:sldMk cId="0" sldId="318"/>
            <ac:spMk id="2" creationId="{00000000-0000-0000-0000-000000000000}"/>
          </ac:spMkLst>
        </pc:spChg>
        <pc:inkChg chg="add del">
          <ac:chgData name="wiharto" userId="26dbef6a-cfea-4e24-8e0c-5099cdaa68f0" providerId="ADAL" clId="{94AE7097-D48A-4AF9-8DA1-A7C1BCA647BD}" dt="2024-02-27T05:53:40.729" v="306" actId="478"/>
          <ac:inkMkLst>
            <pc:docMk/>
            <pc:sldMk cId="0" sldId="318"/>
            <ac:inkMk id="4" creationId="{C34E64F8-399E-F431-99D2-B7F3F596B43B}"/>
          </ac:inkMkLst>
        </pc:inkChg>
      </pc:sldChg>
      <pc:sldChg chg="addSp delSp mod">
        <pc:chgData name="wiharto" userId="26dbef6a-cfea-4e24-8e0c-5099cdaa68f0" providerId="ADAL" clId="{94AE7097-D48A-4AF9-8DA1-A7C1BCA647BD}" dt="2024-02-27T05:53:44.183" v="307" actId="478"/>
        <pc:sldMkLst>
          <pc:docMk/>
          <pc:sldMk cId="0" sldId="319"/>
        </pc:sldMkLst>
        <pc:inkChg chg="add del">
          <ac:chgData name="wiharto" userId="26dbef6a-cfea-4e24-8e0c-5099cdaa68f0" providerId="ADAL" clId="{94AE7097-D48A-4AF9-8DA1-A7C1BCA647BD}" dt="2024-02-27T05:53:44.183" v="307" actId="478"/>
          <ac:inkMkLst>
            <pc:docMk/>
            <pc:sldMk cId="0" sldId="319"/>
            <ac:inkMk id="5" creationId="{31140CEF-766A-962E-7D35-F5C14625D23C}"/>
          </ac:inkMkLst>
        </pc:inkChg>
      </pc:sldChg>
      <pc:sldChg chg="addSp delSp mod">
        <pc:chgData name="wiharto" userId="26dbef6a-cfea-4e24-8e0c-5099cdaa68f0" providerId="ADAL" clId="{94AE7097-D48A-4AF9-8DA1-A7C1BCA647BD}" dt="2024-02-27T05:53:55.441" v="310" actId="478"/>
        <pc:sldMkLst>
          <pc:docMk/>
          <pc:sldMk cId="0" sldId="322"/>
        </pc:sldMkLst>
        <pc:inkChg chg="add del">
          <ac:chgData name="wiharto" userId="26dbef6a-cfea-4e24-8e0c-5099cdaa68f0" providerId="ADAL" clId="{94AE7097-D48A-4AF9-8DA1-A7C1BCA647BD}" dt="2024-02-27T05:53:55.441" v="310" actId="478"/>
          <ac:inkMkLst>
            <pc:docMk/>
            <pc:sldMk cId="0" sldId="322"/>
            <ac:inkMk id="5" creationId="{9D7D1552-C88C-3F4A-5A3B-455424315E71}"/>
          </ac:inkMkLst>
        </pc:inkChg>
      </pc:sldChg>
      <pc:sldChg chg="addSp delSp mod">
        <pc:chgData name="wiharto" userId="26dbef6a-cfea-4e24-8e0c-5099cdaa68f0" providerId="ADAL" clId="{94AE7097-D48A-4AF9-8DA1-A7C1BCA647BD}" dt="2024-02-27T05:53:47.372" v="308" actId="478"/>
        <pc:sldMkLst>
          <pc:docMk/>
          <pc:sldMk cId="0" sldId="324"/>
        </pc:sldMkLst>
        <pc:inkChg chg="add del">
          <ac:chgData name="wiharto" userId="26dbef6a-cfea-4e24-8e0c-5099cdaa68f0" providerId="ADAL" clId="{94AE7097-D48A-4AF9-8DA1-A7C1BCA647BD}" dt="2024-02-27T05:53:47.372" v="308" actId="478"/>
          <ac:inkMkLst>
            <pc:docMk/>
            <pc:sldMk cId="0" sldId="324"/>
            <ac:inkMk id="5" creationId="{23F04791-5D90-8F10-5754-37145DF89D58}"/>
          </ac:inkMkLst>
        </pc:inkChg>
      </pc:sldChg>
      <pc:sldChg chg="addSp delSp mod">
        <pc:chgData name="wiharto" userId="26dbef6a-cfea-4e24-8e0c-5099cdaa68f0" providerId="ADAL" clId="{94AE7097-D48A-4AF9-8DA1-A7C1BCA647BD}" dt="2024-02-27T05:53:51.844" v="309" actId="478"/>
        <pc:sldMkLst>
          <pc:docMk/>
          <pc:sldMk cId="0" sldId="325"/>
        </pc:sldMkLst>
        <pc:inkChg chg="add del">
          <ac:chgData name="wiharto" userId="26dbef6a-cfea-4e24-8e0c-5099cdaa68f0" providerId="ADAL" clId="{94AE7097-D48A-4AF9-8DA1-A7C1BCA647BD}" dt="2024-02-27T05:53:51.844" v="309" actId="478"/>
          <ac:inkMkLst>
            <pc:docMk/>
            <pc:sldMk cId="0" sldId="325"/>
            <ac:inkMk id="4" creationId="{F4013C45-21D8-61E8-4C30-9EB14A755B9A}"/>
          </ac:inkMkLst>
        </pc:inkChg>
      </pc:sldChg>
      <pc:sldChg chg="del">
        <pc:chgData name="wiharto" userId="26dbef6a-cfea-4e24-8e0c-5099cdaa68f0" providerId="ADAL" clId="{94AE7097-D48A-4AF9-8DA1-A7C1BCA647BD}" dt="2024-02-25T22:58:12.076" v="265" actId="47"/>
        <pc:sldMkLst>
          <pc:docMk/>
          <pc:sldMk cId="0" sldId="326"/>
        </pc:sldMkLst>
      </pc:sldChg>
      <pc:sldChg chg="modSp del mod">
        <pc:chgData name="wiharto" userId="26dbef6a-cfea-4e24-8e0c-5099cdaa68f0" providerId="ADAL" clId="{94AE7097-D48A-4AF9-8DA1-A7C1BCA647BD}" dt="2024-02-25T22:41:53.138" v="192" actId="47"/>
        <pc:sldMkLst>
          <pc:docMk/>
          <pc:sldMk cId="0" sldId="332"/>
        </pc:sldMkLst>
        <pc:spChg chg="mod">
          <ac:chgData name="wiharto" userId="26dbef6a-cfea-4e24-8e0c-5099cdaa68f0" providerId="ADAL" clId="{94AE7097-D48A-4AF9-8DA1-A7C1BCA647BD}" dt="2024-02-25T22:34:34.604" v="79" actId="27636"/>
          <ac:spMkLst>
            <pc:docMk/>
            <pc:sldMk cId="0" sldId="332"/>
            <ac:spMk id="2" creationId="{00000000-0000-0000-0000-000000000000}"/>
          </ac:spMkLst>
        </pc:spChg>
      </pc:sldChg>
      <pc:sldChg chg="del">
        <pc:chgData name="wiharto" userId="26dbef6a-cfea-4e24-8e0c-5099cdaa68f0" providerId="ADAL" clId="{94AE7097-D48A-4AF9-8DA1-A7C1BCA647BD}" dt="2024-02-25T22:50:04.377" v="230" actId="47"/>
        <pc:sldMkLst>
          <pc:docMk/>
          <pc:sldMk cId="0" sldId="333"/>
        </pc:sldMkLst>
      </pc:sldChg>
      <pc:sldChg chg="add ord">
        <pc:chgData name="wiharto" userId="26dbef6a-cfea-4e24-8e0c-5099cdaa68f0" providerId="ADAL" clId="{94AE7097-D48A-4AF9-8DA1-A7C1BCA647BD}" dt="2024-02-27T05:57:20.347" v="318"/>
        <pc:sldMkLst>
          <pc:docMk/>
          <pc:sldMk cId="1943401909" sldId="334"/>
        </pc:sldMkLst>
      </pc:sldChg>
      <pc:sldChg chg="del">
        <pc:chgData name="wiharto" userId="26dbef6a-cfea-4e24-8e0c-5099cdaa68f0" providerId="ADAL" clId="{94AE7097-D48A-4AF9-8DA1-A7C1BCA647BD}" dt="2024-02-25T22:57:04.532" v="235" actId="47"/>
        <pc:sldMkLst>
          <pc:docMk/>
          <pc:sldMk cId="0" sldId="335"/>
        </pc:sldMkLst>
      </pc:sldChg>
      <pc:sldChg chg="del">
        <pc:chgData name="wiharto" userId="26dbef6a-cfea-4e24-8e0c-5099cdaa68f0" providerId="ADAL" clId="{94AE7097-D48A-4AF9-8DA1-A7C1BCA647BD}" dt="2024-02-25T22:50:16.869" v="231" actId="47"/>
        <pc:sldMkLst>
          <pc:docMk/>
          <pc:sldMk cId="0" sldId="336"/>
        </pc:sldMkLst>
      </pc:sldChg>
      <pc:sldChg chg="del">
        <pc:chgData name="wiharto" userId="26dbef6a-cfea-4e24-8e0c-5099cdaa68f0" providerId="ADAL" clId="{94AE7097-D48A-4AF9-8DA1-A7C1BCA647BD}" dt="2024-02-25T22:57:04.532" v="235" actId="47"/>
        <pc:sldMkLst>
          <pc:docMk/>
          <pc:sldMk cId="0" sldId="337"/>
        </pc:sldMkLst>
      </pc:sldChg>
      <pc:sldChg chg="del">
        <pc:chgData name="wiharto" userId="26dbef6a-cfea-4e24-8e0c-5099cdaa68f0" providerId="ADAL" clId="{94AE7097-D48A-4AF9-8DA1-A7C1BCA647BD}" dt="2024-02-25T22:57:04.532" v="235" actId="47"/>
        <pc:sldMkLst>
          <pc:docMk/>
          <pc:sldMk cId="0" sldId="338"/>
        </pc:sldMkLst>
      </pc:sldChg>
      <pc:sldChg chg="del">
        <pc:chgData name="wiharto" userId="26dbef6a-cfea-4e24-8e0c-5099cdaa68f0" providerId="ADAL" clId="{94AE7097-D48A-4AF9-8DA1-A7C1BCA647BD}" dt="2024-02-25T22:57:04.532" v="235" actId="47"/>
        <pc:sldMkLst>
          <pc:docMk/>
          <pc:sldMk cId="0" sldId="339"/>
        </pc:sldMkLst>
      </pc:sldChg>
      <pc:sldChg chg="del">
        <pc:chgData name="wiharto" userId="26dbef6a-cfea-4e24-8e0c-5099cdaa68f0" providerId="ADAL" clId="{94AE7097-D48A-4AF9-8DA1-A7C1BCA647BD}" dt="2024-02-25T22:57:04.532" v="235" actId="47"/>
        <pc:sldMkLst>
          <pc:docMk/>
          <pc:sldMk cId="0" sldId="340"/>
        </pc:sldMkLst>
      </pc:sldChg>
      <pc:sldChg chg="del">
        <pc:chgData name="wiharto" userId="26dbef6a-cfea-4e24-8e0c-5099cdaa68f0" providerId="ADAL" clId="{94AE7097-D48A-4AF9-8DA1-A7C1BCA647BD}" dt="2024-02-25T23:01:47.355" v="285" actId="47"/>
        <pc:sldMkLst>
          <pc:docMk/>
          <pc:sldMk cId="0" sldId="341"/>
        </pc:sldMkLst>
      </pc:sldChg>
      <pc:sldChg chg="del">
        <pc:chgData name="wiharto" userId="26dbef6a-cfea-4e24-8e0c-5099cdaa68f0" providerId="ADAL" clId="{94AE7097-D48A-4AF9-8DA1-A7C1BCA647BD}" dt="2024-02-25T22:57:15.557" v="236" actId="47"/>
        <pc:sldMkLst>
          <pc:docMk/>
          <pc:sldMk cId="0" sldId="342"/>
        </pc:sldMkLst>
      </pc:sldChg>
      <pc:sldChg chg="modSp del mod">
        <pc:chgData name="wiharto" userId="26dbef6a-cfea-4e24-8e0c-5099cdaa68f0" providerId="ADAL" clId="{94AE7097-D48A-4AF9-8DA1-A7C1BCA647BD}" dt="2024-02-25T23:01:47.355" v="285" actId="47"/>
        <pc:sldMkLst>
          <pc:docMk/>
          <pc:sldMk cId="0" sldId="343"/>
        </pc:sldMkLst>
        <pc:spChg chg="mod">
          <ac:chgData name="wiharto" userId="26dbef6a-cfea-4e24-8e0c-5099cdaa68f0" providerId="ADAL" clId="{94AE7097-D48A-4AF9-8DA1-A7C1BCA647BD}" dt="2024-02-25T22:57:28.316" v="244" actId="20577"/>
          <ac:spMkLst>
            <pc:docMk/>
            <pc:sldMk cId="0" sldId="343"/>
            <ac:spMk id="2" creationId="{00000000-0000-0000-0000-000000000000}"/>
          </ac:spMkLst>
        </pc:spChg>
      </pc:sldChg>
      <pc:sldChg chg="del">
        <pc:chgData name="wiharto" userId="26dbef6a-cfea-4e24-8e0c-5099cdaa68f0" providerId="ADAL" clId="{94AE7097-D48A-4AF9-8DA1-A7C1BCA647BD}" dt="2024-02-25T23:01:47.355" v="285" actId="47"/>
        <pc:sldMkLst>
          <pc:docMk/>
          <pc:sldMk cId="0" sldId="344"/>
        </pc:sldMkLst>
      </pc:sldChg>
      <pc:sldChg chg="del">
        <pc:chgData name="wiharto" userId="26dbef6a-cfea-4e24-8e0c-5099cdaa68f0" providerId="ADAL" clId="{94AE7097-D48A-4AF9-8DA1-A7C1BCA647BD}" dt="2024-02-25T22:57:15.557" v="236" actId="47"/>
        <pc:sldMkLst>
          <pc:docMk/>
          <pc:sldMk cId="0" sldId="345"/>
        </pc:sldMkLst>
      </pc:sldChg>
      <pc:sldChg chg="del">
        <pc:chgData name="wiharto" userId="26dbef6a-cfea-4e24-8e0c-5099cdaa68f0" providerId="ADAL" clId="{94AE7097-D48A-4AF9-8DA1-A7C1BCA647BD}" dt="2024-02-25T23:01:47.355" v="285" actId="47"/>
        <pc:sldMkLst>
          <pc:docMk/>
          <pc:sldMk cId="0" sldId="346"/>
        </pc:sldMkLst>
      </pc:sldChg>
      <pc:sldChg chg="modSp del mod">
        <pc:chgData name="wiharto" userId="26dbef6a-cfea-4e24-8e0c-5099cdaa68f0" providerId="ADAL" clId="{94AE7097-D48A-4AF9-8DA1-A7C1BCA647BD}" dt="2024-02-25T23:01:47.355" v="285" actId="47"/>
        <pc:sldMkLst>
          <pc:docMk/>
          <pc:sldMk cId="0" sldId="347"/>
        </pc:sldMkLst>
        <pc:spChg chg="mod">
          <ac:chgData name="wiharto" userId="26dbef6a-cfea-4e24-8e0c-5099cdaa68f0" providerId="ADAL" clId="{94AE7097-D48A-4AF9-8DA1-A7C1BCA647BD}" dt="2024-02-25T22:57:42.493" v="254" actId="20577"/>
          <ac:spMkLst>
            <pc:docMk/>
            <pc:sldMk cId="0" sldId="347"/>
            <ac:spMk id="2" creationId="{00000000-0000-0000-0000-000000000000}"/>
          </ac:spMkLst>
        </pc:spChg>
      </pc:sldChg>
      <pc:sldChg chg="modSp del mod">
        <pc:chgData name="wiharto" userId="26dbef6a-cfea-4e24-8e0c-5099cdaa68f0" providerId="ADAL" clId="{94AE7097-D48A-4AF9-8DA1-A7C1BCA647BD}" dt="2024-02-25T23:01:26.091" v="284" actId="47"/>
        <pc:sldMkLst>
          <pc:docMk/>
          <pc:sldMk cId="0" sldId="348"/>
        </pc:sldMkLst>
        <pc:spChg chg="mod">
          <ac:chgData name="wiharto" userId="26dbef6a-cfea-4e24-8e0c-5099cdaa68f0" providerId="ADAL" clId="{94AE7097-D48A-4AF9-8DA1-A7C1BCA647BD}" dt="2024-02-25T22:57:56.169" v="264" actId="114"/>
          <ac:spMkLst>
            <pc:docMk/>
            <pc:sldMk cId="0" sldId="348"/>
            <ac:spMk id="2" creationId="{00000000-0000-0000-0000-000000000000}"/>
          </ac:spMkLst>
        </pc:spChg>
      </pc:sldChg>
      <pc:sldChg chg="del">
        <pc:chgData name="wiharto" userId="26dbef6a-cfea-4e24-8e0c-5099cdaa68f0" providerId="ADAL" clId="{94AE7097-D48A-4AF9-8DA1-A7C1BCA647BD}" dt="2024-02-25T23:01:22.601" v="283" actId="47"/>
        <pc:sldMkLst>
          <pc:docMk/>
          <pc:sldMk cId="0" sldId="349"/>
        </pc:sldMkLst>
      </pc:sldChg>
      <pc:sldChg chg="del">
        <pc:chgData name="wiharto" userId="26dbef6a-cfea-4e24-8e0c-5099cdaa68f0" providerId="ADAL" clId="{94AE7097-D48A-4AF9-8DA1-A7C1BCA647BD}" dt="2024-02-25T22:58:12.076" v="265" actId="47"/>
        <pc:sldMkLst>
          <pc:docMk/>
          <pc:sldMk cId="0" sldId="350"/>
        </pc:sldMkLst>
      </pc:sldChg>
      <pc:sldChg chg="addSp delSp add mod modNotes">
        <pc:chgData name="wiharto" userId="26dbef6a-cfea-4e24-8e0c-5099cdaa68f0" providerId="ADAL" clId="{94AE7097-D48A-4AF9-8DA1-A7C1BCA647BD}" dt="2024-02-27T05:52:25.759" v="304" actId="478"/>
        <pc:sldMkLst>
          <pc:docMk/>
          <pc:sldMk cId="853455307" sldId="469"/>
        </pc:sldMkLst>
        <pc:inkChg chg="add del">
          <ac:chgData name="wiharto" userId="26dbef6a-cfea-4e24-8e0c-5099cdaa68f0" providerId="ADAL" clId="{94AE7097-D48A-4AF9-8DA1-A7C1BCA647BD}" dt="2024-02-27T05:52:25.759" v="304" actId="478"/>
          <ac:inkMkLst>
            <pc:docMk/>
            <pc:sldMk cId="853455307" sldId="469"/>
            <ac:inkMk id="3" creationId="{8868584F-5E2C-C8E3-9ED3-F206EA3EB26C}"/>
          </ac:inkMkLst>
        </pc:inkChg>
      </pc:sldChg>
      <pc:sldChg chg="addSp delSp modSp add mod">
        <pc:chgData name="wiharto" userId="26dbef6a-cfea-4e24-8e0c-5099cdaa68f0" providerId="ADAL" clId="{94AE7097-D48A-4AF9-8DA1-A7C1BCA647BD}" dt="2024-02-25T22:48:12.476" v="212" actId="20577"/>
        <pc:sldMkLst>
          <pc:docMk/>
          <pc:sldMk cId="3393968743" sldId="470"/>
        </pc:sldMkLst>
        <pc:spChg chg="add del mod">
          <ac:chgData name="wiharto" userId="26dbef6a-cfea-4e24-8e0c-5099cdaa68f0" providerId="ADAL" clId="{94AE7097-D48A-4AF9-8DA1-A7C1BCA647BD}" dt="2024-02-25T22:48:12.476" v="212" actId="20577"/>
          <ac:spMkLst>
            <pc:docMk/>
            <pc:sldMk cId="3393968743" sldId="470"/>
            <ac:spMk id="2" creationId="{00000000-0000-0000-0000-000000000000}"/>
          </ac:spMkLst>
        </pc:spChg>
      </pc:sldChg>
      <pc:sldChg chg="modSp add mod">
        <pc:chgData name="wiharto" userId="26dbef6a-cfea-4e24-8e0c-5099cdaa68f0" providerId="ADAL" clId="{94AE7097-D48A-4AF9-8DA1-A7C1BCA647BD}" dt="2024-02-25T22:48:16.600" v="214" actId="20577"/>
        <pc:sldMkLst>
          <pc:docMk/>
          <pc:sldMk cId="1374717236" sldId="471"/>
        </pc:sldMkLst>
        <pc:spChg chg="mod">
          <ac:chgData name="wiharto" userId="26dbef6a-cfea-4e24-8e0c-5099cdaa68f0" providerId="ADAL" clId="{94AE7097-D48A-4AF9-8DA1-A7C1BCA647BD}" dt="2024-02-25T22:48:16.600" v="214" actId="20577"/>
          <ac:spMkLst>
            <pc:docMk/>
            <pc:sldMk cId="1374717236" sldId="471"/>
            <ac:spMk id="2" creationId="{00000000-0000-0000-0000-000000000000}"/>
          </ac:spMkLst>
        </pc:spChg>
      </pc:sldChg>
      <pc:sldChg chg="modSp add mod">
        <pc:chgData name="wiharto" userId="26dbef6a-cfea-4e24-8e0c-5099cdaa68f0" providerId="ADAL" clId="{94AE7097-D48A-4AF9-8DA1-A7C1BCA647BD}" dt="2024-02-27T05:56:27.733" v="316" actId="5793"/>
        <pc:sldMkLst>
          <pc:docMk/>
          <pc:sldMk cId="1374705574" sldId="472"/>
        </pc:sldMkLst>
        <pc:spChg chg="mod">
          <ac:chgData name="wiharto" userId="26dbef6a-cfea-4e24-8e0c-5099cdaa68f0" providerId="ADAL" clId="{94AE7097-D48A-4AF9-8DA1-A7C1BCA647BD}" dt="2024-02-25T22:48:24.245" v="216" actId="20577"/>
          <ac:spMkLst>
            <pc:docMk/>
            <pc:sldMk cId="1374705574" sldId="472"/>
            <ac:spMk id="2" creationId="{00000000-0000-0000-0000-000000000000}"/>
          </ac:spMkLst>
        </pc:spChg>
        <pc:spChg chg="mod">
          <ac:chgData name="wiharto" userId="26dbef6a-cfea-4e24-8e0c-5099cdaa68f0" providerId="ADAL" clId="{94AE7097-D48A-4AF9-8DA1-A7C1BCA647BD}" dt="2024-02-27T05:56:27.733" v="316" actId="5793"/>
          <ac:spMkLst>
            <pc:docMk/>
            <pc:sldMk cId="1374705574" sldId="472"/>
            <ac:spMk id="3" creationId="{00000000-0000-0000-0000-000000000000}"/>
          </ac:spMkLst>
        </pc:spChg>
      </pc:sldChg>
      <pc:sldChg chg="add">
        <pc:chgData name="wiharto" userId="26dbef6a-cfea-4e24-8e0c-5099cdaa68f0" providerId="ADAL" clId="{94AE7097-D48A-4AF9-8DA1-A7C1BCA647BD}" dt="2024-02-25T22:49:08.352" v="218"/>
        <pc:sldMkLst>
          <pc:docMk/>
          <pc:sldMk cId="2012539264" sldId="473"/>
        </pc:sldMkLst>
      </pc:sldChg>
      <pc:sldChg chg="add">
        <pc:chgData name="wiharto" userId="26dbef6a-cfea-4e24-8e0c-5099cdaa68f0" providerId="ADAL" clId="{94AE7097-D48A-4AF9-8DA1-A7C1BCA647BD}" dt="2024-02-25T22:58:46.757" v="267"/>
        <pc:sldMkLst>
          <pc:docMk/>
          <pc:sldMk cId="553798572" sldId="474"/>
        </pc:sldMkLst>
      </pc:sldChg>
      <pc:sldChg chg="add">
        <pc:chgData name="wiharto" userId="26dbef6a-cfea-4e24-8e0c-5099cdaa68f0" providerId="ADAL" clId="{94AE7097-D48A-4AF9-8DA1-A7C1BCA647BD}" dt="2024-02-25T22:58:46.757" v="267"/>
        <pc:sldMkLst>
          <pc:docMk/>
          <pc:sldMk cId="1986427462" sldId="475"/>
        </pc:sldMkLst>
      </pc:sldChg>
      <pc:sldChg chg="add">
        <pc:chgData name="wiharto" userId="26dbef6a-cfea-4e24-8e0c-5099cdaa68f0" providerId="ADAL" clId="{94AE7097-D48A-4AF9-8DA1-A7C1BCA647BD}" dt="2024-02-25T22:58:46.757" v="267"/>
        <pc:sldMkLst>
          <pc:docMk/>
          <pc:sldMk cId="2994890987" sldId="476"/>
        </pc:sldMkLst>
      </pc:sldChg>
      <pc:sldChg chg="add">
        <pc:chgData name="wiharto" userId="26dbef6a-cfea-4e24-8e0c-5099cdaa68f0" providerId="ADAL" clId="{94AE7097-D48A-4AF9-8DA1-A7C1BCA647BD}" dt="2024-02-25T22:59:32.946" v="271"/>
        <pc:sldMkLst>
          <pc:docMk/>
          <pc:sldMk cId="2282982863" sldId="484"/>
        </pc:sldMkLst>
      </pc:sldChg>
      <pc:sldChg chg="add">
        <pc:chgData name="wiharto" userId="26dbef6a-cfea-4e24-8e0c-5099cdaa68f0" providerId="ADAL" clId="{94AE7097-D48A-4AF9-8DA1-A7C1BCA647BD}" dt="2024-02-25T22:59:32.946" v="271"/>
        <pc:sldMkLst>
          <pc:docMk/>
          <pc:sldMk cId="590516707" sldId="486"/>
        </pc:sldMkLst>
      </pc:sldChg>
      <pc:sldChg chg="add">
        <pc:chgData name="wiharto" userId="26dbef6a-cfea-4e24-8e0c-5099cdaa68f0" providerId="ADAL" clId="{94AE7097-D48A-4AF9-8DA1-A7C1BCA647BD}" dt="2024-02-25T22:59:32.946" v="271"/>
        <pc:sldMkLst>
          <pc:docMk/>
          <pc:sldMk cId="2979272805" sldId="487"/>
        </pc:sldMkLst>
      </pc:sldChg>
      <pc:sldChg chg="add">
        <pc:chgData name="wiharto" userId="26dbef6a-cfea-4e24-8e0c-5099cdaa68f0" providerId="ADAL" clId="{94AE7097-D48A-4AF9-8DA1-A7C1BCA647BD}" dt="2024-02-25T22:59:32.946" v="271"/>
        <pc:sldMkLst>
          <pc:docMk/>
          <pc:sldMk cId="3937205481" sldId="489"/>
        </pc:sldMkLst>
      </pc:sldChg>
      <pc:sldChg chg="add">
        <pc:chgData name="wiharto" userId="26dbef6a-cfea-4e24-8e0c-5099cdaa68f0" providerId="ADAL" clId="{94AE7097-D48A-4AF9-8DA1-A7C1BCA647BD}" dt="2024-02-25T22:59:32.946" v="271"/>
        <pc:sldMkLst>
          <pc:docMk/>
          <pc:sldMk cId="942963868" sldId="490"/>
        </pc:sldMkLst>
      </pc:sldChg>
      <pc:sldChg chg="add">
        <pc:chgData name="wiharto" userId="26dbef6a-cfea-4e24-8e0c-5099cdaa68f0" providerId="ADAL" clId="{94AE7097-D48A-4AF9-8DA1-A7C1BCA647BD}" dt="2024-02-25T22:59:32.946" v="271"/>
        <pc:sldMkLst>
          <pc:docMk/>
          <pc:sldMk cId="2431181667" sldId="491"/>
        </pc:sldMkLst>
      </pc:sldChg>
      <pc:sldChg chg="del">
        <pc:chgData name="wiharto" userId="26dbef6a-cfea-4e24-8e0c-5099cdaa68f0" providerId="ADAL" clId="{94AE7097-D48A-4AF9-8DA1-A7C1BCA647BD}" dt="2024-02-25T22:47:50.414" v="209" actId="47"/>
        <pc:sldMkLst>
          <pc:docMk/>
          <pc:sldMk cId="952824175" sldId="514"/>
        </pc:sldMkLst>
      </pc:sldChg>
      <pc:sldChg chg="del">
        <pc:chgData name="wiharto" userId="26dbef6a-cfea-4e24-8e0c-5099cdaa68f0" providerId="ADAL" clId="{94AE7097-D48A-4AF9-8DA1-A7C1BCA647BD}" dt="2024-02-25T22:50:04.377" v="230" actId="47"/>
        <pc:sldMkLst>
          <pc:docMk/>
          <pc:sldMk cId="1922492795" sldId="515"/>
        </pc:sldMkLst>
      </pc:sldChg>
      <pc:sldChg chg="del">
        <pc:chgData name="wiharto" userId="26dbef6a-cfea-4e24-8e0c-5099cdaa68f0" providerId="ADAL" clId="{94AE7097-D48A-4AF9-8DA1-A7C1BCA647BD}" dt="2024-02-25T22:48:07.288" v="210" actId="47"/>
        <pc:sldMkLst>
          <pc:docMk/>
          <pc:sldMk cId="716894098" sldId="516"/>
        </pc:sldMkLst>
      </pc:sldChg>
      <pc:sldChg chg="del">
        <pc:chgData name="wiharto" userId="26dbef6a-cfea-4e24-8e0c-5099cdaa68f0" providerId="ADAL" clId="{94AE7097-D48A-4AF9-8DA1-A7C1BCA647BD}" dt="2024-02-25T22:48:07.288" v="210" actId="47"/>
        <pc:sldMkLst>
          <pc:docMk/>
          <pc:sldMk cId="138093658" sldId="517"/>
        </pc:sldMkLst>
      </pc:sldChg>
      <pc:sldChg chg="del">
        <pc:chgData name="wiharto" userId="26dbef6a-cfea-4e24-8e0c-5099cdaa68f0" providerId="ADAL" clId="{94AE7097-D48A-4AF9-8DA1-A7C1BCA647BD}" dt="2024-02-25T22:48:07.288" v="210" actId="47"/>
        <pc:sldMkLst>
          <pc:docMk/>
          <pc:sldMk cId="3546016521" sldId="518"/>
        </pc:sldMkLst>
      </pc:sldChg>
      <pc:sldChg chg="del">
        <pc:chgData name="wiharto" userId="26dbef6a-cfea-4e24-8e0c-5099cdaa68f0" providerId="ADAL" clId="{94AE7097-D48A-4AF9-8DA1-A7C1BCA647BD}" dt="2024-02-25T22:50:04.377" v="230" actId="47"/>
        <pc:sldMkLst>
          <pc:docMk/>
          <pc:sldMk cId="3960154854" sldId="519"/>
        </pc:sldMkLst>
      </pc:sldChg>
      <pc:sldChg chg="del">
        <pc:chgData name="wiharto" userId="26dbef6a-cfea-4e24-8e0c-5099cdaa68f0" providerId="ADAL" clId="{94AE7097-D48A-4AF9-8DA1-A7C1BCA647BD}" dt="2024-02-25T22:50:04.377" v="230" actId="47"/>
        <pc:sldMkLst>
          <pc:docMk/>
          <pc:sldMk cId="2963858864" sldId="520"/>
        </pc:sldMkLst>
      </pc:sldChg>
      <pc:sldChg chg="del">
        <pc:chgData name="wiharto" userId="26dbef6a-cfea-4e24-8e0c-5099cdaa68f0" providerId="ADAL" clId="{94AE7097-D48A-4AF9-8DA1-A7C1BCA647BD}" dt="2024-02-25T22:50:04.377" v="230" actId="47"/>
        <pc:sldMkLst>
          <pc:docMk/>
          <pc:sldMk cId="4180102885" sldId="521"/>
        </pc:sldMkLst>
      </pc:sldChg>
      <pc:sldChg chg="del">
        <pc:chgData name="wiharto" userId="26dbef6a-cfea-4e24-8e0c-5099cdaa68f0" providerId="ADAL" clId="{94AE7097-D48A-4AF9-8DA1-A7C1BCA647BD}" dt="2024-02-25T22:50:04.377" v="230" actId="47"/>
        <pc:sldMkLst>
          <pc:docMk/>
          <pc:sldMk cId="3328442896" sldId="522"/>
        </pc:sldMkLst>
      </pc:sldChg>
      <pc:sldChg chg="addSp delSp modSp new mod">
        <pc:chgData name="wiharto" userId="26dbef6a-cfea-4e24-8e0c-5099cdaa68f0" providerId="ADAL" clId="{94AE7097-D48A-4AF9-8DA1-A7C1BCA647BD}" dt="2024-02-27T05:50:40.307" v="288" actId="478"/>
        <pc:sldMkLst>
          <pc:docMk/>
          <pc:sldMk cId="2165967216" sldId="523"/>
        </pc:sldMkLst>
        <pc:spChg chg="mod">
          <ac:chgData name="wiharto" userId="26dbef6a-cfea-4e24-8e0c-5099cdaa68f0" providerId="ADAL" clId="{94AE7097-D48A-4AF9-8DA1-A7C1BCA647BD}" dt="2024-02-25T22:35:24.811" v="100" actId="20577"/>
          <ac:spMkLst>
            <pc:docMk/>
            <pc:sldMk cId="2165967216" sldId="523"/>
            <ac:spMk id="2" creationId="{F259163C-A3FF-A949-DE7A-D2CC71359830}"/>
          </ac:spMkLst>
        </pc:spChg>
        <pc:spChg chg="mod">
          <ac:chgData name="wiharto" userId="26dbef6a-cfea-4e24-8e0c-5099cdaa68f0" providerId="ADAL" clId="{94AE7097-D48A-4AF9-8DA1-A7C1BCA647BD}" dt="2024-02-25T22:35:19.250" v="81"/>
          <ac:spMkLst>
            <pc:docMk/>
            <pc:sldMk cId="2165967216" sldId="523"/>
            <ac:spMk id="3" creationId="{89BD3E0E-E380-A1D1-DBE1-323B7C16A27A}"/>
          </ac:spMkLst>
        </pc:spChg>
        <pc:inkChg chg="add del">
          <ac:chgData name="wiharto" userId="26dbef6a-cfea-4e24-8e0c-5099cdaa68f0" providerId="ADAL" clId="{94AE7097-D48A-4AF9-8DA1-A7C1BCA647BD}" dt="2024-02-27T05:50:40.307" v="288" actId="478"/>
          <ac:inkMkLst>
            <pc:docMk/>
            <pc:sldMk cId="2165967216" sldId="523"/>
            <ac:inkMk id="5" creationId="{BCE0D270-54B3-7046-3D03-ABE1DD438CED}"/>
          </ac:inkMkLst>
        </pc:inkChg>
      </pc:sldChg>
      <pc:sldChg chg="modSp new del mod">
        <pc:chgData name="wiharto" userId="26dbef6a-cfea-4e24-8e0c-5099cdaa68f0" providerId="ADAL" clId="{94AE7097-D48A-4AF9-8DA1-A7C1BCA647BD}" dt="2024-02-25T22:47:20.841" v="206" actId="47"/>
        <pc:sldMkLst>
          <pc:docMk/>
          <pc:sldMk cId="409742649" sldId="524"/>
        </pc:sldMkLst>
        <pc:spChg chg="mod">
          <ac:chgData name="wiharto" userId="26dbef6a-cfea-4e24-8e0c-5099cdaa68f0" providerId="ADAL" clId="{94AE7097-D48A-4AF9-8DA1-A7C1BCA647BD}" dt="2024-02-25T22:36:59.834" v="138" actId="14100"/>
          <ac:spMkLst>
            <pc:docMk/>
            <pc:sldMk cId="409742649" sldId="524"/>
            <ac:spMk id="2" creationId="{E0B106AB-C3AD-71EF-9D90-DE6A994BC38D}"/>
          </ac:spMkLst>
        </pc:spChg>
        <pc:spChg chg="mod">
          <ac:chgData name="wiharto" userId="26dbef6a-cfea-4e24-8e0c-5099cdaa68f0" providerId="ADAL" clId="{94AE7097-D48A-4AF9-8DA1-A7C1BCA647BD}" dt="2024-02-25T22:36:43.340" v="102"/>
          <ac:spMkLst>
            <pc:docMk/>
            <pc:sldMk cId="409742649" sldId="524"/>
            <ac:spMk id="3" creationId="{4226558A-C4F1-087C-D728-B1BB01ED08BA}"/>
          </ac:spMkLst>
        </pc:spChg>
      </pc:sldChg>
      <pc:sldChg chg="new del">
        <pc:chgData name="wiharto" userId="26dbef6a-cfea-4e24-8e0c-5099cdaa68f0" providerId="ADAL" clId="{94AE7097-D48A-4AF9-8DA1-A7C1BCA647BD}" dt="2024-02-25T22:40:41.437" v="191" actId="47"/>
        <pc:sldMkLst>
          <pc:docMk/>
          <pc:sldMk cId="1405003697" sldId="525"/>
        </pc:sldMkLst>
      </pc:sldChg>
      <pc:sldChg chg="addSp delSp new del mod">
        <pc:chgData name="wiharto" userId="26dbef6a-cfea-4e24-8e0c-5099cdaa68f0" providerId="ADAL" clId="{94AE7097-D48A-4AF9-8DA1-A7C1BCA647BD}" dt="2024-02-25T22:38:05.163" v="145" actId="47"/>
        <pc:sldMkLst>
          <pc:docMk/>
          <pc:sldMk cId="2872893690" sldId="525"/>
        </pc:sldMkLst>
        <pc:spChg chg="add del">
          <ac:chgData name="wiharto" userId="26dbef6a-cfea-4e24-8e0c-5099cdaa68f0" providerId="ADAL" clId="{94AE7097-D48A-4AF9-8DA1-A7C1BCA647BD}" dt="2024-02-25T22:37:53.107" v="143" actId="22"/>
          <ac:spMkLst>
            <pc:docMk/>
            <pc:sldMk cId="2872893690" sldId="525"/>
            <ac:spMk id="6" creationId="{DC0AF2BC-435C-DA8B-2717-6E420C99E7E0}"/>
          </ac:spMkLst>
        </pc:spChg>
      </pc:sldChg>
      <pc:sldChg chg="new del">
        <pc:chgData name="wiharto" userId="26dbef6a-cfea-4e24-8e0c-5099cdaa68f0" providerId="ADAL" clId="{94AE7097-D48A-4AF9-8DA1-A7C1BCA647BD}" dt="2024-02-25T22:37:34.073" v="140" actId="47"/>
        <pc:sldMkLst>
          <pc:docMk/>
          <pc:sldMk cId="2899032945" sldId="525"/>
        </pc:sldMkLst>
      </pc:sldChg>
      <pc:sldChg chg="new del">
        <pc:chgData name="wiharto" userId="26dbef6a-cfea-4e24-8e0c-5099cdaa68f0" providerId="ADAL" clId="{94AE7097-D48A-4AF9-8DA1-A7C1BCA647BD}" dt="2024-02-25T22:45:03.024" v="196" actId="47"/>
        <pc:sldMkLst>
          <pc:docMk/>
          <pc:sldMk cId="4111166886" sldId="525"/>
        </pc:sldMkLst>
      </pc:sldChg>
      <pc:sldChg chg="add">
        <pc:chgData name="wiharto" userId="26dbef6a-cfea-4e24-8e0c-5099cdaa68f0" providerId="ADAL" clId="{94AE7097-D48A-4AF9-8DA1-A7C1BCA647BD}" dt="2024-02-25T22:44:56.274" v="194"/>
        <pc:sldMkLst>
          <pc:docMk/>
          <pc:sldMk cId="3016666242" sldId="526"/>
        </pc:sldMkLst>
      </pc:sldChg>
      <pc:sldChg chg="add">
        <pc:chgData name="wiharto" userId="26dbef6a-cfea-4e24-8e0c-5099cdaa68f0" providerId="ADAL" clId="{94AE7097-D48A-4AF9-8DA1-A7C1BCA647BD}" dt="2024-02-25T22:58:46.757" v="267"/>
        <pc:sldMkLst>
          <pc:docMk/>
          <pc:sldMk cId="1829940236" sldId="527"/>
        </pc:sldMkLst>
      </pc:sldChg>
      <pc:sldChg chg="modSp add">
        <pc:chgData name="wiharto" userId="26dbef6a-cfea-4e24-8e0c-5099cdaa68f0" providerId="ADAL" clId="{94AE7097-D48A-4AF9-8DA1-A7C1BCA647BD}" dt="2024-02-25T22:58:58.208" v="269" actId="1076"/>
        <pc:sldMkLst>
          <pc:docMk/>
          <pc:sldMk cId="542961804" sldId="528"/>
        </pc:sldMkLst>
        <pc:picChg chg="mod">
          <ac:chgData name="wiharto" userId="26dbef6a-cfea-4e24-8e0c-5099cdaa68f0" providerId="ADAL" clId="{94AE7097-D48A-4AF9-8DA1-A7C1BCA647BD}" dt="2024-02-25T22:58:58.208" v="269" actId="1076"/>
          <ac:picMkLst>
            <pc:docMk/>
            <pc:sldMk cId="542961804" sldId="528"/>
            <ac:picMk id="4" creationId="{00000000-0000-0000-0000-000000000000}"/>
          </ac:picMkLst>
        </pc:picChg>
      </pc:sldChg>
      <pc:sldChg chg="add">
        <pc:chgData name="wiharto" userId="26dbef6a-cfea-4e24-8e0c-5099cdaa68f0" providerId="ADAL" clId="{94AE7097-D48A-4AF9-8DA1-A7C1BCA647BD}" dt="2024-02-25T22:58:46.757" v="267"/>
        <pc:sldMkLst>
          <pc:docMk/>
          <pc:sldMk cId="1220924017" sldId="529"/>
        </pc:sldMkLst>
      </pc:sldChg>
      <pc:sldChg chg="add">
        <pc:chgData name="wiharto" userId="26dbef6a-cfea-4e24-8e0c-5099cdaa68f0" providerId="ADAL" clId="{94AE7097-D48A-4AF9-8DA1-A7C1BCA647BD}" dt="2024-02-25T22:58:46.757" v="267"/>
        <pc:sldMkLst>
          <pc:docMk/>
          <pc:sldMk cId="3700868074" sldId="530"/>
        </pc:sldMkLst>
      </pc:sldChg>
      <pc:sldChg chg="add">
        <pc:chgData name="wiharto" userId="26dbef6a-cfea-4e24-8e0c-5099cdaa68f0" providerId="ADAL" clId="{94AE7097-D48A-4AF9-8DA1-A7C1BCA647BD}" dt="2024-02-25T22:58:46.757" v="267"/>
        <pc:sldMkLst>
          <pc:docMk/>
          <pc:sldMk cId="2499600256" sldId="531"/>
        </pc:sldMkLst>
      </pc:sldChg>
      <pc:sldChg chg="modSp add mod">
        <pc:chgData name="wiharto" userId="26dbef6a-cfea-4e24-8e0c-5099cdaa68f0" providerId="ADAL" clId="{94AE7097-D48A-4AF9-8DA1-A7C1BCA647BD}" dt="2024-02-25T22:59:33.025" v="272" actId="27636"/>
        <pc:sldMkLst>
          <pc:docMk/>
          <pc:sldMk cId="3309277842" sldId="533"/>
        </pc:sldMkLst>
        <pc:spChg chg="mod">
          <ac:chgData name="wiharto" userId="26dbef6a-cfea-4e24-8e0c-5099cdaa68f0" providerId="ADAL" clId="{94AE7097-D48A-4AF9-8DA1-A7C1BCA647BD}" dt="2024-02-25T22:59:33.025" v="272" actId="27636"/>
          <ac:spMkLst>
            <pc:docMk/>
            <pc:sldMk cId="3309277842" sldId="533"/>
            <ac:spMk id="3" creationId="{00000000-0000-0000-0000-000000000000}"/>
          </ac:spMkLst>
        </pc:spChg>
      </pc:sldChg>
      <pc:sldChg chg="modSp add mod">
        <pc:chgData name="wiharto" userId="26dbef6a-cfea-4e24-8e0c-5099cdaa68f0" providerId="ADAL" clId="{94AE7097-D48A-4AF9-8DA1-A7C1BCA647BD}" dt="2024-02-25T22:59:33.056" v="273" actId="27636"/>
        <pc:sldMkLst>
          <pc:docMk/>
          <pc:sldMk cId="2921122402" sldId="534"/>
        </pc:sldMkLst>
        <pc:spChg chg="mod">
          <ac:chgData name="wiharto" userId="26dbef6a-cfea-4e24-8e0c-5099cdaa68f0" providerId="ADAL" clId="{94AE7097-D48A-4AF9-8DA1-A7C1BCA647BD}" dt="2024-02-25T22:59:33.056" v="273" actId="27636"/>
          <ac:spMkLst>
            <pc:docMk/>
            <pc:sldMk cId="2921122402" sldId="534"/>
            <ac:spMk id="3" creationId="{00000000-0000-0000-0000-000000000000}"/>
          </ac:spMkLst>
        </pc:spChg>
      </pc:sldChg>
      <pc:sldChg chg="add">
        <pc:chgData name="wiharto" userId="26dbef6a-cfea-4e24-8e0c-5099cdaa68f0" providerId="ADAL" clId="{94AE7097-D48A-4AF9-8DA1-A7C1BCA647BD}" dt="2024-02-25T22:59:32.946" v="271"/>
        <pc:sldMkLst>
          <pc:docMk/>
          <pc:sldMk cId="1215396926" sldId="535"/>
        </pc:sldMkLst>
      </pc:sldChg>
      <pc:sldChg chg="modSp add mod">
        <pc:chgData name="wiharto" userId="26dbef6a-cfea-4e24-8e0c-5099cdaa68f0" providerId="ADAL" clId="{94AE7097-D48A-4AF9-8DA1-A7C1BCA647BD}" dt="2024-02-25T22:59:33.087" v="274" actId="27636"/>
        <pc:sldMkLst>
          <pc:docMk/>
          <pc:sldMk cId="289626893" sldId="536"/>
        </pc:sldMkLst>
        <pc:spChg chg="mod">
          <ac:chgData name="wiharto" userId="26dbef6a-cfea-4e24-8e0c-5099cdaa68f0" providerId="ADAL" clId="{94AE7097-D48A-4AF9-8DA1-A7C1BCA647BD}" dt="2024-02-25T22:59:33.087" v="274" actId="27636"/>
          <ac:spMkLst>
            <pc:docMk/>
            <pc:sldMk cId="289626893" sldId="536"/>
            <ac:spMk id="3" creationId="{00000000-0000-0000-0000-000000000000}"/>
          </ac:spMkLst>
        </pc:spChg>
      </pc:sldChg>
      <pc:sldChg chg="add">
        <pc:chgData name="wiharto" userId="26dbef6a-cfea-4e24-8e0c-5099cdaa68f0" providerId="ADAL" clId="{94AE7097-D48A-4AF9-8DA1-A7C1BCA647BD}" dt="2024-02-25T22:59:32.946" v="271"/>
        <pc:sldMkLst>
          <pc:docMk/>
          <pc:sldMk cId="3083623266" sldId="538"/>
        </pc:sldMkLst>
      </pc:sldChg>
      <pc:sldChg chg="addSp delSp add mod">
        <pc:chgData name="wiharto" userId="26dbef6a-cfea-4e24-8e0c-5099cdaa68f0" providerId="ADAL" clId="{94AE7097-D48A-4AF9-8DA1-A7C1BCA647BD}" dt="2024-02-27T05:50:48.358" v="289" actId="478"/>
        <pc:sldMkLst>
          <pc:docMk/>
          <pc:sldMk cId="139516876" sldId="543"/>
        </pc:sldMkLst>
        <pc:inkChg chg="add del">
          <ac:chgData name="wiharto" userId="26dbef6a-cfea-4e24-8e0c-5099cdaa68f0" providerId="ADAL" clId="{94AE7097-D48A-4AF9-8DA1-A7C1BCA647BD}" dt="2024-02-27T05:50:48.358" v="289" actId="478"/>
          <ac:inkMkLst>
            <pc:docMk/>
            <pc:sldMk cId="139516876" sldId="543"/>
            <ac:inkMk id="5" creationId="{7A79D9C1-20FB-7388-777B-53124083E92C}"/>
          </ac:inkMkLst>
        </pc:inkChg>
      </pc:sldChg>
      <pc:sldChg chg="addSp delSp add mod">
        <pc:chgData name="wiharto" userId="26dbef6a-cfea-4e24-8e0c-5099cdaa68f0" providerId="ADAL" clId="{94AE7097-D48A-4AF9-8DA1-A7C1BCA647BD}" dt="2024-02-27T05:50:52.240" v="290" actId="478"/>
        <pc:sldMkLst>
          <pc:docMk/>
          <pc:sldMk cId="1146458314" sldId="544"/>
        </pc:sldMkLst>
        <pc:inkChg chg="add del">
          <ac:chgData name="wiharto" userId="26dbef6a-cfea-4e24-8e0c-5099cdaa68f0" providerId="ADAL" clId="{94AE7097-D48A-4AF9-8DA1-A7C1BCA647BD}" dt="2024-02-27T05:50:52.240" v="290" actId="478"/>
          <ac:inkMkLst>
            <pc:docMk/>
            <pc:sldMk cId="1146458314" sldId="544"/>
            <ac:inkMk id="5" creationId="{861D6598-9554-58E1-EAD3-B2BFC6CE4B5F}"/>
          </ac:inkMkLst>
        </pc:inkChg>
      </pc:sldChg>
      <pc:sldChg chg="addSp delSp modSp add mod setBg">
        <pc:chgData name="wiharto" userId="26dbef6a-cfea-4e24-8e0c-5099cdaa68f0" providerId="ADAL" clId="{94AE7097-D48A-4AF9-8DA1-A7C1BCA647BD}" dt="2024-02-27T05:50:57.137" v="291" actId="478"/>
        <pc:sldMkLst>
          <pc:docMk/>
          <pc:sldMk cId="2332406235" sldId="545"/>
        </pc:sldMkLst>
        <pc:spChg chg="mod">
          <ac:chgData name="wiharto" userId="26dbef6a-cfea-4e24-8e0c-5099cdaa68f0" providerId="ADAL" clId="{94AE7097-D48A-4AF9-8DA1-A7C1BCA647BD}" dt="2024-02-25T22:45:54.751" v="199" actId="26606"/>
          <ac:spMkLst>
            <pc:docMk/>
            <pc:sldMk cId="2332406235" sldId="545"/>
            <ac:spMk id="2" creationId="{00000000-0000-0000-0000-000000000000}"/>
          </ac:spMkLst>
        </pc:spChg>
        <pc:spChg chg="del mod">
          <ac:chgData name="wiharto" userId="26dbef6a-cfea-4e24-8e0c-5099cdaa68f0" providerId="ADAL" clId="{94AE7097-D48A-4AF9-8DA1-A7C1BCA647BD}" dt="2024-02-25T22:46:06.710" v="200" actId="26606"/>
          <ac:spMkLst>
            <pc:docMk/>
            <pc:sldMk cId="2332406235" sldId="545"/>
            <ac:spMk id="3" creationId="{00000000-0000-0000-0000-000000000000}"/>
          </ac:spMkLst>
        </pc:spChg>
        <pc:graphicFrameChg chg="add">
          <ac:chgData name="wiharto" userId="26dbef6a-cfea-4e24-8e0c-5099cdaa68f0" providerId="ADAL" clId="{94AE7097-D48A-4AF9-8DA1-A7C1BCA647BD}" dt="2024-02-25T22:46:06.710" v="200" actId="26606"/>
          <ac:graphicFrameMkLst>
            <pc:docMk/>
            <pc:sldMk cId="2332406235" sldId="545"/>
            <ac:graphicFrameMk id="6" creationId="{6334B482-7863-76E3-363F-25314732E8D5}"/>
          </ac:graphicFrameMkLst>
        </pc:graphicFrameChg>
        <pc:picChg chg="mod">
          <ac:chgData name="wiharto" userId="26dbef6a-cfea-4e24-8e0c-5099cdaa68f0" providerId="ADAL" clId="{94AE7097-D48A-4AF9-8DA1-A7C1BCA647BD}" dt="2024-02-25T22:45:54.751" v="199" actId="26606"/>
          <ac:picMkLst>
            <pc:docMk/>
            <pc:sldMk cId="2332406235" sldId="545"/>
            <ac:picMk id="4" creationId="{00000000-0000-0000-0000-000000000000}"/>
          </ac:picMkLst>
        </pc:picChg>
        <pc:inkChg chg="add del">
          <ac:chgData name="wiharto" userId="26dbef6a-cfea-4e24-8e0c-5099cdaa68f0" providerId="ADAL" clId="{94AE7097-D48A-4AF9-8DA1-A7C1BCA647BD}" dt="2024-02-27T05:50:57.137" v="291" actId="478"/>
          <ac:inkMkLst>
            <pc:docMk/>
            <pc:sldMk cId="2332406235" sldId="545"/>
            <ac:inkMk id="3" creationId="{4E7A13F7-4E71-BE39-3D72-AD688C3762FE}"/>
          </ac:inkMkLst>
        </pc:inkChg>
      </pc:sldChg>
      <pc:sldChg chg="addSp delSp modSp add mod setBg">
        <pc:chgData name="wiharto" userId="26dbef6a-cfea-4e24-8e0c-5099cdaa68f0" providerId="ADAL" clId="{94AE7097-D48A-4AF9-8DA1-A7C1BCA647BD}" dt="2024-02-27T05:51:48.716" v="297" actId="26606"/>
        <pc:sldMkLst>
          <pc:docMk/>
          <pc:sldMk cId="646025977" sldId="546"/>
        </pc:sldMkLst>
        <pc:spChg chg="mod">
          <ac:chgData name="wiharto" userId="26dbef6a-cfea-4e24-8e0c-5099cdaa68f0" providerId="ADAL" clId="{94AE7097-D48A-4AF9-8DA1-A7C1BCA647BD}" dt="2024-02-27T05:51:30.482" v="295" actId="26606"/>
          <ac:spMkLst>
            <pc:docMk/>
            <pc:sldMk cId="646025977" sldId="546"/>
            <ac:spMk id="2" creationId="{00000000-0000-0000-0000-000000000000}"/>
          </ac:spMkLst>
        </pc:spChg>
        <pc:spChg chg="del mod">
          <ac:chgData name="wiharto" userId="26dbef6a-cfea-4e24-8e0c-5099cdaa68f0" providerId="ADAL" clId="{94AE7097-D48A-4AF9-8DA1-A7C1BCA647BD}" dt="2024-02-27T05:51:48.716" v="297" actId="26606"/>
          <ac:spMkLst>
            <pc:docMk/>
            <pc:sldMk cId="646025977" sldId="546"/>
            <ac:spMk id="3" creationId="{00000000-0000-0000-0000-000000000000}"/>
          </ac:spMkLst>
        </pc:spChg>
        <pc:spChg chg="add del">
          <ac:chgData name="wiharto" userId="26dbef6a-cfea-4e24-8e0c-5099cdaa68f0" providerId="ADAL" clId="{94AE7097-D48A-4AF9-8DA1-A7C1BCA647BD}" dt="2024-02-27T05:51:30.450" v="294" actId="26606"/>
          <ac:spMkLst>
            <pc:docMk/>
            <pc:sldMk cId="646025977" sldId="546"/>
            <ac:spMk id="9" creationId="{2A4588C6-4069-4731-BFB4-10F1E6D37842}"/>
          </ac:spMkLst>
        </pc:spChg>
        <pc:spChg chg="add del">
          <ac:chgData name="wiharto" userId="26dbef6a-cfea-4e24-8e0c-5099cdaa68f0" providerId="ADAL" clId="{94AE7097-D48A-4AF9-8DA1-A7C1BCA647BD}" dt="2024-02-27T05:51:30.450" v="294" actId="26606"/>
          <ac:spMkLst>
            <pc:docMk/>
            <pc:sldMk cId="646025977" sldId="546"/>
            <ac:spMk id="11" creationId="{23370524-0FE7-41B4-ABCF-7FB26B6CF1F6}"/>
          </ac:spMkLst>
        </pc:spChg>
        <pc:spChg chg="add del">
          <ac:chgData name="wiharto" userId="26dbef6a-cfea-4e24-8e0c-5099cdaa68f0" providerId="ADAL" clId="{94AE7097-D48A-4AF9-8DA1-A7C1BCA647BD}" dt="2024-02-27T05:51:30.450" v="294" actId="26606"/>
          <ac:spMkLst>
            <pc:docMk/>
            <pc:sldMk cId="646025977" sldId="546"/>
            <ac:spMk id="17" creationId="{4E93B92B-0DD5-4277-9D69-972ABADC3559}"/>
          </ac:spMkLst>
        </pc:spChg>
        <pc:spChg chg="add del">
          <ac:chgData name="wiharto" userId="26dbef6a-cfea-4e24-8e0c-5099cdaa68f0" providerId="ADAL" clId="{94AE7097-D48A-4AF9-8DA1-A7C1BCA647BD}" dt="2024-02-27T05:51:30.450" v="294" actId="26606"/>
          <ac:spMkLst>
            <pc:docMk/>
            <pc:sldMk cId="646025977" sldId="546"/>
            <ac:spMk id="19" creationId="{7CE87768-354E-4E3F-8202-9F387CF50590}"/>
          </ac:spMkLst>
        </pc:spChg>
        <pc:spChg chg="add del">
          <ac:chgData name="wiharto" userId="26dbef6a-cfea-4e24-8e0c-5099cdaa68f0" providerId="ADAL" clId="{94AE7097-D48A-4AF9-8DA1-A7C1BCA647BD}" dt="2024-02-27T05:51:30.450" v="294" actId="26606"/>
          <ac:spMkLst>
            <pc:docMk/>
            <pc:sldMk cId="646025977" sldId="546"/>
            <ac:spMk id="21" creationId="{09E5B98F-BD75-4A30-BF72-0A91074702FC}"/>
          </ac:spMkLst>
        </pc:spChg>
        <pc:spChg chg="add del">
          <ac:chgData name="wiharto" userId="26dbef6a-cfea-4e24-8e0c-5099cdaa68f0" providerId="ADAL" clId="{94AE7097-D48A-4AF9-8DA1-A7C1BCA647BD}" dt="2024-02-27T05:51:30.450" v="294" actId="26606"/>
          <ac:spMkLst>
            <pc:docMk/>
            <pc:sldMk cId="646025977" sldId="546"/>
            <ac:spMk id="23" creationId="{8AAB91E3-41BE-4478-BF23-A24D43E146C5}"/>
          </ac:spMkLst>
        </pc:spChg>
        <pc:spChg chg="add del">
          <ac:chgData name="wiharto" userId="26dbef6a-cfea-4e24-8e0c-5099cdaa68f0" providerId="ADAL" clId="{94AE7097-D48A-4AF9-8DA1-A7C1BCA647BD}" dt="2024-02-27T05:51:30.450" v="294" actId="26606"/>
          <ac:spMkLst>
            <pc:docMk/>
            <pc:sldMk cId="646025977" sldId="546"/>
            <ac:spMk id="25" creationId="{96DFC7EA-8516-41F1-8ED9-C0A8E1E0862A}"/>
          </ac:spMkLst>
        </pc:spChg>
        <pc:spChg chg="add del">
          <ac:chgData name="wiharto" userId="26dbef6a-cfea-4e24-8e0c-5099cdaa68f0" providerId="ADAL" clId="{94AE7097-D48A-4AF9-8DA1-A7C1BCA647BD}" dt="2024-02-27T05:51:30.450" v="294" actId="26606"/>
          <ac:spMkLst>
            <pc:docMk/>
            <pc:sldMk cId="646025977" sldId="546"/>
            <ac:spMk id="27" creationId="{E24E972C-8744-4CFA-B783-41EA3CC38199}"/>
          </ac:spMkLst>
        </pc:spChg>
        <pc:spChg chg="add del">
          <ac:chgData name="wiharto" userId="26dbef6a-cfea-4e24-8e0c-5099cdaa68f0" providerId="ADAL" clId="{94AE7097-D48A-4AF9-8DA1-A7C1BCA647BD}" dt="2024-02-27T05:51:30.450" v="294" actId="26606"/>
          <ac:spMkLst>
            <pc:docMk/>
            <pc:sldMk cId="646025977" sldId="546"/>
            <ac:spMk id="29" creationId="{C7C88F2E-E233-48BA-B85F-D06BA522B790}"/>
          </ac:spMkLst>
        </pc:spChg>
        <pc:spChg chg="add">
          <ac:chgData name="wiharto" userId="26dbef6a-cfea-4e24-8e0c-5099cdaa68f0" providerId="ADAL" clId="{94AE7097-D48A-4AF9-8DA1-A7C1BCA647BD}" dt="2024-02-27T05:51:30.482" v="295" actId="26606"/>
          <ac:spMkLst>
            <pc:docMk/>
            <pc:sldMk cId="646025977" sldId="546"/>
            <ac:spMk id="31" creationId="{BDDE9CD4-0E0A-4129-8689-A89C4E9A666D}"/>
          </ac:spMkLst>
        </pc:spChg>
        <pc:grpChg chg="add">
          <ac:chgData name="wiharto" userId="26dbef6a-cfea-4e24-8e0c-5099cdaa68f0" providerId="ADAL" clId="{94AE7097-D48A-4AF9-8DA1-A7C1BCA647BD}" dt="2024-02-27T05:51:30.482" v="295" actId="26606"/>
          <ac:grpSpMkLst>
            <pc:docMk/>
            <pc:sldMk cId="646025977" sldId="546"/>
            <ac:grpSpMk id="32" creationId="{85DB3CA2-FA66-42B9-90EF-394894352D8C}"/>
          </ac:grpSpMkLst>
        </pc:grpChg>
        <pc:graphicFrameChg chg="add">
          <ac:chgData name="wiharto" userId="26dbef6a-cfea-4e24-8e0c-5099cdaa68f0" providerId="ADAL" clId="{94AE7097-D48A-4AF9-8DA1-A7C1BCA647BD}" dt="2024-02-27T05:51:48.716" v="297" actId="26606"/>
          <ac:graphicFrameMkLst>
            <pc:docMk/>
            <pc:sldMk cId="646025977" sldId="546"/>
            <ac:graphicFrameMk id="39" creationId="{6D96AD8C-F920-5E8C-8AA8-47FF90515806}"/>
          </ac:graphicFrameMkLst>
        </pc:graphicFrameChg>
        <pc:picChg chg="mod ord">
          <ac:chgData name="wiharto" userId="26dbef6a-cfea-4e24-8e0c-5099cdaa68f0" providerId="ADAL" clId="{94AE7097-D48A-4AF9-8DA1-A7C1BCA647BD}" dt="2024-02-27T05:51:38.378" v="296" actId="27614"/>
          <ac:picMkLst>
            <pc:docMk/>
            <pc:sldMk cId="646025977" sldId="546"/>
            <ac:picMk id="4" creationId="{00000000-0000-0000-0000-000000000000}"/>
          </ac:picMkLst>
        </pc:picChg>
        <pc:inkChg chg="add del">
          <ac:chgData name="wiharto" userId="26dbef6a-cfea-4e24-8e0c-5099cdaa68f0" providerId="ADAL" clId="{94AE7097-D48A-4AF9-8DA1-A7C1BCA647BD}" dt="2024-02-27T05:51:03.080" v="292" actId="478"/>
          <ac:inkMkLst>
            <pc:docMk/>
            <pc:sldMk cId="646025977" sldId="546"/>
            <ac:inkMk id="5" creationId="{236BD576-192D-4D69-4F9A-6D6D6FA542EA}"/>
          </ac:inkMkLst>
        </pc:inkChg>
        <pc:cxnChg chg="add del">
          <ac:chgData name="wiharto" userId="26dbef6a-cfea-4e24-8e0c-5099cdaa68f0" providerId="ADAL" clId="{94AE7097-D48A-4AF9-8DA1-A7C1BCA647BD}" dt="2024-02-27T05:51:30.450" v="294" actId="26606"/>
          <ac:cxnSpMkLst>
            <pc:docMk/>
            <pc:sldMk cId="646025977" sldId="546"/>
            <ac:cxnSpMk id="13" creationId="{E0A9CA40-1F57-4A6D-ACDA-F720AA468CF6}"/>
          </ac:cxnSpMkLst>
        </pc:cxnChg>
        <pc:cxnChg chg="add del">
          <ac:chgData name="wiharto" userId="26dbef6a-cfea-4e24-8e0c-5099cdaa68f0" providerId="ADAL" clId="{94AE7097-D48A-4AF9-8DA1-A7C1BCA647BD}" dt="2024-02-27T05:51:30.450" v="294" actId="26606"/>
          <ac:cxnSpMkLst>
            <pc:docMk/>
            <pc:sldMk cId="646025977" sldId="546"/>
            <ac:cxnSpMk id="15" creationId="{B2A94EDB-B0FE-4678-8E69-0F137AE3BE6C}"/>
          </ac:cxnSpMkLst>
        </pc:cxnChg>
      </pc:sldChg>
      <pc:sldChg chg="addSp delSp modSp add mod setBg">
        <pc:chgData name="wiharto" userId="26dbef6a-cfea-4e24-8e0c-5099cdaa68f0" providerId="ADAL" clId="{94AE7097-D48A-4AF9-8DA1-A7C1BCA647BD}" dt="2024-02-27T05:52:10.197" v="301" actId="255"/>
        <pc:sldMkLst>
          <pc:docMk/>
          <pc:sldMk cId="4132222602" sldId="548"/>
        </pc:sldMkLst>
        <pc:spChg chg="mod">
          <ac:chgData name="wiharto" userId="26dbef6a-cfea-4e24-8e0c-5099cdaa68f0" providerId="ADAL" clId="{94AE7097-D48A-4AF9-8DA1-A7C1BCA647BD}" dt="2024-02-27T05:52:02.409" v="299" actId="26606"/>
          <ac:spMkLst>
            <pc:docMk/>
            <pc:sldMk cId="4132222602" sldId="548"/>
            <ac:spMk id="2" creationId="{00000000-0000-0000-0000-000000000000}"/>
          </ac:spMkLst>
        </pc:spChg>
        <pc:spChg chg="mod">
          <ac:chgData name="wiharto" userId="26dbef6a-cfea-4e24-8e0c-5099cdaa68f0" providerId="ADAL" clId="{94AE7097-D48A-4AF9-8DA1-A7C1BCA647BD}" dt="2024-02-27T05:52:10.197" v="301" actId="255"/>
          <ac:spMkLst>
            <pc:docMk/>
            <pc:sldMk cId="4132222602" sldId="548"/>
            <ac:spMk id="3" creationId="{00000000-0000-0000-0000-000000000000}"/>
          </ac:spMkLst>
        </pc:spChg>
        <pc:inkChg chg="add del">
          <ac:chgData name="wiharto" userId="26dbef6a-cfea-4e24-8e0c-5099cdaa68f0" providerId="ADAL" clId="{94AE7097-D48A-4AF9-8DA1-A7C1BCA647BD}" dt="2024-02-27T05:51:55.704" v="298" actId="478"/>
          <ac:inkMkLst>
            <pc:docMk/>
            <pc:sldMk cId="4132222602" sldId="548"/>
            <ac:inkMk id="4" creationId="{D5B49581-055F-DD21-A26B-29D70E586094}"/>
          </ac:inkMkLst>
        </pc:inkChg>
        <pc:cxnChg chg="add">
          <ac:chgData name="wiharto" userId="26dbef6a-cfea-4e24-8e0c-5099cdaa68f0" providerId="ADAL" clId="{94AE7097-D48A-4AF9-8DA1-A7C1BCA647BD}" dt="2024-02-27T05:52:02.409" v="299" actId="26606"/>
          <ac:cxnSpMkLst>
            <pc:docMk/>
            <pc:sldMk cId="4132222602" sldId="548"/>
            <ac:cxnSpMk id="8" creationId="{0B5F7E3B-C5F1-40E0-A491-558BAFBC1127}"/>
          </ac:cxnSpMkLst>
        </pc:cxnChg>
      </pc:sldChg>
      <pc:sldChg chg="addSp delSp modSp add mod">
        <pc:chgData name="wiharto" userId="26dbef6a-cfea-4e24-8e0c-5099cdaa68f0" providerId="ADAL" clId="{94AE7097-D48A-4AF9-8DA1-A7C1BCA647BD}" dt="2024-02-27T05:52:15.551" v="302" actId="478"/>
        <pc:sldMkLst>
          <pc:docMk/>
          <pc:sldMk cId="1068374016" sldId="549"/>
        </pc:sldMkLst>
        <pc:spChg chg="mod">
          <ac:chgData name="wiharto" userId="26dbef6a-cfea-4e24-8e0c-5099cdaa68f0" providerId="ADAL" clId="{94AE7097-D48A-4AF9-8DA1-A7C1BCA647BD}" dt="2024-02-25T22:46:46.450" v="201" actId="14100"/>
          <ac:spMkLst>
            <pc:docMk/>
            <pc:sldMk cId="1068374016" sldId="549"/>
            <ac:spMk id="2" creationId="{00000000-0000-0000-0000-000000000000}"/>
          </ac:spMkLst>
        </pc:spChg>
        <pc:spChg chg="mod">
          <ac:chgData name="wiharto" userId="26dbef6a-cfea-4e24-8e0c-5099cdaa68f0" providerId="ADAL" clId="{94AE7097-D48A-4AF9-8DA1-A7C1BCA647BD}" dt="2024-02-25T22:46:50.511" v="204" actId="14100"/>
          <ac:spMkLst>
            <pc:docMk/>
            <pc:sldMk cId="1068374016" sldId="549"/>
            <ac:spMk id="3" creationId="{00000000-0000-0000-0000-000000000000}"/>
          </ac:spMkLst>
        </pc:spChg>
        <pc:inkChg chg="add del">
          <ac:chgData name="wiharto" userId="26dbef6a-cfea-4e24-8e0c-5099cdaa68f0" providerId="ADAL" clId="{94AE7097-D48A-4AF9-8DA1-A7C1BCA647BD}" dt="2024-02-27T05:52:15.551" v="302" actId="478"/>
          <ac:inkMkLst>
            <pc:docMk/>
            <pc:sldMk cId="1068374016" sldId="549"/>
            <ac:inkMk id="4" creationId="{69B8E2BA-5773-7A12-5A4F-4934D90E1E58}"/>
          </ac:inkMkLst>
        </pc:inkChg>
      </pc:sldChg>
      <pc:sldChg chg="addSp delSp add mod">
        <pc:chgData name="wiharto" userId="26dbef6a-cfea-4e24-8e0c-5099cdaa68f0" providerId="ADAL" clId="{94AE7097-D48A-4AF9-8DA1-A7C1BCA647BD}" dt="2024-02-27T05:52:20.675" v="303" actId="478"/>
        <pc:sldMkLst>
          <pc:docMk/>
          <pc:sldMk cId="1386371802" sldId="550"/>
        </pc:sldMkLst>
        <pc:inkChg chg="add del">
          <ac:chgData name="wiharto" userId="26dbef6a-cfea-4e24-8e0c-5099cdaa68f0" providerId="ADAL" clId="{94AE7097-D48A-4AF9-8DA1-A7C1BCA647BD}" dt="2024-02-27T05:52:20.675" v="303" actId="478"/>
          <ac:inkMkLst>
            <pc:docMk/>
            <pc:sldMk cId="1386371802" sldId="550"/>
            <ac:inkMk id="4" creationId="{0687E600-B848-6486-9218-308ADA2BE631}"/>
          </ac:inkMkLst>
        </pc:inkChg>
      </pc:sldChg>
      <pc:sldChg chg="new del">
        <pc:chgData name="wiharto" userId="26dbef6a-cfea-4e24-8e0c-5099cdaa68f0" providerId="ADAL" clId="{94AE7097-D48A-4AF9-8DA1-A7C1BCA647BD}" dt="2024-02-25T22:50:32.673" v="234" actId="47"/>
        <pc:sldMkLst>
          <pc:docMk/>
          <pc:sldMk cId="3477913413" sldId="551"/>
        </pc:sldMkLst>
      </pc:sldChg>
      <pc:sldChg chg="add">
        <pc:chgData name="wiharto" userId="26dbef6a-cfea-4e24-8e0c-5099cdaa68f0" providerId="ADAL" clId="{94AE7097-D48A-4AF9-8DA1-A7C1BCA647BD}" dt="2024-02-25T22:49:08.352" v="218"/>
        <pc:sldMkLst>
          <pc:docMk/>
          <pc:sldMk cId="1154802231" sldId="552"/>
        </pc:sldMkLst>
      </pc:sldChg>
      <pc:sldChg chg="modSp add mod">
        <pc:chgData name="wiharto" userId="26dbef6a-cfea-4e24-8e0c-5099cdaa68f0" providerId="ADAL" clId="{94AE7097-D48A-4AF9-8DA1-A7C1BCA647BD}" dt="2024-02-27T05:57:29.027" v="319" actId="1076"/>
        <pc:sldMkLst>
          <pc:docMk/>
          <pc:sldMk cId="3112761910" sldId="553"/>
        </pc:sldMkLst>
        <pc:spChg chg="mod">
          <ac:chgData name="wiharto" userId="26dbef6a-cfea-4e24-8e0c-5099cdaa68f0" providerId="ADAL" clId="{94AE7097-D48A-4AF9-8DA1-A7C1BCA647BD}" dt="2024-02-25T22:49:16.492" v="221" actId="20577"/>
          <ac:spMkLst>
            <pc:docMk/>
            <pc:sldMk cId="3112761910" sldId="553"/>
            <ac:spMk id="2" creationId="{00000000-0000-0000-0000-000000000000}"/>
          </ac:spMkLst>
        </pc:spChg>
        <pc:picChg chg="mod">
          <ac:chgData name="wiharto" userId="26dbef6a-cfea-4e24-8e0c-5099cdaa68f0" providerId="ADAL" clId="{94AE7097-D48A-4AF9-8DA1-A7C1BCA647BD}" dt="2024-02-27T05:57:29.027" v="319" actId="1076"/>
          <ac:picMkLst>
            <pc:docMk/>
            <pc:sldMk cId="3112761910" sldId="553"/>
            <ac:picMk id="4" creationId="{00000000-0000-0000-0000-000000000000}"/>
          </ac:picMkLst>
        </pc:picChg>
      </pc:sldChg>
      <pc:sldChg chg="modSp add mod">
        <pc:chgData name="wiharto" userId="26dbef6a-cfea-4e24-8e0c-5099cdaa68f0" providerId="ADAL" clId="{94AE7097-D48A-4AF9-8DA1-A7C1BCA647BD}" dt="2024-02-27T05:57:32.697" v="320" actId="1076"/>
        <pc:sldMkLst>
          <pc:docMk/>
          <pc:sldMk cId="740636909" sldId="554"/>
        </pc:sldMkLst>
        <pc:spChg chg="mod">
          <ac:chgData name="wiharto" userId="26dbef6a-cfea-4e24-8e0c-5099cdaa68f0" providerId="ADAL" clId="{94AE7097-D48A-4AF9-8DA1-A7C1BCA647BD}" dt="2024-02-25T22:49:22.622" v="223" actId="20577"/>
          <ac:spMkLst>
            <pc:docMk/>
            <pc:sldMk cId="740636909" sldId="554"/>
            <ac:spMk id="2" creationId="{00000000-0000-0000-0000-000000000000}"/>
          </ac:spMkLst>
        </pc:spChg>
        <pc:picChg chg="mod">
          <ac:chgData name="wiharto" userId="26dbef6a-cfea-4e24-8e0c-5099cdaa68f0" providerId="ADAL" clId="{94AE7097-D48A-4AF9-8DA1-A7C1BCA647BD}" dt="2024-02-27T05:57:32.697" v="320" actId="1076"/>
          <ac:picMkLst>
            <pc:docMk/>
            <pc:sldMk cId="740636909" sldId="554"/>
            <ac:picMk id="4" creationId="{00000000-0000-0000-0000-000000000000}"/>
          </ac:picMkLst>
        </pc:picChg>
      </pc:sldChg>
      <pc:sldChg chg="modSp add mod">
        <pc:chgData name="wiharto" userId="26dbef6a-cfea-4e24-8e0c-5099cdaa68f0" providerId="ADAL" clId="{94AE7097-D48A-4AF9-8DA1-A7C1BCA647BD}" dt="2024-02-25T22:49:26.257" v="225" actId="20577"/>
        <pc:sldMkLst>
          <pc:docMk/>
          <pc:sldMk cId="4136620933" sldId="555"/>
        </pc:sldMkLst>
        <pc:spChg chg="mod">
          <ac:chgData name="wiharto" userId="26dbef6a-cfea-4e24-8e0c-5099cdaa68f0" providerId="ADAL" clId="{94AE7097-D48A-4AF9-8DA1-A7C1BCA647BD}" dt="2024-02-25T22:49:26.257" v="225" actId="20577"/>
          <ac:spMkLst>
            <pc:docMk/>
            <pc:sldMk cId="4136620933" sldId="555"/>
            <ac:spMk id="2" creationId="{00000000-0000-0000-0000-000000000000}"/>
          </ac:spMkLst>
        </pc:spChg>
      </pc:sldChg>
      <pc:sldChg chg="modSp add mod">
        <pc:chgData name="wiharto" userId="26dbef6a-cfea-4e24-8e0c-5099cdaa68f0" providerId="ADAL" clId="{94AE7097-D48A-4AF9-8DA1-A7C1BCA647BD}" dt="2024-02-25T22:49:29.917" v="227" actId="20577"/>
        <pc:sldMkLst>
          <pc:docMk/>
          <pc:sldMk cId="2268436138" sldId="556"/>
        </pc:sldMkLst>
        <pc:spChg chg="mod">
          <ac:chgData name="wiharto" userId="26dbef6a-cfea-4e24-8e0c-5099cdaa68f0" providerId="ADAL" clId="{94AE7097-D48A-4AF9-8DA1-A7C1BCA647BD}" dt="2024-02-25T22:49:29.917" v="227" actId="20577"/>
          <ac:spMkLst>
            <pc:docMk/>
            <pc:sldMk cId="2268436138" sldId="556"/>
            <ac:spMk id="2" creationId="{00000000-0000-0000-0000-000000000000}"/>
          </ac:spMkLst>
        </pc:spChg>
        <pc:spChg chg="mod">
          <ac:chgData name="wiharto" userId="26dbef6a-cfea-4e24-8e0c-5099cdaa68f0" providerId="ADAL" clId="{94AE7097-D48A-4AF9-8DA1-A7C1BCA647BD}" dt="2024-02-25T22:49:08.461" v="219" actId="27636"/>
          <ac:spMkLst>
            <pc:docMk/>
            <pc:sldMk cId="2268436138" sldId="556"/>
            <ac:spMk id="3" creationId="{00000000-0000-0000-0000-000000000000}"/>
          </ac:spMkLst>
        </pc:spChg>
      </pc:sldChg>
      <pc:sldChg chg="modSp add mod">
        <pc:chgData name="wiharto" userId="26dbef6a-cfea-4e24-8e0c-5099cdaa68f0" providerId="ADAL" clId="{94AE7097-D48A-4AF9-8DA1-A7C1BCA647BD}" dt="2024-02-25T22:49:34.224" v="229" actId="20577"/>
        <pc:sldMkLst>
          <pc:docMk/>
          <pc:sldMk cId="1096733083" sldId="557"/>
        </pc:sldMkLst>
        <pc:spChg chg="mod">
          <ac:chgData name="wiharto" userId="26dbef6a-cfea-4e24-8e0c-5099cdaa68f0" providerId="ADAL" clId="{94AE7097-D48A-4AF9-8DA1-A7C1BCA647BD}" dt="2024-02-25T22:49:34.224" v="229" actId="20577"/>
          <ac:spMkLst>
            <pc:docMk/>
            <pc:sldMk cId="1096733083" sldId="557"/>
            <ac:spMk id="2" creationId="{00000000-0000-0000-0000-000000000000}"/>
          </ac:spMkLst>
        </pc:spChg>
      </pc:sldChg>
      <pc:sldChg chg="new del">
        <pc:chgData name="wiharto" userId="26dbef6a-cfea-4e24-8e0c-5099cdaa68f0" providerId="ADAL" clId="{94AE7097-D48A-4AF9-8DA1-A7C1BCA647BD}" dt="2024-02-25T22:59:38.129" v="275" actId="47"/>
        <pc:sldMkLst>
          <pc:docMk/>
          <pc:sldMk cId="1786014728" sldId="558"/>
        </pc:sldMkLst>
      </pc:sldChg>
      <pc:sldChg chg="new del">
        <pc:chgData name="wiharto" userId="26dbef6a-cfea-4e24-8e0c-5099cdaa68f0" providerId="ADAL" clId="{94AE7097-D48A-4AF9-8DA1-A7C1BCA647BD}" dt="2024-02-25T22:58:50.697" v="268" actId="47"/>
        <pc:sldMkLst>
          <pc:docMk/>
          <pc:sldMk cId="3343605347" sldId="558"/>
        </pc:sldMkLst>
      </pc:sldChg>
      <pc:sldChg chg="add">
        <pc:chgData name="wiharto" userId="26dbef6a-cfea-4e24-8e0c-5099cdaa68f0" providerId="ADAL" clId="{94AE7097-D48A-4AF9-8DA1-A7C1BCA647BD}" dt="2024-02-25T22:59:32.946" v="271"/>
        <pc:sldMkLst>
          <pc:docMk/>
          <pc:sldMk cId="2265212689" sldId="559"/>
        </pc:sldMkLst>
      </pc:sldChg>
      <pc:sldChg chg="add del">
        <pc:chgData name="wiharto" userId="26dbef6a-cfea-4e24-8e0c-5099cdaa68f0" providerId="ADAL" clId="{94AE7097-D48A-4AF9-8DA1-A7C1BCA647BD}" dt="2024-02-25T23:01:47.355" v="285" actId="47"/>
        <pc:sldMkLst>
          <pc:docMk/>
          <pc:sldMk cId="1689845581" sldId="560"/>
        </pc:sldMkLst>
      </pc:sldChg>
      <pc:sldChg chg="new del">
        <pc:chgData name="wiharto" userId="26dbef6a-cfea-4e24-8e0c-5099cdaa68f0" providerId="ADAL" clId="{94AE7097-D48A-4AF9-8DA1-A7C1BCA647BD}" dt="2024-02-25T23:01:13.184" v="282" actId="47"/>
        <pc:sldMkLst>
          <pc:docMk/>
          <pc:sldMk cId="2639312847" sldId="561"/>
        </pc:sldMkLst>
      </pc:sldChg>
      <pc:sldChg chg="new del">
        <pc:chgData name="wiharto" userId="26dbef6a-cfea-4e24-8e0c-5099cdaa68f0" providerId="ADAL" clId="{94AE7097-D48A-4AF9-8DA1-A7C1BCA647BD}" dt="2024-02-25T23:01:02.142" v="279" actId="680"/>
        <pc:sldMkLst>
          <pc:docMk/>
          <pc:sldMk cId="4181004297" sldId="561"/>
        </pc:sldMkLst>
      </pc:sldChg>
      <pc:sldChg chg="addSp delSp add mod">
        <pc:chgData name="wiharto" userId="26dbef6a-cfea-4e24-8e0c-5099cdaa68f0" providerId="ADAL" clId="{94AE7097-D48A-4AF9-8DA1-A7C1BCA647BD}" dt="2024-02-27T05:52:31.040" v="305" actId="478"/>
        <pc:sldMkLst>
          <pc:docMk/>
          <pc:sldMk cId="427154616" sldId="562"/>
        </pc:sldMkLst>
        <pc:inkChg chg="add del">
          <ac:chgData name="wiharto" userId="26dbef6a-cfea-4e24-8e0c-5099cdaa68f0" providerId="ADAL" clId="{94AE7097-D48A-4AF9-8DA1-A7C1BCA647BD}" dt="2024-02-27T05:52:31.040" v="305" actId="478"/>
          <ac:inkMkLst>
            <pc:docMk/>
            <pc:sldMk cId="427154616" sldId="562"/>
            <ac:inkMk id="3" creationId="{D6F70DFD-5005-C569-2475-68AB590917DF}"/>
          </ac:inkMkLst>
        </pc:inkChg>
      </pc:sldChg>
      <pc:sldChg chg="add del">
        <pc:chgData name="wiharto" userId="26dbef6a-cfea-4e24-8e0c-5099cdaa68f0" providerId="ADAL" clId="{94AE7097-D48A-4AF9-8DA1-A7C1BCA647BD}" dt="2024-02-25T23:01:01.515" v="278"/>
        <pc:sldMkLst>
          <pc:docMk/>
          <pc:sldMk cId="3254696193" sldId="562"/>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4EDD896-8D86-4A7C-AC96-1DE01DAA3761}"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47373B83-6BFD-4AA7-BA54-8ED7CADD0178}">
      <dgm:prSet/>
      <dgm:spPr/>
      <dgm:t>
        <a:bodyPr/>
        <a:lstStyle/>
        <a:p>
          <a:r>
            <a:rPr lang="fi-FI"/>
            <a:t>Perumusan tujuan (goal formulation)</a:t>
          </a:r>
          <a:endParaRPr lang="en-US"/>
        </a:p>
      </dgm:t>
    </dgm:pt>
    <dgm:pt modelId="{3A25A799-110E-47F3-8A13-C8E3DB355D73}" type="parTrans" cxnId="{8314E433-94D1-471B-B0C4-A50EB5977EBA}">
      <dgm:prSet/>
      <dgm:spPr/>
      <dgm:t>
        <a:bodyPr/>
        <a:lstStyle/>
        <a:p>
          <a:endParaRPr lang="en-US"/>
        </a:p>
      </dgm:t>
    </dgm:pt>
    <dgm:pt modelId="{A6F9995D-E1E4-4E8F-BF7A-318F1445F0FB}" type="sibTrans" cxnId="{8314E433-94D1-471B-B0C4-A50EB5977EBA}">
      <dgm:prSet/>
      <dgm:spPr/>
      <dgm:t>
        <a:bodyPr/>
        <a:lstStyle/>
        <a:p>
          <a:endParaRPr lang="en-US"/>
        </a:p>
      </dgm:t>
    </dgm:pt>
    <dgm:pt modelId="{F8B50FD5-162D-4553-87D4-1FCBC21C856A}">
      <dgm:prSet/>
      <dgm:spPr/>
      <dgm:t>
        <a:bodyPr/>
        <a:lstStyle/>
        <a:p>
          <a:r>
            <a:rPr lang="fi-FI"/>
            <a:t>tentukan tujuan </a:t>
          </a:r>
          <a:r>
            <a:rPr lang="en-US"/>
            <a:t>yang ingin dicapai (kondisi saat ini, performance measure)</a:t>
          </a:r>
        </a:p>
      </dgm:t>
    </dgm:pt>
    <dgm:pt modelId="{0DBE2C4F-B2FE-49A4-9F00-E605DA228C0D}" type="parTrans" cxnId="{7954EBB4-C57D-4CDC-95BB-02069C7D3D94}">
      <dgm:prSet/>
      <dgm:spPr/>
      <dgm:t>
        <a:bodyPr/>
        <a:lstStyle/>
        <a:p>
          <a:endParaRPr lang="en-US"/>
        </a:p>
      </dgm:t>
    </dgm:pt>
    <dgm:pt modelId="{30312010-0D47-455E-9E28-C4D167C10C65}" type="sibTrans" cxnId="{7954EBB4-C57D-4CDC-95BB-02069C7D3D94}">
      <dgm:prSet/>
      <dgm:spPr/>
      <dgm:t>
        <a:bodyPr/>
        <a:lstStyle/>
        <a:p>
          <a:endParaRPr lang="en-US"/>
        </a:p>
      </dgm:t>
    </dgm:pt>
    <dgm:pt modelId="{DBF7405A-9783-44F3-9FBF-43719EB0DBE1}">
      <dgm:prSet/>
      <dgm:spPr/>
      <dgm:t>
        <a:bodyPr/>
        <a:lstStyle/>
        <a:p>
          <a:r>
            <a:rPr lang="en-US"/>
            <a:t>Perumusan masalah (problem formulation)</a:t>
          </a:r>
        </a:p>
      </dgm:t>
    </dgm:pt>
    <dgm:pt modelId="{D84D185E-5C63-469A-93A4-1C36D20AFF59}" type="parTrans" cxnId="{004D59B0-0E5C-4D18-88A5-286D4A6A6CDB}">
      <dgm:prSet/>
      <dgm:spPr/>
      <dgm:t>
        <a:bodyPr/>
        <a:lstStyle/>
        <a:p>
          <a:endParaRPr lang="en-US"/>
        </a:p>
      </dgm:t>
    </dgm:pt>
    <dgm:pt modelId="{26965B1D-651A-4105-BB4C-9DF9B113083F}" type="sibTrans" cxnId="{004D59B0-0E5C-4D18-88A5-286D4A6A6CDB}">
      <dgm:prSet/>
      <dgm:spPr/>
      <dgm:t>
        <a:bodyPr/>
        <a:lstStyle/>
        <a:p>
          <a:endParaRPr lang="en-US"/>
        </a:p>
      </dgm:t>
    </dgm:pt>
    <dgm:pt modelId="{CEFCBA26-99F0-4886-818A-8B186B42891A}">
      <dgm:prSet/>
      <dgm:spPr/>
      <dgm:t>
        <a:bodyPr/>
        <a:lstStyle/>
        <a:p>
          <a:r>
            <a:rPr lang="en-US"/>
            <a:t>tentukan tindakan (action) dan keadaan (state) yang dipertimbangkan dalam mencapai tujuan</a:t>
          </a:r>
        </a:p>
      </dgm:t>
    </dgm:pt>
    <dgm:pt modelId="{94606C97-FBE1-4DBC-A31B-B64CA55469AB}" type="parTrans" cxnId="{9B911D99-0A57-481A-822C-BF8974EC5227}">
      <dgm:prSet/>
      <dgm:spPr/>
      <dgm:t>
        <a:bodyPr/>
        <a:lstStyle/>
        <a:p>
          <a:endParaRPr lang="en-US"/>
        </a:p>
      </dgm:t>
    </dgm:pt>
    <dgm:pt modelId="{BD4CA633-878B-4C00-B43B-01DDCDFC6588}" type="sibTrans" cxnId="{9B911D99-0A57-481A-822C-BF8974EC5227}">
      <dgm:prSet/>
      <dgm:spPr/>
      <dgm:t>
        <a:bodyPr/>
        <a:lstStyle/>
        <a:p>
          <a:endParaRPr lang="en-US"/>
        </a:p>
      </dgm:t>
    </dgm:pt>
    <dgm:pt modelId="{D9FBAFAC-5CEE-49D3-ADB7-8792D7184D4D}" type="pres">
      <dgm:prSet presAssocID="{54EDD896-8D86-4A7C-AC96-1DE01DAA3761}" presName="linear" presStyleCnt="0">
        <dgm:presLayoutVars>
          <dgm:animLvl val="lvl"/>
          <dgm:resizeHandles val="exact"/>
        </dgm:presLayoutVars>
      </dgm:prSet>
      <dgm:spPr/>
    </dgm:pt>
    <dgm:pt modelId="{D9816F04-D3A4-4EBA-B23A-6AFFC835C018}" type="pres">
      <dgm:prSet presAssocID="{47373B83-6BFD-4AA7-BA54-8ED7CADD0178}" presName="parentText" presStyleLbl="node1" presStyleIdx="0" presStyleCnt="2">
        <dgm:presLayoutVars>
          <dgm:chMax val="0"/>
          <dgm:bulletEnabled val="1"/>
        </dgm:presLayoutVars>
      </dgm:prSet>
      <dgm:spPr/>
    </dgm:pt>
    <dgm:pt modelId="{0BCF523A-ADFA-4D8B-B375-AF1DE70CCCF3}" type="pres">
      <dgm:prSet presAssocID="{47373B83-6BFD-4AA7-BA54-8ED7CADD0178}" presName="childText" presStyleLbl="revTx" presStyleIdx="0" presStyleCnt="2">
        <dgm:presLayoutVars>
          <dgm:bulletEnabled val="1"/>
        </dgm:presLayoutVars>
      </dgm:prSet>
      <dgm:spPr/>
    </dgm:pt>
    <dgm:pt modelId="{838383CF-D1EC-4F45-8364-246D91505B8A}" type="pres">
      <dgm:prSet presAssocID="{DBF7405A-9783-44F3-9FBF-43719EB0DBE1}" presName="parentText" presStyleLbl="node1" presStyleIdx="1" presStyleCnt="2">
        <dgm:presLayoutVars>
          <dgm:chMax val="0"/>
          <dgm:bulletEnabled val="1"/>
        </dgm:presLayoutVars>
      </dgm:prSet>
      <dgm:spPr/>
    </dgm:pt>
    <dgm:pt modelId="{4C7C8483-DDBC-4E97-9D45-C8B015EE6964}" type="pres">
      <dgm:prSet presAssocID="{DBF7405A-9783-44F3-9FBF-43719EB0DBE1}" presName="childText" presStyleLbl="revTx" presStyleIdx="1" presStyleCnt="2">
        <dgm:presLayoutVars>
          <dgm:bulletEnabled val="1"/>
        </dgm:presLayoutVars>
      </dgm:prSet>
      <dgm:spPr/>
    </dgm:pt>
  </dgm:ptLst>
  <dgm:cxnLst>
    <dgm:cxn modelId="{A5A63E1A-C619-4B8E-B523-BD6C2F5DDA79}" type="presOf" srcId="{47373B83-6BFD-4AA7-BA54-8ED7CADD0178}" destId="{D9816F04-D3A4-4EBA-B23A-6AFFC835C018}" srcOrd="0" destOrd="0" presId="urn:microsoft.com/office/officeart/2005/8/layout/vList2"/>
    <dgm:cxn modelId="{8314E433-94D1-471B-B0C4-A50EB5977EBA}" srcId="{54EDD896-8D86-4A7C-AC96-1DE01DAA3761}" destId="{47373B83-6BFD-4AA7-BA54-8ED7CADD0178}" srcOrd="0" destOrd="0" parTransId="{3A25A799-110E-47F3-8A13-C8E3DB355D73}" sibTransId="{A6F9995D-E1E4-4E8F-BF7A-318F1445F0FB}"/>
    <dgm:cxn modelId="{1B6D123C-3D80-460D-AB92-0FE7AE118911}" type="presOf" srcId="{F8B50FD5-162D-4553-87D4-1FCBC21C856A}" destId="{0BCF523A-ADFA-4D8B-B375-AF1DE70CCCF3}" srcOrd="0" destOrd="0" presId="urn:microsoft.com/office/officeart/2005/8/layout/vList2"/>
    <dgm:cxn modelId="{E69AEA83-5C74-4356-BD4E-59A4CCC5CCAA}" type="presOf" srcId="{CEFCBA26-99F0-4886-818A-8B186B42891A}" destId="{4C7C8483-DDBC-4E97-9D45-C8B015EE6964}" srcOrd="0" destOrd="0" presId="urn:microsoft.com/office/officeart/2005/8/layout/vList2"/>
    <dgm:cxn modelId="{9B911D99-0A57-481A-822C-BF8974EC5227}" srcId="{DBF7405A-9783-44F3-9FBF-43719EB0DBE1}" destId="{CEFCBA26-99F0-4886-818A-8B186B42891A}" srcOrd="0" destOrd="0" parTransId="{94606C97-FBE1-4DBC-A31B-B64CA55469AB}" sibTransId="{BD4CA633-878B-4C00-B43B-01DDCDFC6588}"/>
    <dgm:cxn modelId="{D9B783A3-5C86-4850-B968-29751F05381B}" type="presOf" srcId="{54EDD896-8D86-4A7C-AC96-1DE01DAA3761}" destId="{D9FBAFAC-5CEE-49D3-ADB7-8792D7184D4D}" srcOrd="0" destOrd="0" presId="urn:microsoft.com/office/officeart/2005/8/layout/vList2"/>
    <dgm:cxn modelId="{004D59B0-0E5C-4D18-88A5-286D4A6A6CDB}" srcId="{54EDD896-8D86-4A7C-AC96-1DE01DAA3761}" destId="{DBF7405A-9783-44F3-9FBF-43719EB0DBE1}" srcOrd="1" destOrd="0" parTransId="{D84D185E-5C63-469A-93A4-1C36D20AFF59}" sibTransId="{26965B1D-651A-4105-BB4C-9DF9B113083F}"/>
    <dgm:cxn modelId="{7954EBB4-C57D-4CDC-95BB-02069C7D3D94}" srcId="{47373B83-6BFD-4AA7-BA54-8ED7CADD0178}" destId="{F8B50FD5-162D-4553-87D4-1FCBC21C856A}" srcOrd="0" destOrd="0" parTransId="{0DBE2C4F-B2FE-49A4-9F00-E605DA228C0D}" sibTransId="{30312010-0D47-455E-9E28-C4D167C10C65}"/>
    <dgm:cxn modelId="{FF9958ED-8350-4D31-963E-489B72CB16C8}" type="presOf" srcId="{DBF7405A-9783-44F3-9FBF-43719EB0DBE1}" destId="{838383CF-D1EC-4F45-8364-246D91505B8A}" srcOrd="0" destOrd="0" presId="urn:microsoft.com/office/officeart/2005/8/layout/vList2"/>
    <dgm:cxn modelId="{A15F9A33-33D1-447A-8825-69F5E91C2E79}" type="presParOf" srcId="{D9FBAFAC-5CEE-49D3-ADB7-8792D7184D4D}" destId="{D9816F04-D3A4-4EBA-B23A-6AFFC835C018}" srcOrd="0" destOrd="0" presId="urn:microsoft.com/office/officeart/2005/8/layout/vList2"/>
    <dgm:cxn modelId="{E371BCA9-002B-40AA-ABBD-FE0EB5F21C17}" type="presParOf" srcId="{D9FBAFAC-5CEE-49D3-ADB7-8792D7184D4D}" destId="{0BCF523A-ADFA-4D8B-B375-AF1DE70CCCF3}" srcOrd="1" destOrd="0" presId="urn:microsoft.com/office/officeart/2005/8/layout/vList2"/>
    <dgm:cxn modelId="{8A2FAC4F-0651-4C5C-AD35-295EA816C039}" type="presParOf" srcId="{D9FBAFAC-5CEE-49D3-ADB7-8792D7184D4D}" destId="{838383CF-D1EC-4F45-8364-246D91505B8A}" srcOrd="2" destOrd="0" presId="urn:microsoft.com/office/officeart/2005/8/layout/vList2"/>
    <dgm:cxn modelId="{6FDB5E79-0051-4539-A514-52F157021461}" type="presParOf" srcId="{D9FBAFAC-5CEE-49D3-ADB7-8792D7184D4D}" destId="{4C7C8483-DDBC-4E97-9D45-C8B015EE6964}" srcOrd="3"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3191557-E482-4F98-855E-5D7720CF3E80}"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4B94AA54-95A0-4FF0-985C-A30DD9994D8D}">
      <dgm:prSet/>
      <dgm:spPr/>
      <dgm:t>
        <a:bodyPr/>
        <a:lstStyle/>
        <a:p>
          <a:r>
            <a:rPr lang="en-US"/>
            <a:t>Pencarian solusi masalah (searching)</a:t>
          </a:r>
        </a:p>
      </dgm:t>
    </dgm:pt>
    <dgm:pt modelId="{DAE0418A-1853-460E-B1BB-3CBAD8EB35F5}" type="parTrans" cxnId="{68569BFD-FA7F-4D12-B497-7B8970013F32}">
      <dgm:prSet/>
      <dgm:spPr/>
      <dgm:t>
        <a:bodyPr/>
        <a:lstStyle/>
        <a:p>
          <a:endParaRPr lang="en-US"/>
        </a:p>
      </dgm:t>
    </dgm:pt>
    <dgm:pt modelId="{2B451448-B089-4996-B86F-0077E5107951}" type="sibTrans" cxnId="{68569BFD-FA7F-4D12-B497-7B8970013F32}">
      <dgm:prSet/>
      <dgm:spPr/>
      <dgm:t>
        <a:bodyPr/>
        <a:lstStyle/>
        <a:p>
          <a:endParaRPr lang="en-US"/>
        </a:p>
      </dgm:t>
    </dgm:pt>
    <dgm:pt modelId="{AF7224FD-0D5E-45A5-BB28-6F646EEE146F}">
      <dgm:prSet/>
      <dgm:spPr/>
      <dgm:t>
        <a:bodyPr/>
        <a:lstStyle/>
        <a:p>
          <a:r>
            <a:rPr lang="en-US"/>
            <a:t>tentukan rangkaian tindakan yang perlu diambil untuk mencapai tujuan (input: problem; output: solusi dalam bentuk rangkaian tindakan)</a:t>
          </a:r>
        </a:p>
      </dgm:t>
    </dgm:pt>
    <dgm:pt modelId="{549E59DB-870D-4CE3-AB48-3416990E4217}" type="parTrans" cxnId="{5864A20F-B428-443E-9CB1-65D2B9B2708F}">
      <dgm:prSet/>
      <dgm:spPr/>
      <dgm:t>
        <a:bodyPr/>
        <a:lstStyle/>
        <a:p>
          <a:endParaRPr lang="en-US"/>
        </a:p>
      </dgm:t>
    </dgm:pt>
    <dgm:pt modelId="{D794D4B8-99F3-4FBC-BA47-29A9F3583833}" type="sibTrans" cxnId="{5864A20F-B428-443E-9CB1-65D2B9B2708F}">
      <dgm:prSet/>
      <dgm:spPr/>
      <dgm:t>
        <a:bodyPr/>
        <a:lstStyle/>
        <a:p>
          <a:endParaRPr lang="en-US"/>
        </a:p>
      </dgm:t>
    </dgm:pt>
    <dgm:pt modelId="{641AE095-D56D-4884-9802-27ABB657F312}">
      <dgm:prSet/>
      <dgm:spPr/>
      <dgm:t>
        <a:bodyPr/>
        <a:lstStyle/>
        <a:p>
          <a:r>
            <a:rPr lang="fi-FI"/>
            <a:t>Pelaksanaan solusi (execution) </a:t>
          </a:r>
          <a:endParaRPr lang="en-US"/>
        </a:p>
      </dgm:t>
    </dgm:pt>
    <dgm:pt modelId="{7F60F364-CECA-4C15-B94D-DBED37BE7947}" type="parTrans" cxnId="{3955B45F-4561-41D3-945D-6BE1F2FFA83C}">
      <dgm:prSet/>
      <dgm:spPr/>
      <dgm:t>
        <a:bodyPr/>
        <a:lstStyle/>
        <a:p>
          <a:endParaRPr lang="en-US"/>
        </a:p>
      </dgm:t>
    </dgm:pt>
    <dgm:pt modelId="{89641E15-5B69-4E34-9BD8-4CCA9BEDAC2E}" type="sibTrans" cxnId="{3955B45F-4561-41D3-945D-6BE1F2FFA83C}">
      <dgm:prSet/>
      <dgm:spPr/>
      <dgm:t>
        <a:bodyPr/>
        <a:lstStyle/>
        <a:p>
          <a:endParaRPr lang="en-US"/>
        </a:p>
      </dgm:t>
    </dgm:pt>
    <dgm:pt modelId="{673BFE1D-43C0-4635-84A9-35272FB3BB77}">
      <dgm:prSet/>
      <dgm:spPr/>
      <dgm:t>
        <a:bodyPr/>
        <a:lstStyle/>
        <a:p>
          <a:r>
            <a:rPr lang="fi-FI"/>
            <a:t>laksanakan rangkaian </a:t>
          </a:r>
          <a:r>
            <a:rPr lang="en-US"/>
            <a:t>tindakan yang sudah ditentukan di tahap sebelumnya</a:t>
          </a:r>
        </a:p>
      </dgm:t>
    </dgm:pt>
    <dgm:pt modelId="{474F9DD3-CCDE-4154-AFBF-81BCF3BE6F3F}" type="parTrans" cxnId="{73C61871-6462-4C37-93E3-4C05C156DEE4}">
      <dgm:prSet/>
      <dgm:spPr/>
      <dgm:t>
        <a:bodyPr/>
        <a:lstStyle/>
        <a:p>
          <a:endParaRPr lang="en-US"/>
        </a:p>
      </dgm:t>
    </dgm:pt>
    <dgm:pt modelId="{FB795080-F7F7-49F7-880E-4224C14BB117}" type="sibTrans" cxnId="{73C61871-6462-4C37-93E3-4C05C156DEE4}">
      <dgm:prSet/>
      <dgm:spPr/>
      <dgm:t>
        <a:bodyPr/>
        <a:lstStyle/>
        <a:p>
          <a:endParaRPr lang="en-US"/>
        </a:p>
      </dgm:t>
    </dgm:pt>
    <dgm:pt modelId="{A472B5F0-AB76-472F-A39B-9EBEC35A4DB5}" type="pres">
      <dgm:prSet presAssocID="{83191557-E482-4F98-855E-5D7720CF3E80}" presName="linear" presStyleCnt="0">
        <dgm:presLayoutVars>
          <dgm:animLvl val="lvl"/>
          <dgm:resizeHandles val="exact"/>
        </dgm:presLayoutVars>
      </dgm:prSet>
      <dgm:spPr/>
    </dgm:pt>
    <dgm:pt modelId="{0EB2BC96-596E-43B4-83A6-E13878A96AC9}" type="pres">
      <dgm:prSet presAssocID="{4B94AA54-95A0-4FF0-985C-A30DD9994D8D}" presName="parentText" presStyleLbl="node1" presStyleIdx="0" presStyleCnt="2">
        <dgm:presLayoutVars>
          <dgm:chMax val="0"/>
          <dgm:bulletEnabled val="1"/>
        </dgm:presLayoutVars>
      </dgm:prSet>
      <dgm:spPr/>
    </dgm:pt>
    <dgm:pt modelId="{ECEFB4BE-20DE-4382-A72C-BEB8699CB784}" type="pres">
      <dgm:prSet presAssocID="{4B94AA54-95A0-4FF0-985C-A30DD9994D8D}" presName="childText" presStyleLbl="revTx" presStyleIdx="0" presStyleCnt="2">
        <dgm:presLayoutVars>
          <dgm:bulletEnabled val="1"/>
        </dgm:presLayoutVars>
      </dgm:prSet>
      <dgm:spPr/>
    </dgm:pt>
    <dgm:pt modelId="{C74E3CEA-12E9-4D75-9728-17677198D19F}" type="pres">
      <dgm:prSet presAssocID="{641AE095-D56D-4884-9802-27ABB657F312}" presName="parentText" presStyleLbl="node1" presStyleIdx="1" presStyleCnt="2">
        <dgm:presLayoutVars>
          <dgm:chMax val="0"/>
          <dgm:bulletEnabled val="1"/>
        </dgm:presLayoutVars>
      </dgm:prSet>
      <dgm:spPr/>
    </dgm:pt>
    <dgm:pt modelId="{E18659DD-00EB-4AC3-A7F5-A3FE32EAF2CA}" type="pres">
      <dgm:prSet presAssocID="{641AE095-D56D-4884-9802-27ABB657F312}" presName="childText" presStyleLbl="revTx" presStyleIdx="1" presStyleCnt="2">
        <dgm:presLayoutVars>
          <dgm:bulletEnabled val="1"/>
        </dgm:presLayoutVars>
      </dgm:prSet>
      <dgm:spPr/>
    </dgm:pt>
  </dgm:ptLst>
  <dgm:cxnLst>
    <dgm:cxn modelId="{5864A20F-B428-443E-9CB1-65D2B9B2708F}" srcId="{4B94AA54-95A0-4FF0-985C-A30DD9994D8D}" destId="{AF7224FD-0D5E-45A5-BB28-6F646EEE146F}" srcOrd="0" destOrd="0" parTransId="{549E59DB-870D-4CE3-AB48-3416990E4217}" sibTransId="{D794D4B8-99F3-4FBC-BA47-29A9F3583833}"/>
    <dgm:cxn modelId="{9098713B-2298-4E42-8249-3DFFE4DA8594}" type="presOf" srcId="{4B94AA54-95A0-4FF0-985C-A30DD9994D8D}" destId="{0EB2BC96-596E-43B4-83A6-E13878A96AC9}" srcOrd="0" destOrd="0" presId="urn:microsoft.com/office/officeart/2005/8/layout/vList2"/>
    <dgm:cxn modelId="{B90AFB3D-50A3-4032-8ADD-A5A6C409419E}" type="presOf" srcId="{AF7224FD-0D5E-45A5-BB28-6F646EEE146F}" destId="{ECEFB4BE-20DE-4382-A72C-BEB8699CB784}" srcOrd="0" destOrd="0" presId="urn:microsoft.com/office/officeart/2005/8/layout/vList2"/>
    <dgm:cxn modelId="{3955B45F-4561-41D3-945D-6BE1F2FFA83C}" srcId="{83191557-E482-4F98-855E-5D7720CF3E80}" destId="{641AE095-D56D-4884-9802-27ABB657F312}" srcOrd="1" destOrd="0" parTransId="{7F60F364-CECA-4C15-B94D-DBED37BE7947}" sibTransId="{89641E15-5B69-4E34-9BD8-4CCA9BEDAC2E}"/>
    <dgm:cxn modelId="{4387ED5F-7563-4D4D-8C8E-F8B1C02DA6B9}" type="presOf" srcId="{83191557-E482-4F98-855E-5D7720CF3E80}" destId="{A472B5F0-AB76-472F-A39B-9EBEC35A4DB5}" srcOrd="0" destOrd="0" presId="urn:microsoft.com/office/officeart/2005/8/layout/vList2"/>
    <dgm:cxn modelId="{50D76244-BD91-49CA-9C6B-17DE30BD6623}" type="presOf" srcId="{673BFE1D-43C0-4635-84A9-35272FB3BB77}" destId="{E18659DD-00EB-4AC3-A7F5-A3FE32EAF2CA}" srcOrd="0" destOrd="0" presId="urn:microsoft.com/office/officeart/2005/8/layout/vList2"/>
    <dgm:cxn modelId="{73C61871-6462-4C37-93E3-4C05C156DEE4}" srcId="{641AE095-D56D-4884-9802-27ABB657F312}" destId="{673BFE1D-43C0-4635-84A9-35272FB3BB77}" srcOrd="0" destOrd="0" parTransId="{474F9DD3-CCDE-4154-AFBF-81BCF3BE6F3F}" sibTransId="{FB795080-F7F7-49F7-880E-4224C14BB117}"/>
    <dgm:cxn modelId="{5475CEC4-3534-468E-9D4B-0591F385C3CE}" type="presOf" srcId="{641AE095-D56D-4884-9802-27ABB657F312}" destId="{C74E3CEA-12E9-4D75-9728-17677198D19F}" srcOrd="0" destOrd="0" presId="urn:microsoft.com/office/officeart/2005/8/layout/vList2"/>
    <dgm:cxn modelId="{68569BFD-FA7F-4D12-B497-7B8970013F32}" srcId="{83191557-E482-4F98-855E-5D7720CF3E80}" destId="{4B94AA54-95A0-4FF0-985C-A30DD9994D8D}" srcOrd="0" destOrd="0" parTransId="{DAE0418A-1853-460E-B1BB-3CBAD8EB35F5}" sibTransId="{2B451448-B089-4996-B86F-0077E5107951}"/>
    <dgm:cxn modelId="{F8D87BFD-E9C3-45E0-97B5-FE02BEDF7386}" type="presParOf" srcId="{A472B5F0-AB76-472F-A39B-9EBEC35A4DB5}" destId="{0EB2BC96-596E-43B4-83A6-E13878A96AC9}" srcOrd="0" destOrd="0" presId="urn:microsoft.com/office/officeart/2005/8/layout/vList2"/>
    <dgm:cxn modelId="{583BBB91-BCBD-4C5C-BD33-0ED205808E80}" type="presParOf" srcId="{A472B5F0-AB76-472F-A39B-9EBEC35A4DB5}" destId="{ECEFB4BE-20DE-4382-A72C-BEB8699CB784}" srcOrd="1" destOrd="0" presId="urn:microsoft.com/office/officeart/2005/8/layout/vList2"/>
    <dgm:cxn modelId="{1D9A9118-13EF-41FF-8DFC-78BFBAF006E4}" type="presParOf" srcId="{A472B5F0-AB76-472F-A39B-9EBEC35A4DB5}" destId="{C74E3CEA-12E9-4D75-9728-17677198D19F}" srcOrd="2" destOrd="0" presId="urn:microsoft.com/office/officeart/2005/8/layout/vList2"/>
    <dgm:cxn modelId="{A40CE397-4D98-4B66-A10F-575CFBB35C75}" type="presParOf" srcId="{A472B5F0-AB76-472F-A39B-9EBEC35A4DB5}" destId="{E18659DD-00EB-4AC3-A7F5-A3FE32EAF2CA}" srcOrd="3"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9816F04-D3A4-4EBA-B23A-6AFFC835C018}">
      <dsp:nvSpPr>
        <dsp:cNvPr id="0" name=""/>
        <dsp:cNvSpPr/>
      </dsp:nvSpPr>
      <dsp:spPr>
        <a:xfrm>
          <a:off x="0" y="314357"/>
          <a:ext cx="4665144" cy="89856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fi-FI" sz="2400" kern="1200"/>
            <a:t>Perumusan tujuan (goal formulation)</a:t>
          </a:r>
          <a:endParaRPr lang="en-US" sz="2400" kern="1200"/>
        </a:p>
      </dsp:txBody>
      <dsp:txXfrm>
        <a:off x="43864" y="358221"/>
        <a:ext cx="4577416" cy="810832"/>
      </dsp:txXfrm>
    </dsp:sp>
    <dsp:sp modelId="{0BCF523A-ADFA-4D8B-B375-AF1DE70CCCF3}">
      <dsp:nvSpPr>
        <dsp:cNvPr id="0" name=""/>
        <dsp:cNvSpPr/>
      </dsp:nvSpPr>
      <dsp:spPr>
        <a:xfrm>
          <a:off x="0" y="1212918"/>
          <a:ext cx="4665144" cy="5589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8118" tIns="30480" rIns="170688" bIns="30480" numCol="1" spcCol="1270" anchor="t" anchorCtr="0">
          <a:noAutofit/>
        </a:bodyPr>
        <a:lstStyle/>
        <a:p>
          <a:pPr marL="171450" lvl="1" indent="-171450" algn="l" defTabSz="844550">
            <a:lnSpc>
              <a:spcPct val="90000"/>
            </a:lnSpc>
            <a:spcBef>
              <a:spcPct val="0"/>
            </a:spcBef>
            <a:spcAft>
              <a:spcPct val="20000"/>
            </a:spcAft>
            <a:buChar char="•"/>
          </a:pPr>
          <a:r>
            <a:rPr lang="fi-FI" sz="1900" kern="1200"/>
            <a:t>tentukan tujuan </a:t>
          </a:r>
          <a:r>
            <a:rPr lang="en-US" sz="1900" kern="1200"/>
            <a:t>yang ingin dicapai (kondisi saat ini, performance measure)</a:t>
          </a:r>
        </a:p>
      </dsp:txBody>
      <dsp:txXfrm>
        <a:off x="0" y="1212918"/>
        <a:ext cx="4665144" cy="558900"/>
      </dsp:txXfrm>
    </dsp:sp>
    <dsp:sp modelId="{838383CF-D1EC-4F45-8364-246D91505B8A}">
      <dsp:nvSpPr>
        <dsp:cNvPr id="0" name=""/>
        <dsp:cNvSpPr/>
      </dsp:nvSpPr>
      <dsp:spPr>
        <a:xfrm>
          <a:off x="0" y="1771818"/>
          <a:ext cx="4665144" cy="89856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a:t>Perumusan masalah (problem formulation)</a:t>
          </a:r>
        </a:p>
      </dsp:txBody>
      <dsp:txXfrm>
        <a:off x="43864" y="1815682"/>
        <a:ext cx="4577416" cy="810832"/>
      </dsp:txXfrm>
    </dsp:sp>
    <dsp:sp modelId="{4C7C8483-DDBC-4E97-9D45-C8B015EE6964}">
      <dsp:nvSpPr>
        <dsp:cNvPr id="0" name=""/>
        <dsp:cNvSpPr/>
      </dsp:nvSpPr>
      <dsp:spPr>
        <a:xfrm>
          <a:off x="0" y="2670378"/>
          <a:ext cx="4665144" cy="8197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8118" tIns="30480" rIns="170688" bIns="30480" numCol="1" spcCol="1270" anchor="t" anchorCtr="0">
          <a:noAutofit/>
        </a:bodyPr>
        <a:lstStyle/>
        <a:p>
          <a:pPr marL="171450" lvl="1" indent="-171450" algn="l" defTabSz="844550">
            <a:lnSpc>
              <a:spcPct val="90000"/>
            </a:lnSpc>
            <a:spcBef>
              <a:spcPct val="0"/>
            </a:spcBef>
            <a:spcAft>
              <a:spcPct val="20000"/>
            </a:spcAft>
            <a:buChar char="•"/>
          </a:pPr>
          <a:r>
            <a:rPr lang="en-US" sz="1900" kern="1200"/>
            <a:t>tentukan tindakan (action) dan keadaan (state) yang dipertimbangkan dalam mencapai tujuan</a:t>
          </a:r>
        </a:p>
      </dsp:txBody>
      <dsp:txXfrm>
        <a:off x="0" y="2670378"/>
        <a:ext cx="4665144" cy="81972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EB2BC96-596E-43B4-83A6-E13878A96AC9}">
      <dsp:nvSpPr>
        <dsp:cNvPr id="0" name=""/>
        <dsp:cNvSpPr/>
      </dsp:nvSpPr>
      <dsp:spPr>
        <a:xfrm>
          <a:off x="0" y="206401"/>
          <a:ext cx="6447501" cy="707264"/>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a:t>Pencarian solusi masalah (searching)</a:t>
          </a:r>
        </a:p>
      </dsp:txBody>
      <dsp:txXfrm>
        <a:off x="34526" y="240927"/>
        <a:ext cx="6378449" cy="638212"/>
      </dsp:txXfrm>
    </dsp:sp>
    <dsp:sp modelId="{ECEFB4BE-20DE-4382-A72C-BEB8699CB784}">
      <dsp:nvSpPr>
        <dsp:cNvPr id="0" name=""/>
        <dsp:cNvSpPr/>
      </dsp:nvSpPr>
      <dsp:spPr>
        <a:xfrm>
          <a:off x="0" y="913666"/>
          <a:ext cx="6447501" cy="13475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4708" tIns="39370" rIns="220472" bIns="39370" numCol="1" spcCol="1270" anchor="t" anchorCtr="0">
          <a:noAutofit/>
        </a:bodyPr>
        <a:lstStyle/>
        <a:p>
          <a:pPr marL="228600" lvl="1" indent="-228600" algn="l" defTabSz="1066800">
            <a:lnSpc>
              <a:spcPct val="90000"/>
            </a:lnSpc>
            <a:spcBef>
              <a:spcPct val="0"/>
            </a:spcBef>
            <a:spcAft>
              <a:spcPct val="20000"/>
            </a:spcAft>
            <a:buChar char="•"/>
          </a:pPr>
          <a:r>
            <a:rPr lang="en-US" sz="2400" kern="1200"/>
            <a:t>tentukan rangkaian tindakan yang perlu diambil untuk mencapai tujuan (input: problem; output: solusi dalam bentuk rangkaian tindakan)</a:t>
          </a:r>
        </a:p>
      </dsp:txBody>
      <dsp:txXfrm>
        <a:off x="0" y="913666"/>
        <a:ext cx="6447501" cy="1347570"/>
      </dsp:txXfrm>
    </dsp:sp>
    <dsp:sp modelId="{C74E3CEA-12E9-4D75-9728-17677198D19F}">
      <dsp:nvSpPr>
        <dsp:cNvPr id="0" name=""/>
        <dsp:cNvSpPr/>
      </dsp:nvSpPr>
      <dsp:spPr>
        <a:xfrm>
          <a:off x="0" y="2261236"/>
          <a:ext cx="6447501" cy="707264"/>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fi-FI" sz="3100" kern="1200"/>
            <a:t>Pelaksanaan solusi (execution) </a:t>
          </a:r>
          <a:endParaRPr lang="en-US" sz="3100" kern="1200"/>
        </a:p>
      </dsp:txBody>
      <dsp:txXfrm>
        <a:off x="34526" y="2295762"/>
        <a:ext cx="6378449" cy="638212"/>
      </dsp:txXfrm>
    </dsp:sp>
    <dsp:sp modelId="{E18659DD-00EB-4AC3-A7F5-A3FE32EAF2CA}">
      <dsp:nvSpPr>
        <dsp:cNvPr id="0" name=""/>
        <dsp:cNvSpPr/>
      </dsp:nvSpPr>
      <dsp:spPr>
        <a:xfrm>
          <a:off x="0" y="2968501"/>
          <a:ext cx="6447501" cy="7058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4708" tIns="39370" rIns="220472" bIns="39370" numCol="1" spcCol="1270" anchor="t" anchorCtr="0">
          <a:noAutofit/>
        </a:bodyPr>
        <a:lstStyle/>
        <a:p>
          <a:pPr marL="228600" lvl="1" indent="-228600" algn="l" defTabSz="1066800">
            <a:lnSpc>
              <a:spcPct val="90000"/>
            </a:lnSpc>
            <a:spcBef>
              <a:spcPct val="0"/>
            </a:spcBef>
            <a:spcAft>
              <a:spcPct val="20000"/>
            </a:spcAft>
            <a:buChar char="•"/>
          </a:pPr>
          <a:r>
            <a:rPr lang="fi-FI" sz="2400" kern="1200"/>
            <a:t>laksanakan rangkaian </a:t>
          </a:r>
          <a:r>
            <a:rPr lang="en-US" sz="2400" kern="1200"/>
            <a:t>tindakan yang sudah ditentukan di tahap sebelumnya</a:t>
          </a:r>
        </a:p>
      </dsp:txBody>
      <dsp:txXfrm>
        <a:off x="0" y="2968501"/>
        <a:ext cx="6447501" cy="705869"/>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6575" cy="512763"/>
          </a:xfrm>
          <a:prstGeom prst="rect">
            <a:avLst/>
          </a:prstGeom>
        </p:spPr>
        <p:txBody>
          <a:bodyPr vert="horz" lIns="91440" tIns="45720" rIns="91440" bIns="45720" rtlCol="0"/>
          <a:lstStyle>
            <a:lvl1pPr algn="l">
              <a:defRPr sz="1200"/>
            </a:lvl1pPr>
          </a:lstStyle>
          <a:p>
            <a:endParaRPr lang="en-ID"/>
          </a:p>
        </p:txBody>
      </p:sp>
      <p:sp>
        <p:nvSpPr>
          <p:cNvPr id="3" name="Date Placeholder 2"/>
          <p:cNvSpPr>
            <a:spLocks noGrp="1"/>
          </p:cNvSpPr>
          <p:nvPr>
            <p:ph type="dt" idx="1"/>
          </p:nvPr>
        </p:nvSpPr>
        <p:spPr>
          <a:xfrm>
            <a:off x="4021138" y="0"/>
            <a:ext cx="3076575" cy="512763"/>
          </a:xfrm>
          <a:prstGeom prst="rect">
            <a:avLst/>
          </a:prstGeom>
        </p:spPr>
        <p:txBody>
          <a:bodyPr vert="horz" lIns="91440" tIns="45720" rIns="91440" bIns="45720" rtlCol="0"/>
          <a:lstStyle>
            <a:lvl1pPr algn="r">
              <a:defRPr sz="1200"/>
            </a:lvl1pPr>
          </a:lstStyle>
          <a:p>
            <a:fld id="{FFF2F0D1-54F1-4A6D-8F3C-553F77D93855}" type="datetimeFigureOut">
              <a:rPr lang="en-ID" smtClean="0"/>
              <a:t>27/02/2024</a:t>
            </a:fld>
            <a:endParaRPr lang="en-ID"/>
          </a:p>
        </p:txBody>
      </p:sp>
      <p:sp>
        <p:nvSpPr>
          <p:cNvPr id="4" name="Slide Image Placeholder 3"/>
          <p:cNvSpPr>
            <a:spLocks noGrp="1" noRot="1" noChangeAspect="1"/>
          </p:cNvSpPr>
          <p:nvPr>
            <p:ph type="sldImg" idx="2"/>
          </p:nvPr>
        </p:nvSpPr>
        <p:spPr>
          <a:xfrm>
            <a:off x="1246188" y="1279525"/>
            <a:ext cx="4606925" cy="3454400"/>
          </a:xfrm>
          <a:prstGeom prst="rect">
            <a:avLst/>
          </a:prstGeom>
          <a:noFill/>
          <a:ln w="12700">
            <a:solidFill>
              <a:prstClr val="black"/>
            </a:solidFill>
          </a:ln>
        </p:spPr>
        <p:txBody>
          <a:bodyPr vert="horz" lIns="91440" tIns="45720" rIns="91440" bIns="45720" rtlCol="0" anchor="ctr"/>
          <a:lstStyle/>
          <a:p>
            <a:endParaRPr lang="en-ID"/>
          </a:p>
        </p:txBody>
      </p:sp>
      <p:sp>
        <p:nvSpPr>
          <p:cNvPr id="5" name="Notes Placeholder 4"/>
          <p:cNvSpPr>
            <a:spLocks noGrp="1"/>
          </p:cNvSpPr>
          <p:nvPr>
            <p:ph type="body" sz="quarter" idx="3"/>
          </p:nvPr>
        </p:nvSpPr>
        <p:spPr>
          <a:xfrm>
            <a:off x="709613" y="4926013"/>
            <a:ext cx="5680075" cy="4029075"/>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6" name="Footer Placeholder 5"/>
          <p:cNvSpPr>
            <a:spLocks noGrp="1"/>
          </p:cNvSpPr>
          <p:nvPr>
            <p:ph type="ftr" sz="quarter" idx="4"/>
          </p:nvPr>
        </p:nvSpPr>
        <p:spPr>
          <a:xfrm>
            <a:off x="0" y="9721850"/>
            <a:ext cx="3076575" cy="512763"/>
          </a:xfrm>
          <a:prstGeom prst="rect">
            <a:avLst/>
          </a:prstGeom>
        </p:spPr>
        <p:txBody>
          <a:bodyPr vert="horz" lIns="91440" tIns="45720" rIns="91440" bIns="45720" rtlCol="0" anchor="b"/>
          <a:lstStyle>
            <a:lvl1pPr algn="l">
              <a:defRPr sz="1200"/>
            </a:lvl1pPr>
          </a:lstStyle>
          <a:p>
            <a:endParaRPr lang="en-ID"/>
          </a:p>
        </p:txBody>
      </p:sp>
      <p:sp>
        <p:nvSpPr>
          <p:cNvPr id="7" name="Slide Number Placeholder 6"/>
          <p:cNvSpPr>
            <a:spLocks noGrp="1"/>
          </p:cNvSpPr>
          <p:nvPr>
            <p:ph type="sldNum" sz="quarter" idx="5"/>
          </p:nvPr>
        </p:nvSpPr>
        <p:spPr>
          <a:xfrm>
            <a:off x="4021138" y="9721850"/>
            <a:ext cx="3076575" cy="512763"/>
          </a:xfrm>
          <a:prstGeom prst="rect">
            <a:avLst/>
          </a:prstGeom>
        </p:spPr>
        <p:txBody>
          <a:bodyPr vert="horz" lIns="91440" tIns="45720" rIns="91440" bIns="45720" rtlCol="0" anchor="b"/>
          <a:lstStyle>
            <a:lvl1pPr algn="r">
              <a:defRPr sz="1200"/>
            </a:lvl1pPr>
          </a:lstStyle>
          <a:p>
            <a:fld id="{04D8E361-E2EA-4EAF-830E-304FFE77AC9A}" type="slidenum">
              <a:rPr lang="en-ID" smtClean="0"/>
              <a:t>‹#›</a:t>
            </a:fld>
            <a:endParaRPr lang="en-ID"/>
          </a:p>
        </p:txBody>
      </p:sp>
    </p:spTree>
    <p:extLst>
      <p:ext uri="{BB962C8B-B14F-4D97-AF65-F5344CB8AC3E}">
        <p14:creationId xmlns:p14="http://schemas.microsoft.com/office/powerpoint/2010/main" val="495203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Untuk</a:t>
            </a:r>
            <a:r>
              <a:rPr lang="en-US" dirty="0"/>
              <a:t> </a:t>
            </a:r>
            <a:r>
              <a:rPr lang="en-US" dirty="0" err="1"/>
              <a:t>menyelesaikan</a:t>
            </a:r>
            <a:r>
              <a:rPr lang="en-US" dirty="0"/>
              <a:t> </a:t>
            </a:r>
            <a:r>
              <a:rPr lang="en-US" dirty="0" err="1"/>
              <a:t>permasalahan</a:t>
            </a:r>
            <a:r>
              <a:rPr lang="en-US" dirty="0"/>
              <a:t>,</a:t>
            </a:r>
            <a:r>
              <a:rPr lang="en-US" baseline="0" dirty="0"/>
              <a:t> pertama2, </a:t>
            </a:r>
            <a:r>
              <a:rPr lang="en-US" baseline="0" dirty="0" err="1"/>
              <a:t>kita</a:t>
            </a:r>
            <a:r>
              <a:rPr lang="en-US" baseline="0" dirty="0"/>
              <a:t> </a:t>
            </a:r>
            <a:r>
              <a:rPr lang="en-US" baseline="0" dirty="0" err="1"/>
              <a:t>harus</a:t>
            </a:r>
            <a:r>
              <a:rPr lang="en-US" baseline="0" dirty="0"/>
              <a:t> </a:t>
            </a:r>
            <a:r>
              <a:rPr lang="en-US" baseline="0" dirty="0" err="1"/>
              <a:t>mendefinisikan</a:t>
            </a:r>
            <a:r>
              <a:rPr lang="en-US" baseline="0" dirty="0"/>
              <a:t> </a:t>
            </a:r>
            <a:r>
              <a:rPr lang="en-US" baseline="0" dirty="0" err="1"/>
              <a:t>secara</a:t>
            </a:r>
            <a:r>
              <a:rPr lang="en-US" baseline="0" dirty="0"/>
              <a:t> </a:t>
            </a:r>
            <a:r>
              <a:rPr lang="en-US" baseline="0" dirty="0" err="1"/>
              <a:t>tepat</a:t>
            </a:r>
            <a:r>
              <a:rPr lang="en-US" baseline="0" dirty="0"/>
              <a:t> </a:t>
            </a:r>
            <a:r>
              <a:rPr lang="en-US" baseline="0" dirty="0" err="1"/>
              <a:t>terkait</a:t>
            </a:r>
            <a:r>
              <a:rPr lang="en-US" baseline="0" dirty="0"/>
              <a:t> </a:t>
            </a:r>
            <a:r>
              <a:rPr lang="en-US" baseline="0" dirty="0" err="1"/>
              <a:t>masalah</a:t>
            </a:r>
            <a:r>
              <a:rPr lang="en-US" baseline="0" dirty="0"/>
              <a:t> </a:t>
            </a:r>
            <a:r>
              <a:rPr lang="en-US" baseline="0" dirty="0" err="1"/>
              <a:t>beserta</a:t>
            </a:r>
            <a:r>
              <a:rPr lang="en-US" baseline="0" dirty="0"/>
              <a:t> </a:t>
            </a:r>
            <a:r>
              <a:rPr lang="en-US" baseline="0" dirty="0" err="1"/>
              <a:t>solusinya</a:t>
            </a:r>
            <a:r>
              <a:rPr lang="en-US" baseline="0" dirty="0"/>
              <a:t> </a:t>
            </a:r>
            <a:r>
              <a:rPr lang="en-US" baseline="0" dirty="0" err="1"/>
              <a:t>dan</a:t>
            </a:r>
            <a:r>
              <a:rPr lang="en-US" baseline="0" dirty="0"/>
              <a:t> </a:t>
            </a:r>
            <a:r>
              <a:rPr lang="en-US" baseline="0" dirty="0" err="1"/>
              <a:t>berikan</a:t>
            </a:r>
            <a:r>
              <a:rPr lang="en-US" baseline="0" dirty="0"/>
              <a:t> </a:t>
            </a:r>
            <a:r>
              <a:rPr lang="en-US" baseline="0" dirty="0" err="1"/>
              <a:t>beberapa</a:t>
            </a:r>
            <a:r>
              <a:rPr lang="en-US" baseline="0" dirty="0"/>
              <a:t> </a:t>
            </a:r>
            <a:r>
              <a:rPr lang="en-US" baseline="0" dirty="0" err="1"/>
              <a:t>contoh</a:t>
            </a:r>
            <a:r>
              <a:rPr lang="en-US" baseline="0" dirty="0"/>
              <a:t> </a:t>
            </a:r>
            <a:r>
              <a:rPr lang="en-US" baseline="0" dirty="0" err="1"/>
              <a:t>untuk</a:t>
            </a:r>
            <a:r>
              <a:rPr lang="en-US" baseline="0" dirty="0"/>
              <a:t> </a:t>
            </a:r>
            <a:r>
              <a:rPr lang="en-US" baseline="0" dirty="0" err="1"/>
              <a:t>mengilustrasikan</a:t>
            </a:r>
            <a:r>
              <a:rPr lang="en-US" baseline="0" dirty="0"/>
              <a:t> </a:t>
            </a:r>
            <a:r>
              <a:rPr lang="en-US" baseline="0" dirty="0" err="1"/>
              <a:t>definisi</a:t>
            </a:r>
            <a:r>
              <a:rPr lang="en-US" baseline="0" dirty="0"/>
              <a:t> </a:t>
            </a:r>
            <a:r>
              <a:rPr lang="en-US" baseline="0" dirty="0" err="1"/>
              <a:t>tsb</a:t>
            </a:r>
            <a:r>
              <a:rPr lang="en-US" baseline="0" dirty="0"/>
              <a:t>. </a:t>
            </a:r>
          </a:p>
          <a:p>
            <a:endParaRPr lang="en-US" baseline="0" dirty="0"/>
          </a:p>
          <a:p>
            <a:r>
              <a:rPr lang="en-US" baseline="0" dirty="0" err="1"/>
              <a:t>Algoritme</a:t>
            </a:r>
            <a:r>
              <a:rPr lang="en-US" baseline="0" dirty="0"/>
              <a:t> searching </a:t>
            </a:r>
            <a:r>
              <a:rPr lang="en-US" baseline="0" dirty="0" err="1"/>
              <a:t>dapat</a:t>
            </a:r>
            <a:r>
              <a:rPr lang="en-US" baseline="0" dirty="0"/>
              <a:t> </a:t>
            </a:r>
            <a:r>
              <a:rPr lang="en-US" baseline="0" dirty="0" err="1"/>
              <a:t>digunakan</a:t>
            </a:r>
            <a:r>
              <a:rPr lang="en-US" baseline="0" dirty="0"/>
              <a:t> </a:t>
            </a:r>
            <a:r>
              <a:rPr lang="en-US" baseline="0" dirty="0" err="1"/>
              <a:t>untuk</a:t>
            </a:r>
            <a:r>
              <a:rPr lang="en-US" baseline="0" dirty="0"/>
              <a:t> </a:t>
            </a:r>
            <a:r>
              <a:rPr lang="en-US" baseline="0" dirty="0" err="1"/>
              <a:t>menyelesaikan</a:t>
            </a:r>
            <a:r>
              <a:rPr lang="en-US" baseline="0" dirty="0"/>
              <a:t> </a:t>
            </a:r>
            <a:r>
              <a:rPr lang="en-US" baseline="0" dirty="0" err="1"/>
              <a:t>permasalahan</a:t>
            </a:r>
            <a:r>
              <a:rPr lang="en-US" baseline="0" dirty="0"/>
              <a:t> </a:t>
            </a:r>
            <a:r>
              <a:rPr lang="en-US" baseline="0" dirty="0" err="1"/>
              <a:t>pada</a:t>
            </a:r>
            <a:r>
              <a:rPr lang="en-US" baseline="0" dirty="0"/>
              <a:t> problem solving agent. </a:t>
            </a:r>
            <a:r>
              <a:rPr lang="en-US" baseline="0" dirty="0" err="1"/>
              <a:t>Seringkali</a:t>
            </a:r>
            <a:r>
              <a:rPr lang="en-US" baseline="0" dirty="0"/>
              <a:t> </a:t>
            </a:r>
            <a:r>
              <a:rPr lang="en-US" baseline="0" dirty="0" err="1"/>
              <a:t>pada</a:t>
            </a:r>
            <a:r>
              <a:rPr lang="en-US" baseline="0" dirty="0"/>
              <a:t> </a:t>
            </a:r>
            <a:r>
              <a:rPr lang="en-US" baseline="0" dirty="0" err="1"/>
              <a:t>algoritma</a:t>
            </a:r>
            <a:r>
              <a:rPr lang="en-US" baseline="0" dirty="0"/>
              <a:t> searching </a:t>
            </a:r>
            <a:r>
              <a:rPr lang="en-US" baseline="0" dirty="0" err="1"/>
              <a:t>ber</a:t>
            </a:r>
            <a:endParaRPr lang="en-US" baseline="0" dirty="0"/>
          </a:p>
        </p:txBody>
      </p:sp>
      <p:sp>
        <p:nvSpPr>
          <p:cNvPr id="4" name="Slide Number Placeholder 3"/>
          <p:cNvSpPr>
            <a:spLocks noGrp="1"/>
          </p:cNvSpPr>
          <p:nvPr>
            <p:ph type="sldNum" sz="quarter" idx="10"/>
          </p:nvPr>
        </p:nvSpPr>
        <p:spPr/>
        <p:txBody>
          <a:bodyPr/>
          <a:lstStyle/>
          <a:p>
            <a:fld id="{C8C7B35F-F80D-48E6-AB94-5B36B159742F}" type="slidenum">
              <a:rPr lang="en-US" smtClean="0"/>
              <a:t>5</a:t>
            </a:fld>
            <a:endParaRPr lang="en-US"/>
          </a:p>
        </p:txBody>
      </p:sp>
    </p:spTree>
    <p:extLst>
      <p:ext uri="{BB962C8B-B14F-4D97-AF65-F5344CB8AC3E}">
        <p14:creationId xmlns:p14="http://schemas.microsoft.com/office/powerpoint/2010/main" val="11767878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386" name="Rectangle 13"/>
          <p:cNvSpPr>
            <a:spLocks noGrp="1" noChangeArrowheads="1"/>
          </p:cNvSpPr>
          <p:nvPr>
            <p:ph type="sldNum" sz="quarter"/>
          </p:nvPr>
        </p:nvSpPr>
        <p:spPr>
          <a:noFill/>
          <a:extLst>
            <a:ext uri="{91240B29-F687-4F45-9708-019B960494DF}">
              <a14:hiddenLine xmlns:a14="http://schemas.microsoft.com/office/drawing/2010/main" w="9525">
                <a:solidFill>
                  <a:srgbClr val="3465AF"/>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9pPr>
          </a:lstStyle>
          <a:p>
            <a:pPr>
              <a:spcBef>
                <a:spcPct val="0"/>
              </a:spcBef>
              <a:buClrTx/>
              <a:buFontTx/>
              <a:buNone/>
            </a:pPr>
            <a:fld id="{5E877AE7-EE00-4F85-910E-88827E57D4A6}" type="slidenum">
              <a:rPr lang="en-US" altLang="en-US" smtClean="0">
                <a:solidFill>
                  <a:srgbClr val="898989"/>
                </a:solidFill>
                <a:cs typeface="DejaVu Sans" panose="020B0603030804020204" pitchFamily="34" charset="0"/>
              </a:rPr>
              <a:pPr>
                <a:spcBef>
                  <a:spcPct val="0"/>
                </a:spcBef>
                <a:buClrTx/>
                <a:buFontTx/>
                <a:buNone/>
              </a:pPr>
              <a:t>11</a:t>
            </a:fld>
            <a:endParaRPr lang="en-US" altLang="en-US">
              <a:solidFill>
                <a:srgbClr val="898989"/>
              </a:solidFill>
              <a:cs typeface="DejaVu Sans" panose="020B0603030804020204" pitchFamily="34" charset="0"/>
            </a:endParaRPr>
          </a:p>
        </p:txBody>
      </p:sp>
      <p:sp>
        <p:nvSpPr>
          <p:cNvPr id="16387" name="Text Box 1"/>
          <p:cNvSpPr txBox="1">
            <a:spLocks noChangeArrowheads="1"/>
          </p:cNvSpPr>
          <p:nvPr/>
        </p:nvSpPr>
        <p:spPr bwMode="auto">
          <a:xfrm>
            <a:off x="3884613" y="8685213"/>
            <a:ext cx="2963862" cy="4492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lgn="r" eaLnBrk="1" hangingPunct="1">
              <a:spcBef>
                <a:spcPct val="0"/>
              </a:spcBef>
              <a:buClrTx/>
              <a:buFontTx/>
              <a:buNone/>
            </a:pPr>
            <a:fld id="{59FBEFD2-E702-4ED9-9173-A7018A008946}" type="slidenum">
              <a:rPr lang="en-US" altLang="en-US">
                <a:solidFill>
                  <a:srgbClr val="898989"/>
                </a:solidFill>
                <a:latin typeface="Calibri" panose="020F0502020204030204" pitchFamily="34" charset="0"/>
              </a:rPr>
              <a:pPr algn="r" eaLnBrk="1" hangingPunct="1">
                <a:spcBef>
                  <a:spcPct val="0"/>
                </a:spcBef>
                <a:buClrTx/>
                <a:buFontTx/>
                <a:buNone/>
              </a:pPr>
              <a:t>11</a:t>
            </a:fld>
            <a:endParaRPr lang="en-US" altLang="en-US">
              <a:solidFill>
                <a:srgbClr val="898989"/>
              </a:solidFill>
              <a:latin typeface="Calibri" panose="020F0502020204030204" pitchFamily="34" charset="0"/>
            </a:endParaRPr>
          </a:p>
        </p:txBody>
      </p:sp>
      <p:sp>
        <p:nvSpPr>
          <p:cNvPr id="16388" name="Text Box 2"/>
          <p:cNvSpPr txBox="1">
            <a:spLocks noChangeArrowheads="1"/>
          </p:cNvSpPr>
          <p:nvPr/>
        </p:nvSpPr>
        <p:spPr bwMode="auto">
          <a:xfrm>
            <a:off x="3884613" y="8685213"/>
            <a:ext cx="2968625" cy="454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lgn="r" eaLnBrk="1" hangingPunct="1">
              <a:spcBef>
                <a:spcPct val="0"/>
              </a:spcBef>
              <a:buClrTx/>
              <a:buFontTx/>
              <a:buNone/>
            </a:pPr>
            <a:fld id="{1F3A8BD8-BE16-428C-9B81-8F1050BCEDC0}" type="slidenum">
              <a:rPr lang="en-US" altLang="en-US">
                <a:solidFill>
                  <a:srgbClr val="898989"/>
                </a:solidFill>
                <a:latin typeface="Calibri" panose="020F0502020204030204" pitchFamily="34" charset="0"/>
              </a:rPr>
              <a:pPr algn="r" eaLnBrk="1" hangingPunct="1">
                <a:spcBef>
                  <a:spcPct val="0"/>
                </a:spcBef>
                <a:buClrTx/>
                <a:buFontTx/>
                <a:buNone/>
              </a:pPr>
              <a:t>11</a:t>
            </a:fld>
            <a:endParaRPr lang="en-US" altLang="en-US">
              <a:solidFill>
                <a:srgbClr val="898989"/>
              </a:solidFill>
              <a:latin typeface="Calibri" panose="020F0502020204030204" pitchFamily="34" charset="0"/>
            </a:endParaRPr>
          </a:p>
        </p:txBody>
      </p:sp>
      <p:sp>
        <p:nvSpPr>
          <p:cNvPr id="16389" name="Rectangle 3"/>
          <p:cNvSpPr>
            <a:spLocks noGrp="1" noRot="1" noChangeAspect="1" noChangeArrowheads="1" noTextEdit="1"/>
          </p:cNvSpPr>
          <p:nvPr>
            <p:ph type="sldImg"/>
          </p:nvPr>
        </p:nvSpPr>
        <p:spPr>
          <a:xfrm>
            <a:off x="1143000" y="685800"/>
            <a:ext cx="4572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6390" name="Text Box 4"/>
          <p:cNvSpPr txBox="1">
            <a:spLocks noChangeArrowheads="1"/>
          </p:cNvSpPr>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Tree>
    <p:extLst>
      <p:ext uri="{BB962C8B-B14F-4D97-AF65-F5344CB8AC3E}">
        <p14:creationId xmlns:p14="http://schemas.microsoft.com/office/powerpoint/2010/main" val="42120647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D" dirty="0"/>
          </a:p>
        </p:txBody>
      </p:sp>
      <p:sp>
        <p:nvSpPr>
          <p:cNvPr id="4" name="Slide Number Placeholder 3"/>
          <p:cNvSpPr>
            <a:spLocks noGrp="1"/>
          </p:cNvSpPr>
          <p:nvPr>
            <p:ph type="sldNum" sz="quarter" idx="5"/>
          </p:nvPr>
        </p:nvSpPr>
        <p:spPr/>
        <p:txBody>
          <a:bodyPr/>
          <a:lstStyle/>
          <a:p>
            <a:fld id="{04D8E361-E2EA-4EAF-830E-304FFE77AC9A}" type="slidenum">
              <a:rPr lang="en-ID" smtClean="0"/>
              <a:t>17</a:t>
            </a:fld>
            <a:endParaRPr lang="en-ID"/>
          </a:p>
        </p:txBody>
      </p:sp>
    </p:spTree>
    <p:extLst>
      <p:ext uri="{BB962C8B-B14F-4D97-AF65-F5344CB8AC3E}">
        <p14:creationId xmlns:p14="http://schemas.microsoft.com/office/powerpoint/2010/main" val="23333096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434" name="Rectangle 13"/>
          <p:cNvSpPr>
            <a:spLocks noGrp="1" noChangeArrowheads="1"/>
          </p:cNvSpPr>
          <p:nvPr>
            <p:ph type="sldNum" sz="quarter"/>
          </p:nvPr>
        </p:nvSpPr>
        <p:spPr>
          <a:noFill/>
          <a:extLst>
            <a:ext uri="{91240B29-F687-4F45-9708-019B960494DF}">
              <a14:hiddenLine xmlns:a14="http://schemas.microsoft.com/office/drawing/2010/main" w="9525">
                <a:solidFill>
                  <a:srgbClr val="3465AF"/>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9pPr>
          </a:lstStyle>
          <a:p>
            <a:pPr>
              <a:spcBef>
                <a:spcPct val="0"/>
              </a:spcBef>
              <a:buClrTx/>
              <a:buFontTx/>
              <a:buNone/>
            </a:pPr>
            <a:fld id="{EB112671-8A93-4028-B48C-60005A763FCE}" type="slidenum">
              <a:rPr lang="en-US" altLang="en-US" smtClean="0">
                <a:solidFill>
                  <a:srgbClr val="898989"/>
                </a:solidFill>
                <a:cs typeface="DejaVu Sans" panose="020B0603030804020204" pitchFamily="34" charset="0"/>
              </a:rPr>
              <a:pPr>
                <a:spcBef>
                  <a:spcPct val="0"/>
                </a:spcBef>
                <a:buClrTx/>
                <a:buFontTx/>
                <a:buNone/>
              </a:pPr>
              <a:t>20</a:t>
            </a:fld>
            <a:endParaRPr lang="en-US" altLang="en-US">
              <a:solidFill>
                <a:srgbClr val="898989"/>
              </a:solidFill>
              <a:cs typeface="DejaVu Sans" panose="020B0603030804020204" pitchFamily="34" charset="0"/>
            </a:endParaRPr>
          </a:p>
        </p:txBody>
      </p:sp>
      <p:sp>
        <p:nvSpPr>
          <p:cNvPr id="18435" name="Text Box 1"/>
          <p:cNvSpPr txBox="1">
            <a:spLocks noChangeArrowheads="1"/>
          </p:cNvSpPr>
          <p:nvPr/>
        </p:nvSpPr>
        <p:spPr bwMode="auto">
          <a:xfrm>
            <a:off x="3884613" y="8685213"/>
            <a:ext cx="2963862" cy="4492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lgn="r" eaLnBrk="1" hangingPunct="1">
              <a:spcBef>
                <a:spcPct val="0"/>
              </a:spcBef>
              <a:buClrTx/>
              <a:buFontTx/>
              <a:buNone/>
            </a:pPr>
            <a:fld id="{CEB75E07-ED4E-4EFF-B27D-16DE2B5B5AB9}" type="slidenum">
              <a:rPr lang="en-US" altLang="en-US">
                <a:solidFill>
                  <a:srgbClr val="898989"/>
                </a:solidFill>
                <a:latin typeface="Calibri" panose="020F0502020204030204" pitchFamily="34" charset="0"/>
              </a:rPr>
              <a:pPr algn="r" eaLnBrk="1" hangingPunct="1">
                <a:spcBef>
                  <a:spcPct val="0"/>
                </a:spcBef>
                <a:buClrTx/>
                <a:buFontTx/>
                <a:buNone/>
              </a:pPr>
              <a:t>20</a:t>
            </a:fld>
            <a:endParaRPr lang="en-US" altLang="en-US">
              <a:solidFill>
                <a:srgbClr val="898989"/>
              </a:solidFill>
              <a:latin typeface="Calibri" panose="020F0502020204030204" pitchFamily="34" charset="0"/>
            </a:endParaRPr>
          </a:p>
        </p:txBody>
      </p:sp>
      <p:sp>
        <p:nvSpPr>
          <p:cNvPr id="18436" name="Text Box 2"/>
          <p:cNvSpPr txBox="1">
            <a:spLocks noChangeArrowheads="1"/>
          </p:cNvSpPr>
          <p:nvPr/>
        </p:nvSpPr>
        <p:spPr bwMode="auto">
          <a:xfrm>
            <a:off x="3884613" y="8685213"/>
            <a:ext cx="2968625" cy="454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lgn="r" eaLnBrk="1" hangingPunct="1">
              <a:spcBef>
                <a:spcPct val="0"/>
              </a:spcBef>
              <a:buClrTx/>
              <a:buFontTx/>
              <a:buNone/>
            </a:pPr>
            <a:fld id="{6CD958A1-3418-4866-98DC-823DA08EBA0C}" type="slidenum">
              <a:rPr lang="en-US" altLang="en-US">
                <a:solidFill>
                  <a:srgbClr val="898989"/>
                </a:solidFill>
                <a:latin typeface="Calibri" panose="020F0502020204030204" pitchFamily="34" charset="0"/>
              </a:rPr>
              <a:pPr algn="r" eaLnBrk="1" hangingPunct="1">
                <a:spcBef>
                  <a:spcPct val="0"/>
                </a:spcBef>
                <a:buClrTx/>
                <a:buFontTx/>
                <a:buNone/>
              </a:pPr>
              <a:t>20</a:t>
            </a:fld>
            <a:endParaRPr lang="en-US" altLang="en-US">
              <a:solidFill>
                <a:srgbClr val="898989"/>
              </a:solidFill>
              <a:latin typeface="Calibri" panose="020F0502020204030204" pitchFamily="34" charset="0"/>
            </a:endParaRPr>
          </a:p>
        </p:txBody>
      </p:sp>
      <p:sp>
        <p:nvSpPr>
          <p:cNvPr id="18437" name="Rectangle 3"/>
          <p:cNvSpPr>
            <a:spLocks noGrp="1" noRot="1" noChangeAspect="1" noChangeArrowheads="1" noTextEdit="1"/>
          </p:cNvSpPr>
          <p:nvPr>
            <p:ph type="sldImg"/>
          </p:nvPr>
        </p:nvSpPr>
        <p:spPr>
          <a:xfrm>
            <a:off x="1143000" y="685800"/>
            <a:ext cx="4572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8438" name="Text Box 4"/>
          <p:cNvSpPr txBox="1">
            <a:spLocks noChangeArrowheads="1"/>
          </p:cNvSpPr>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Tree>
    <p:extLst>
      <p:ext uri="{BB962C8B-B14F-4D97-AF65-F5344CB8AC3E}">
        <p14:creationId xmlns:p14="http://schemas.microsoft.com/office/powerpoint/2010/main" val="12617582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482" name="Rectangle 13"/>
          <p:cNvSpPr>
            <a:spLocks noGrp="1" noChangeArrowheads="1"/>
          </p:cNvSpPr>
          <p:nvPr>
            <p:ph type="sldNum" sz="quarter"/>
          </p:nvPr>
        </p:nvSpPr>
        <p:spPr>
          <a:noFill/>
          <a:extLst>
            <a:ext uri="{91240B29-F687-4F45-9708-019B960494DF}">
              <a14:hiddenLine xmlns:a14="http://schemas.microsoft.com/office/drawing/2010/main" w="9525">
                <a:solidFill>
                  <a:srgbClr val="3465AF"/>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9pPr>
          </a:lstStyle>
          <a:p>
            <a:pPr>
              <a:spcBef>
                <a:spcPct val="0"/>
              </a:spcBef>
              <a:buClrTx/>
              <a:buFontTx/>
              <a:buNone/>
            </a:pPr>
            <a:fld id="{7DB1ECC4-72EA-4A83-B12D-D4A03355E6E0}" type="slidenum">
              <a:rPr lang="en-US" altLang="en-US" smtClean="0">
                <a:solidFill>
                  <a:srgbClr val="898989"/>
                </a:solidFill>
                <a:cs typeface="DejaVu Sans" panose="020B0603030804020204" pitchFamily="34" charset="0"/>
              </a:rPr>
              <a:pPr>
                <a:spcBef>
                  <a:spcPct val="0"/>
                </a:spcBef>
                <a:buClrTx/>
                <a:buFontTx/>
                <a:buNone/>
              </a:pPr>
              <a:t>21</a:t>
            </a:fld>
            <a:endParaRPr lang="en-US" altLang="en-US">
              <a:solidFill>
                <a:srgbClr val="898989"/>
              </a:solidFill>
              <a:cs typeface="DejaVu Sans" panose="020B0603030804020204" pitchFamily="34" charset="0"/>
            </a:endParaRPr>
          </a:p>
        </p:txBody>
      </p:sp>
      <p:sp>
        <p:nvSpPr>
          <p:cNvPr id="20483" name="Text Box 1"/>
          <p:cNvSpPr txBox="1">
            <a:spLocks noChangeArrowheads="1"/>
          </p:cNvSpPr>
          <p:nvPr/>
        </p:nvSpPr>
        <p:spPr bwMode="auto">
          <a:xfrm>
            <a:off x="3884613" y="8685213"/>
            <a:ext cx="2963862" cy="4492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lgn="r" eaLnBrk="1" hangingPunct="1">
              <a:spcBef>
                <a:spcPct val="0"/>
              </a:spcBef>
              <a:buClrTx/>
              <a:buFontTx/>
              <a:buNone/>
            </a:pPr>
            <a:fld id="{9DB16777-E8B8-47DD-AE14-3493D33B7AF5}" type="slidenum">
              <a:rPr lang="en-US" altLang="en-US">
                <a:solidFill>
                  <a:srgbClr val="898989"/>
                </a:solidFill>
                <a:latin typeface="Calibri" panose="020F0502020204030204" pitchFamily="34" charset="0"/>
              </a:rPr>
              <a:pPr algn="r" eaLnBrk="1" hangingPunct="1">
                <a:spcBef>
                  <a:spcPct val="0"/>
                </a:spcBef>
                <a:buClrTx/>
                <a:buFontTx/>
                <a:buNone/>
              </a:pPr>
              <a:t>21</a:t>
            </a:fld>
            <a:endParaRPr lang="en-US" altLang="en-US">
              <a:solidFill>
                <a:srgbClr val="898989"/>
              </a:solidFill>
              <a:latin typeface="Calibri" panose="020F0502020204030204" pitchFamily="34" charset="0"/>
            </a:endParaRPr>
          </a:p>
        </p:txBody>
      </p:sp>
      <p:sp>
        <p:nvSpPr>
          <p:cNvPr id="20484" name="Text Box 2"/>
          <p:cNvSpPr txBox="1">
            <a:spLocks noChangeArrowheads="1"/>
          </p:cNvSpPr>
          <p:nvPr/>
        </p:nvSpPr>
        <p:spPr bwMode="auto">
          <a:xfrm>
            <a:off x="3884613" y="8685213"/>
            <a:ext cx="2968625" cy="454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lgn="r" eaLnBrk="1" hangingPunct="1">
              <a:spcBef>
                <a:spcPct val="0"/>
              </a:spcBef>
              <a:buClrTx/>
              <a:buFontTx/>
              <a:buNone/>
            </a:pPr>
            <a:fld id="{CA3C49DB-4C46-448D-99DD-4218EBA7B1D3}" type="slidenum">
              <a:rPr lang="en-US" altLang="en-US">
                <a:solidFill>
                  <a:srgbClr val="898989"/>
                </a:solidFill>
                <a:latin typeface="Calibri" panose="020F0502020204030204" pitchFamily="34" charset="0"/>
              </a:rPr>
              <a:pPr algn="r" eaLnBrk="1" hangingPunct="1">
                <a:spcBef>
                  <a:spcPct val="0"/>
                </a:spcBef>
                <a:buClrTx/>
                <a:buFontTx/>
                <a:buNone/>
              </a:pPr>
              <a:t>21</a:t>
            </a:fld>
            <a:endParaRPr lang="en-US" altLang="en-US">
              <a:solidFill>
                <a:srgbClr val="898989"/>
              </a:solidFill>
              <a:latin typeface="Calibri" panose="020F0502020204030204" pitchFamily="34" charset="0"/>
            </a:endParaRPr>
          </a:p>
        </p:txBody>
      </p:sp>
      <p:sp>
        <p:nvSpPr>
          <p:cNvPr id="20485" name="Rectangle 3"/>
          <p:cNvSpPr>
            <a:spLocks noGrp="1" noRot="1" noChangeAspect="1" noChangeArrowheads="1" noTextEdit="1"/>
          </p:cNvSpPr>
          <p:nvPr>
            <p:ph type="sldImg"/>
          </p:nvPr>
        </p:nvSpPr>
        <p:spPr>
          <a:xfrm>
            <a:off x="1143000" y="685800"/>
            <a:ext cx="4572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0486" name="Text Box 4"/>
          <p:cNvSpPr txBox="1">
            <a:spLocks noChangeArrowheads="1"/>
          </p:cNvSpPr>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Tree>
    <p:extLst>
      <p:ext uri="{BB962C8B-B14F-4D97-AF65-F5344CB8AC3E}">
        <p14:creationId xmlns:p14="http://schemas.microsoft.com/office/powerpoint/2010/main" val="24127994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530" name="Rectangle 13"/>
          <p:cNvSpPr>
            <a:spLocks noGrp="1" noChangeArrowheads="1"/>
          </p:cNvSpPr>
          <p:nvPr>
            <p:ph type="sldNum" sz="quarter"/>
          </p:nvPr>
        </p:nvSpPr>
        <p:spPr>
          <a:noFill/>
          <a:extLst>
            <a:ext uri="{91240B29-F687-4F45-9708-019B960494DF}">
              <a14:hiddenLine xmlns:a14="http://schemas.microsoft.com/office/drawing/2010/main" w="9525">
                <a:solidFill>
                  <a:srgbClr val="3465AF"/>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9pPr>
          </a:lstStyle>
          <a:p>
            <a:pPr>
              <a:spcBef>
                <a:spcPct val="0"/>
              </a:spcBef>
              <a:buClrTx/>
              <a:buFontTx/>
              <a:buNone/>
            </a:pPr>
            <a:fld id="{3C4DB5AA-5CC7-4A87-B5AB-E0C0A72FF78A}" type="slidenum">
              <a:rPr lang="en-US" altLang="en-US" smtClean="0">
                <a:solidFill>
                  <a:srgbClr val="898989"/>
                </a:solidFill>
                <a:cs typeface="DejaVu Sans" panose="020B0603030804020204" pitchFamily="34" charset="0"/>
              </a:rPr>
              <a:pPr>
                <a:spcBef>
                  <a:spcPct val="0"/>
                </a:spcBef>
                <a:buClrTx/>
                <a:buFontTx/>
                <a:buNone/>
              </a:pPr>
              <a:t>22</a:t>
            </a:fld>
            <a:endParaRPr lang="en-US" altLang="en-US">
              <a:solidFill>
                <a:srgbClr val="898989"/>
              </a:solidFill>
              <a:cs typeface="DejaVu Sans" panose="020B0603030804020204" pitchFamily="34" charset="0"/>
            </a:endParaRPr>
          </a:p>
        </p:txBody>
      </p:sp>
      <p:sp>
        <p:nvSpPr>
          <p:cNvPr id="22531" name="Text Box 1"/>
          <p:cNvSpPr txBox="1">
            <a:spLocks noChangeArrowheads="1"/>
          </p:cNvSpPr>
          <p:nvPr/>
        </p:nvSpPr>
        <p:spPr bwMode="auto">
          <a:xfrm>
            <a:off x="3884613" y="8685213"/>
            <a:ext cx="2963862" cy="4492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lgn="r" eaLnBrk="1" hangingPunct="1">
              <a:spcBef>
                <a:spcPct val="0"/>
              </a:spcBef>
              <a:buClrTx/>
              <a:buFontTx/>
              <a:buNone/>
            </a:pPr>
            <a:fld id="{EDCBEC83-48E8-4E1C-A5D6-80F019C2B0E1}" type="slidenum">
              <a:rPr lang="en-US" altLang="en-US">
                <a:solidFill>
                  <a:srgbClr val="898989"/>
                </a:solidFill>
                <a:latin typeface="Calibri" panose="020F0502020204030204" pitchFamily="34" charset="0"/>
              </a:rPr>
              <a:pPr algn="r" eaLnBrk="1" hangingPunct="1">
                <a:spcBef>
                  <a:spcPct val="0"/>
                </a:spcBef>
                <a:buClrTx/>
                <a:buFontTx/>
                <a:buNone/>
              </a:pPr>
              <a:t>22</a:t>
            </a:fld>
            <a:endParaRPr lang="en-US" altLang="en-US">
              <a:solidFill>
                <a:srgbClr val="898989"/>
              </a:solidFill>
              <a:latin typeface="Calibri" panose="020F0502020204030204" pitchFamily="34" charset="0"/>
            </a:endParaRPr>
          </a:p>
        </p:txBody>
      </p:sp>
      <p:sp>
        <p:nvSpPr>
          <p:cNvPr id="22532" name="Text Box 2"/>
          <p:cNvSpPr txBox="1">
            <a:spLocks noChangeArrowheads="1"/>
          </p:cNvSpPr>
          <p:nvPr/>
        </p:nvSpPr>
        <p:spPr bwMode="auto">
          <a:xfrm>
            <a:off x="3884613" y="8685213"/>
            <a:ext cx="2968625" cy="454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lgn="r" eaLnBrk="1" hangingPunct="1">
              <a:spcBef>
                <a:spcPct val="0"/>
              </a:spcBef>
              <a:buClrTx/>
              <a:buFontTx/>
              <a:buNone/>
            </a:pPr>
            <a:fld id="{51E4E764-4FEB-4CC6-AA63-50C44679C9CE}" type="slidenum">
              <a:rPr lang="en-US" altLang="en-US">
                <a:solidFill>
                  <a:srgbClr val="898989"/>
                </a:solidFill>
                <a:latin typeface="Calibri" panose="020F0502020204030204" pitchFamily="34" charset="0"/>
              </a:rPr>
              <a:pPr algn="r" eaLnBrk="1" hangingPunct="1">
                <a:spcBef>
                  <a:spcPct val="0"/>
                </a:spcBef>
                <a:buClrTx/>
                <a:buFontTx/>
                <a:buNone/>
              </a:pPr>
              <a:t>22</a:t>
            </a:fld>
            <a:endParaRPr lang="en-US" altLang="en-US">
              <a:solidFill>
                <a:srgbClr val="898989"/>
              </a:solidFill>
              <a:latin typeface="Calibri" panose="020F0502020204030204" pitchFamily="34" charset="0"/>
            </a:endParaRPr>
          </a:p>
        </p:txBody>
      </p:sp>
      <p:sp>
        <p:nvSpPr>
          <p:cNvPr id="22533" name="Rectangle 3"/>
          <p:cNvSpPr>
            <a:spLocks noGrp="1" noRot="1" noChangeAspect="1" noChangeArrowheads="1" noTextEdit="1"/>
          </p:cNvSpPr>
          <p:nvPr>
            <p:ph type="sldImg"/>
          </p:nvPr>
        </p:nvSpPr>
        <p:spPr>
          <a:xfrm>
            <a:off x="1143000" y="685800"/>
            <a:ext cx="4572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2534" name="Text Box 4"/>
          <p:cNvSpPr txBox="1">
            <a:spLocks noChangeArrowheads="1"/>
          </p:cNvSpPr>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Tree>
    <p:extLst>
      <p:ext uri="{BB962C8B-B14F-4D97-AF65-F5344CB8AC3E}">
        <p14:creationId xmlns:p14="http://schemas.microsoft.com/office/powerpoint/2010/main" val="32161084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530" name="Rectangle 13"/>
          <p:cNvSpPr>
            <a:spLocks noGrp="1" noChangeArrowheads="1"/>
          </p:cNvSpPr>
          <p:nvPr>
            <p:ph type="sldNum" sz="quarter"/>
          </p:nvPr>
        </p:nvSpPr>
        <p:spPr>
          <a:noFill/>
          <a:extLst>
            <a:ext uri="{91240B29-F687-4F45-9708-019B960494DF}">
              <a14:hiddenLine xmlns:a14="http://schemas.microsoft.com/office/drawing/2010/main" w="9525">
                <a:solidFill>
                  <a:srgbClr val="3465AF"/>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9pPr>
          </a:lstStyle>
          <a:p>
            <a:pPr>
              <a:spcBef>
                <a:spcPct val="0"/>
              </a:spcBef>
              <a:buClrTx/>
              <a:buFontTx/>
              <a:buNone/>
            </a:pPr>
            <a:fld id="{3C4DB5AA-5CC7-4A87-B5AB-E0C0A72FF78A}" type="slidenum">
              <a:rPr lang="en-US" altLang="en-US" smtClean="0">
                <a:solidFill>
                  <a:srgbClr val="898989"/>
                </a:solidFill>
                <a:cs typeface="DejaVu Sans" panose="020B0603030804020204" pitchFamily="34" charset="0"/>
              </a:rPr>
              <a:pPr>
                <a:spcBef>
                  <a:spcPct val="0"/>
                </a:spcBef>
                <a:buClrTx/>
                <a:buFontTx/>
                <a:buNone/>
              </a:pPr>
              <a:t>23</a:t>
            </a:fld>
            <a:endParaRPr lang="en-US" altLang="en-US">
              <a:solidFill>
                <a:srgbClr val="898989"/>
              </a:solidFill>
              <a:cs typeface="DejaVu Sans" panose="020B0603030804020204" pitchFamily="34" charset="0"/>
            </a:endParaRPr>
          </a:p>
        </p:txBody>
      </p:sp>
      <p:sp>
        <p:nvSpPr>
          <p:cNvPr id="22531" name="Text Box 1"/>
          <p:cNvSpPr txBox="1">
            <a:spLocks noChangeArrowheads="1"/>
          </p:cNvSpPr>
          <p:nvPr/>
        </p:nvSpPr>
        <p:spPr bwMode="auto">
          <a:xfrm>
            <a:off x="3884613" y="8685213"/>
            <a:ext cx="2963862" cy="4492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lgn="r" eaLnBrk="1" hangingPunct="1">
              <a:spcBef>
                <a:spcPct val="0"/>
              </a:spcBef>
              <a:buClrTx/>
              <a:buFontTx/>
              <a:buNone/>
            </a:pPr>
            <a:fld id="{EDCBEC83-48E8-4E1C-A5D6-80F019C2B0E1}" type="slidenum">
              <a:rPr lang="en-US" altLang="en-US">
                <a:solidFill>
                  <a:srgbClr val="898989"/>
                </a:solidFill>
                <a:latin typeface="Calibri" panose="020F0502020204030204" pitchFamily="34" charset="0"/>
              </a:rPr>
              <a:pPr algn="r" eaLnBrk="1" hangingPunct="1">
                <a:spcBef>
                  <a:spcPct val="0"/>
                </a:spcBef>
                <a:buClrTx/>
                <a:buFontTx/>
                <a:buNone/>
              </a:pPr>
              <a:t>23</a:t>
            </a:fld>
            <a:endParaRPr lang="en-US" altLang="en-US">
              <a:solidFill>
                <a:srgbClr val="898989"/>
              </a:solidFill>
              <a:latin typeface="Calibri" panose="020F0502020204030204" pitchFamily="34" charset="0"/>
            </a:endParaRPr>
          </a:p>
        </p:txBody>
      </p:sp>
      <p:sp>
        <p:nvSpPr>
          <p:cNvPr id="22532" name="Text Box 2"/>
          <p:cNvSpPr txBox="1">
            <a:spLocks noChangeArrowheads="1"/>
          </p:cNvSpPr>
          <p:nvPr/>
        </p:nvSpPr>
        <p:spPr bwMode="auto">
          <a:xfrm>
            <a:off x="3884613" y="8685213"/>
            <a:ext cx="2968625" cy="454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lgn="r" eaLnBrk="1" hangingPunct="1">
              <a:spcBef>
                <a:spcPct val="0"/>
              </a:spcBef>
              <a:buClrTx/>
              <a:buFontTx/>
              <a:buNone/>
            </a:pPr>
            <a:fld id="{51E4E764-4FEB-4CC6-AA63-50C44679C9CE}" type="slidenum">
              <a:rPr lang="en-US" altLang="en-US">
                <a:solidFill>
                  <a:srgbClr val="898989"/>
                </a:solidFill>
                <a:latin typeface="Calibri" panose="020F0502020204030204" pitchFamily="34" charset="0"/>
              </a:rPr>
              <a:pPr algn="r" eaLnBrk="1" hangingPunct="1">
                <a:spcBef>
                  <a:spcPct val="0"/>
                </a:spcBef>
                <a:buClrTx/>
                <a:buFontTx/>
                <a:buNone/>
              </a:pPr>
              <a:t>23</a:t>
            </a:fld>
            <a:endParaRPr lang="en-US" altLang="en-US">
              <a:solidFill>
                <a:srgbClr val="898989"/>
              </a:solidFill>
              <a:latin typeface="Calibri" panose="020F0502020204030204" pitchFamily="34" charset="0"/>
            </a:endParaRPr>
          </a:p>
        </p:txBody>
      </p:sp>
      <p:sp>
        <p:nvSpPr>
          <p:cNvPr id="22533" name="Rectangle 3"/>
          <p:cNvSpPr>
            <a:spLocks noGrp="1" noRot="1" noChangeAspect="1" noChangeArrowheads="1" noTextEdit="1"/>
          </p:cNvSpPr>
          <p:nvPr>
            <p:ph type="sldImg"/>
          </p:nvPr>
        </p:nvSpPr>
        <p:spPr>
          <a:xfrm>
            <a:off x="381000" y="685800"/>
            <a:ext cx="6096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2534" name="Text Box 4"/>
          <p:cNvSpPr txBox="1">
            <a:spLocks noChangeArrowheads="1"/>
          </p:cNvSpPr>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Tree>
    <p:extLst>
      <p:ext uri="{BB962C8B-B14F-4D97-AF65-F5344CB8AC3E}">
        <p14:creationId xmlns:p14="http://schemas.microsoft.com/office/powerpoint/2010/main" val="32161084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4578" name="Rectangle 13"/>
          <p:cNvSpPr>
            <a:spLocks noGrp="1" noChangeArrowheads="1"/>
          </p:cNvSpPr>
          <p:nvPr>
            <p:ph type="sldNum" sz="quarter"/>
          </p:nvPr>
        </p:nvSpPr>
        <p:spPr>
          <a:noFill/>
          <a:extLst>
            <a:ext uri="{91240B29-F687-4F45-9708-019B960494DF}">
              <a14:hiddenLine xmlns:a14="http://schemas.microsoft.com/office/drawing/2010/main" w="9525">
                <a:solidFill>
                  <a:srgbClr val="3465AF"/>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9pPr>
          </a:lstStyle>
          <a:p>
            <a:pPr>
              <a:spcBef>
                <a:spcPct val="0"/>
              </a:spcBef>
              <a:buClrTx/>
              <a:buFontTx/>
              <a:buNone/>
            </a:pPr>
            <a:fld id="{2A53F3E7-14FA-4620-9396-375C0D06554E}" type="slidenum">
              <a:rPr lang="en-US" altLang="en-US" smtClean="0">
                <a:solidFill>
                  <a:srgbClr val="898989"/>
                </a:solidFill>
                <a:cs typeface="DejaVu Sans" panose="020B0603030804020204" pitchFamily="34" charset="0"/>
              </a:rPr>
              <a:pPr>
                <a:spcBef>
                  <a:spcPct val="0"/>
                </a:spcBef>
                <a:buClrTx/>
                <a:buFontTx/>
                <a:buNone/>
              </a:pPr>
              <a:t>30</a:t>
            </a:fld>
            <a:endParaRPr lang="en-US" altLang="en-US">
              <a:solidFill>
                <a:srgbClr val="898989"/>
              </a:solidFill>
              <a:cs typeface="DejaVu Sans" panose="020B0603030804020204" pitchFamily="34" charset="0"/>
            </a:endParaRPr>
          </a:p>
        </p:txBody>
      </p:sp>
      <p:sp>
        <p:nvSpPr>
          <p:cNvPr id="24579" name="Text Box 1"/>
          <p:cNvSpPr txBox="1">
            <a:spLocks noChangeArrowheads="1"/>
          </p:cNvSpPr>
          <p:nvPr/>
        </p:nvSpPr>
        <p:spPr bwMode="auto">
          <a:xfrm>
            <a:off x="3884613" y="8685213"/>
            <a:ext cx="2963862" cy="4492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lgn="r" eaLnBrk="1" hangingPunct="1">
              <a:spcBef>
                <a:spcPct val="0"/>
              </a:spcBef>
              <a:buClrTx/>
              <a:buFontTx/>
              <a:buNone/>
            </a:pPr>
            <a:fld id="{07E3AEEE-F44D-48A1-AE95-9CA7428BC1D5}" type="slidenum">
              <a:rPr lang="en-US" altLang="en-US">
                <a:solidFill>
                  <a:srgbClr val="898989"/>
                </a:solidFill>
                <a:latin typeface="Calibri" panose="020F0502020204030204" pitchFamily="34" charset="0"/>
              </a:rPr>
              <a:pPr algn="r" eaLnBrk="1" hangingPunct="1">
                <a:spcBef>
                  <a:spcPct val="0"/>
                </a:spcBef>
                <a:buClrTx/>
                <a:buFontTx/>
                <a:buNone/>
              </a:pPr>
              <a:t>30</a:t>
            </a:fld>
            <a:endParaRPr lang="en-US" altLang="en-US">
              <a:solidFill>
                <a:srgbClr val="898989"/>
              </a:solidFill>
              <a:latin typeface="Calibri" panose="020F0502020204030204" pitchFamily="34" charset="0"/>
            </a:endParaRPr>
          </a:p>
        </p:txBody>
      </p:sp>
      <p:sp>
        <p:nvSpPr>
          <p:cNvPr id="24580" name="Text Box 2"/>
          <p:cNvSpPr txBox="1">
            <a:spLocks noChangeArrowheads="1"/>
          </p:cNvSpPr>
          <p:nvPr/>
        </p:nvSpPr>
        <p:spPr bwMode="auto">
          <a:xfrm>
            <a:off x="3884613" y="8685213"/>
            <a:ext cx="2968625" cy="454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lgn="r" eaLnBrk="1" hangingPunct="1">
              <a:spcBef>
                <a:spcPct val="0"/>
              </a:spcBef>
              <a:buClrTx/>
              <a:buFontTx/>
              <a:buNone/>
            </a:pPr>
            <a:fld id="{AF86C75C-F43A-45D4-8EE8-9568736124AF}" type="slidenum">
              <a:rPr lang="en-US" altLang="en-US">
                <a:solidFill>
                  <a:srgbClr val="898989"/>
                </a:solidFill>
                <a:latin typeface="Calibri" panose="020F0502020204030204" pitchFamily="34" charset="0"/>
              </a:rPr>
              <a:pPr algn="r" eaLnBrk="1" hangingPunct="1">
                <a:spcBef>
                  <a:spcPct val="0"/>
                </a:spcBef>
                <a:buClrTx/>
                <a:buFontTx/>
                <a:buNone/>
              </a:pPr>
              <a:t>30</a:t>
            </a:fld>
            <a:endParaRPr lang="en-US" altLang="en-US">
              <a:solidFill>
                <a:srgbClr val="898989"/>
              </a:solidFill>
              <a:latin typeface="Calibri" panose="020F0502020204030204" pitchFamily="34" charset="0"/>
            </a:endParaRPr>
          </a:p>
        </p:txBody>
      </p:sp>
      <p:sp>
        <p:nvSpPr>
          <p:cNvPr id="24581" name="Text Box 3"/>
          <p:cNvSpPr txBox="1">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lgn="r" eaLnBrk="1" hangingPunct="1">
              <a:spcBef>
                <a:spcPct val="0"/>
              </a:spcBef>
              <a:buClrTx/>
              <a:buFontTx/>
              <a:buNone/>
            </a:pPr>
            <a:fld id="{F5E32C27-DE3C-43ED-A7C8-1AF24A27ABA9}" type="slidenum">
              <a:rPr lang="en-US" altLang="en-US">
                <a:latin typeface="Arial" panose="020B0604020202020204" pitchFamily="34" charset="0"/>
              </a:rPr>
              <a:pPr algn="r" eaLnBrk="1" hangingPunct="1">
                <a:spcBef>
                  <a:spcPct val="0"/>
                </a:spcBef>
                <a:buClrTx/>
                <a:buFontTx/>
                <a:buNone/>
              </a:pPr>
              <a:t>30</a:t>
            </a:fld>
            <a:endParaRPr lang="en-US" altLang="en-US">
              <a:latin typeface="Arial" panose="020B0604020202020204" pitchFamily="34" charset="0"/>
            </a:endParaRPr>
          </a:p>
        </p:txBody>
      </p:sp>
      <p:sp>
        <p:nvSpPr>
          <p:cNvPr id="24582" name="Rectangle 4"/>
          <p:cNvSpPr>
            <a:spLocks noGrp="1" noRot="1" noChangeAspect="1" noChangeArrowheads="1" noTextEdit="1"/>
          </p:cNvSpPr>
          <p:nvPr>
            <p:ph type="sldImg"/>
          </p:nvPr>
        </p:nvSpPr>
        <p:spPr>
          <a:xfrm>
            <a:off x="381000" y="685800"/>
            <a:ext cx="6096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4583" name="Text Box 5"/>
          <p:cNvSpPr txBox="1">
            <a:spLocks noChangeArrowheads="1"/>
          </p:cNvSpPr>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Tree>
    <p:extLst>
      <p:ext uri="{BB962C8B-B14F-4D97-AF65-F5344CB8AC3E}">
        <p14:creationId xmlns:p14="http://schemas.microsoft.com/office/powerpoint/2010/main" val="9433138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6626" name="Rectangle 13"/>
          <p:cNvSpPr>
            <a:spLocks noGrp="1" noChangeArrowheads="1"/>
          </p:cNvSpPr>
          <p:nvPr>
            <p:ph type="sldNum" sz="quarter"/>
          </p:nvPr>
        </p:nvSpPr>
        <p:spPr>
          <a:noFill/>
          <a:extLst>
            <a:ext uri="{91240B29-F687-4F45-9708-019B960494DF}">
              <a14:hiddenLine xmlns:a14="http://schemas.microsoft.com/office/drawing/2010/main" w="9525">
                <a:solidFill>
                  <a:srgbClr val="3465AF"/>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9pPr>
          </a:lstStyle>
          <a:p>
            <a:pPr>
              <a:spcBef>
                <a:spcPct val="0"/>
              </a:spcBef>
              <a:buClrTx/>
              <a:buFontTx/>
              <a:buNone/>
            </a:pPr>
            <a:fld id="{B111CADA-E353-4B10-AECF-A270C1C79269}" type="slidenum">
              <a:rPr lang="en-US" altLang="en-US" smtClean="0">
                <a:solidFill>
                  <a:srgbClr val="898989"/>
                </a:solidFill>
                <a:cs typeface="DejaVu Sans" panose="020B0603030804020204" pitchFamily="34" charset="0"/>
              </a:rPr>
              <a:pPr>
                <a:spcBef>
                  <a:spcPct val="0"/>
                </a:spcBef>
                <a:buClrTx/>
                <a:buFontTx/>
                <a:buNone/>
              </a:pPr>
              <a:t>31</a:t>
            </a:fld>
            <a:endParaRPr lang="en-US" altLang="en-US">
              <a:solidFill>
                <a:srgbClr val="898989"/>
              </a:solidFill>
              <a:cs typeface="DejaVu Sans" panose="020B0603030804020204" pitchFamily="34" charset="0"/>
            </a:endParaRPr>
          </a:p>
        </p:txBody>
      </p:sp>
      <p:sp>
        <p:nvSpPr>
          <p:cNvPr id="26627" name="Text Box 1"/>
          <p:cNvSpPr txBox="1">
            <a:spLocks noChangeArrowheads="1"/>
          </p:cNvSpPr>
          <p:nvPr/>
        </p:nvSpPr>
        <p:spPr bwMode="auto">
          <a:xfrm>
            <a:off x="3884613" y="8685213"/>
            <a:ext cx="2963862" cy="4492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lgn="r" eaLnBrk="1" hangingPunct="1">
              <a:spcBef>
                <a:spcPct val="0"/>
              </a:spcBef>
              <a:buClrTx/>
              <a:buFontTx/>
              <a:buNone/>
            </a:pPr>
            <a:fld id="{5DD6AE41-ED56-4FCA-BB44-777110CB1754}" type="slidenum">
              <a:rPr lang="en-US" altLang="en-US">
                <a:solidFill>
                  <a:srgbClr val="898989"/>
                </a:solidFill>
                <a:latin typeface="Calibri" panose="020F0502020204030204" pitchFamily="34" charset="0"/>
              </a:rPr>
              <a:pPr algn="r" eaLnBrk="1" hangingPunct="1">
                <a:spcBef>
                  <a:spcPct val="0"/>
                </a:spcBef>
                <a:buClrTx/>
                <a:buFontTx/>
                <a:buNone/>
              </a:pPr>
              <a:t>31</a:t>
            </a:fld>
            <a:endParaRPr lang="en-US" altLang="en-US">
              <a:solidFill>
                <a:srgbClr val="898989"/>
              </a:solidFill>
              <a:latin typeface="Calibri" panose="020F0502020204030204" pitchFamily="34" charset="0"/>
            </a:endParaRPr>
          </a:p>
        </p:txBody>
      </p:sp>
      <p:sp>
        <p:nvSpPr>
          <p:cNvPr id="26628" name="Text Box 2"/>
          <p:cNvSpPr txBox="1">
            <a:spLocks noChangeArrowheads="1"/>
          </p:cNvSpPr>
          <p:nvPr/>
        </p:nvSpPr>
        <p:spPr bwMode="auto">
          <a:xfrm>
            <a:off x="3884613" y="8685213"/>
            <a:ext cx="2968625" cy="454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lgn="r" eaLnBrk="1" hangingPunct="1">
              <a:spcBef>
                <a:spcPct val="0"/>
              </a:spcBef>
              <a:buClrTx/>
              <a:buFontTx/>
              <a:buNone/>
            </a:pPr>
            <a:fld id="{D7F71101-A90D-4948-8D49-A1E86F1E5AB3}" type="slidenum">
              <a:rPr lang="en-US" altLang="en-US">
                <a:solidFill>
                  <a:srgbClr val="898989"/>
                </a:solidFill>
                <a:latin typeface="Calibri" panose="020F0502020204030204" pitchFamily="34" charset="0"/>
              </a:rPr>
              <a:pPr algn="r" eaLnBrk="1" hangingPunct="1">
                <a:spcBef>
                  <a:spcPct val="0"/>
                </a:spcBef>
                <a:buClrTx/>
                <a:buFontTx/>
                <a:buNone/>
              </a:pPr>
              <a:t>31</a:t>
            </a:fld>
            <a:endParaRPr lang="en-US" altLang="en-US">
              <a:solidFill>
                <a:srgbClr val="898989"/>
              </a:solidFill>
              <a:latin typeface="Calibri" panose="020F0502020204030204" pitchFamily="34" charset="0"/>
            </a:endParaRPr>
          </a:p>
        </p:txBody>
      </p:sp>
      <p:sp>
        <p:nvSpPr>
          <p:cNvPr id="26629" name="Text Box 3"/>
          <p:cNvSpPr txBox="1">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lgn="r" eaLnBrk="1" hangingPunct="1">
              <a:spcBef>
                <a:spcPct val="0"/>
              </a:spcBef>
              <a:buClrTx/>
              <a:buFontTx/>
              <a:buNone/>
            </a:pPr>
            <a:fld id="{71E40B92-A6BE-4D01-97F9-59921F5A8C05}" type="slidenum">
              <a:rPr lang="en-US" altLang="en-US">
                <a:latin typeface="Arial" panose="020B0604020202020204" pitchFamily="34" charset="0"/>
              </a:rPr>
              <a:pPr algn="r" eaLnBrk="1" hangingPunct="1">
                <a:spcBef>
                  <a:spcPct val="0"/>
                </a:spcBef>
                <a:buClrTx/>
                <a:buFontTx/>
                <a:buNone/>
              </a:pPr>
              <a:t>31</a:t>
            </a:fld>
            <a:endParaRPr lang="en-US" altLang="en-US">
              <a:latin typeface="Arial" panose="020B0604020202020204" pitchFamily="34" charset="0"/>
            </a:endParaRPr>
          </a:p>
        </p:txBody>
      </p:sp>
      <p:sp>
        <p:nvSpPr>
          <p:cNvPr id="26630" name="Rectangle 4"/>
          <p:cNvSpPr>
            <a:spLocks noGrp="1" noRot="1" noChangeAspect="1" noChangeArrowheads="1" noTextEdit="1"/>
          </p:cNvSpPr>
          <p:nvPr>
            <p:ph type="sldImg"/>
          </p:nvPr>
        </p:nvSpPr>
        <p:spPr>
          <a:xfrm>
            <a:off x="381000" y="685800"/>
            <a:ext cx="6096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6631" name="Text Box 5"/>
          <p:cNvSpPr txBox="1">
            <a:spLocks noChangeArrowheads="1"/>
          </p:cNvSpPr>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Tree>
    <p:extLst>
      <p:ext uri="{BB962C8B-B14F-4D97-AF65-F5344CB8AC3E}">
        <p14:creationId xmlns:p14="http://schemas.microsoft.com/office/powerpoint/2010/main" val="118393125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8674" name="Rectangle 13"/>
          <p:cNvSpPr>
            <a:spLocks noGrp="1" noChangeArrowheads="1"/>
          </p:cNvSpPr>
          <p:nvPr>
            <p:ph type="sldNum" sz="quarter"/>
          </p:nvPr>
        </p:nvSpPr>
        <p:spPr>
          <a:noFill/>
          <a:extLst>
            <a:ext uri="{91240B29-F687-4F45-9708-019B960494DF}">
              <a14:hiddenLine xmlns:a14="http://schemas.microsoft.com/office/drawing/2010/main" w="9525">
                <a:solidFill>
                  <a:srgbClr val="3465AF"/>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9pPr>
          </a:lstStyle>
          <a:p>
            <a:pPr>
              <a:spcBef>
                <a:spcPct val="0"/>
              </a:spcBef>
              <a:buClrTx/>
              <a:buFontTx/>
              <a:buNone/>
            </a:pPr>
            <a:fld id="{F285C62D-8D0C-4AE8-96DF-BEF53DD51830}" type="slidenum">
              <a:rPr lang="en-US" altLang="en-US" smtClean="0">
                <a:solidFill>
                  <a:srgbClr val="898989"/>
                </a:solidFill>
                <a:cs typeface="DejaVu Sans" panose="020B0603030804020204" pitchFamily="34" charset="0"/>
              </a:rPr>
              <a:pPr>
                <a:spcBef>
                  <a:spcPct val="0"/>
                </a:spcBef>
                <a:buClrTx/>
                <a:buFontTx/>
                <a:buNone/>
              </a:pPr>
              <a:t>32</a:t>
            </a:fld>
            <a:endParaRPr lang="en-US" altLang="en-US">
              <a:solidFill>
                <a:srgbClr val="898989"/>
              </a:solidFill>
              <a:cs typeface="DejaVu Sans" panose="020B0603030804020204" pitchFamily="34" charset="0"/>
            </a:endParaRPr>
          </a:p>
        </p:txBody>
      </p:sp>
      <p:sp>
        <p:nvSpPr>
          <p:cNvPr id="28675" name="Text Box 1"/>
          <p:cNvSpPr txBox="1">
            <a:spLocks noChangeArrowheads="1"/>
          </p:cNvSpPr>
          <p:nvPr/>
        </p:nvSpPr>
        <p:spPr bwMode="auto">
          <a:xfrm>
            <a:off x="3884613" y="8685213"/>
            <a:ext cx="2963862" cy="4492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lgn="r" eaLnBrk="1" hangingPunct="1">
              <a:spcBef>
                <a:spcPct val="0"/>
              </a:spcBef>
              <a:buClrTx/>
              <a:buFontTx/>
              <a:buNone/>
            </a:pPr>
            <a:fld id="{CAE03E65-E69D-4369-8D1F-83FBC3871A19}" type="slidenum">
              <a:rPr lang="en-US" altLang="en-US">
                <a:solidFill>
                  <a:srgbClr val="898989"/>
                </a:solidFill>
                <a:latin typeface="Calibri" panose="020F0502020204030204" pitchFamily="34" charset="0"/>
              </a:rPr>
              <a:pPr algn="r" eaLnBrk="1" hangingPunct="1">
                <a:spcBef>
                  <a:spcPct val="0"/>
                </a:spcBef>
                <a:buClrTx/>
                <a:buFontTx/>
                <a:buNone/>
              </a:pPr>
              <a:t>32</a:t>
            </a:fld>
            <a:endParaRPr lang="en-US" altLang="en-US">
              <a:solidFill>
                <a:srgbClr val="898989"/>
              </a:solidFill>
              <a:latin typeface="Calibri" panose="020F0502020204030204" pitchFamily="34" charset="0"/>
            </a:endParaRPr>
          </a:p>
        </p:txBody>
      </p:sp>
      <p:sp>
        <p:nvSpPr>
          <p:cNvPr id="28676" name="Text Box 2"/>
          <p:cNvSpPr txBox="1">
            <a:spLocks noChangeArrowheads="1"/>
          </p:cNvSpPr>
          <p:nvPr/>
        </p:nvSpPr>
        <p:spPr bwMode="auto">
          <a:xfrm>
            <a:off x="3884613" y="8685213"/>
            <a:ext cx="2968625" cy="454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lgn="r" eaLnBrk="1" hangingPunct="1">
              <a:spcBef>
                <a:spcPct val="0"/>
              </a:spcBef>
              <a:buClrTx/>
              <a:buFontTx/>
              <a:buNone/>
            </a:pPr>
            <a:fld id="{8C343488-7343-4C65-A190-E4DC075ED702}" type="slidenum">
              <a:rPr lang="en-US" altLang="en-US">
                <a:solidFill>
                  <a:srgbClr val="898989"/>
                </a:solidFill>
                <a:latin typeface="Calibri" panose="020F0502020204030204" pitchFamily="34" charset="0"/>
              </a:rPr>
              <a:pPr algn="r" eaLnBrk="1" hangingPunct="1">
                <a:spcBef>
                  <a:spcPct val="0"/>
                </a:spcBef>
                <a:buClrTx/>
                <a:buFontTx/>
                <a:buNone/>
              </a:pPr>
              <a:t>32</a:t>
            </a:fld>
            <a:endParaRPr lang="en-US" altLang="en-US">
              <a:solidFill>
                <a:srgbClr val="898989"/>
              </a:solidFill>
              <a:latin typeface="Calibri" panose="020F0502020204030204" pitchFamily="34" charset="0"/>
            </a:endParaRPr>
          </a:p>
        </p:txBody>
      </p:sp>
      <p:sp>
        <p:nvSpPr>
          <p:cNvPr id="28677" name="Text Box 3"/>
          <p:cNvSpPr txBox="1">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lgn="r" eaLnBrk="1" hangingPunct="1">
              <a:spcBef>
                <a:spcPct val="0"/>
              </a:spcBef>
              <a:buClrTx/>
              <a:buFontTx/>
              <a:buNone/>
            </a:pPr>
            <a:fld id="{3BFFDAD6-6BD2-4D9D-AC53-8672A6DAAEB5}" type="slidenum">
              <a:rPr lang="en-US" altLang="en-US">
                <a:latin typeface="Arial" panose="020B0604020202020204" pitchFamily="34" charset="0"/>
              </a:rPr>
              <a:pPr algn="r" eaLnBrk="1" hangingPunct="1">
                <a:spcBef>
                  <a:spcPct val="0"/>
                </a:spcBef>
                <a:buClrTx/>
                <a:buFontTx/>
                <a:buNone/>
              </a:pPr>
              <a:t>32</a:t>
            </a:fld>
            <a:endParaRPr lang="en-US" altLang="en-US">
              <a:latin typeface="Arial" panose="020B0604020202020204" pitchFamily="34" charset="0"/>
            </a:endParaRPr>
          </a:p>
        </p:txBody>
      </p:sp>
      <p:sp>
        <p:nvSpPr>
          <p:cNvPr id="28678" name="Rectangle 4"/>
          <p:cNvSpPr>
            <a:spLocks noGrp="1" noRot="1" noChangeAspect="1" noChangeArrowheads="1" noTextEdit="1"/>
          </p:cNvSpPr>
          <p:nvPr>
            <p:ph type="sldImg"/>
          </p:nvPr>
        </p:nvSpPr>
        <p:spPr>
          <a:xfrm>
            <a:off x="381000" y="685800"/>
            <a:ext cx="6096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8679" name="Text Box 5"/>
          <p:cNvSpPr txBox="1">
            <a:spLocks noChangeArrowheads="1"/>
          </p:cNvSpPr>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Tree>
    <p:extLst>
      <p:ext uri="{BB962C8B-B14F-4D97-AF65-F5344CB8AC3E}">
        <p14:creationId xmlns:p14="http://schemas.microsoft.com/office/powerpoint/2010/main" val="31248877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0722" name="Rectangle 13"/>
          <p:cNvSpPr>
            <a:spLocks noGrp="1" noChangeArrowheads="1"/>
          </p:cNvSpPr>
          <p:nvPr>
            <p:ph type="sldNum" sz="quarter"/>
          </p:nvPr>
        </p:nvSpPr>
        <p:spPr>
          <a:noFill/>
          <a:extLst>
            <a:ext uri="{91240B29-F687-4F45-9708-019B960494DF}">
              <a14:hiddenLine xmlns:a14="http://schemas.microsoft.com/office/drawing/2010/main" w="9525">
                <a:solidFill>
                  <a:srgbClr val="3465AF"/>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9pPr>
          </a:lstStyle>
          <a:p>
            <a:pPr>
              <a:spcBef>
                <a:spcPct val="0"/>
              </a:spcBef>
              <a:buClrTx/>
              <a:buFontTx/>
              <a:buNone/>
            </a:pPr>
            <a:fld id="{1BFB26D5-E01C-4F3F-B2C3-248E55810DE4}" type="slidenum">
              <a:rPr lang="en-US" altLang="en-US" smtClean="0">
                <a:solidFill>
                  <a:srgbClr val="898989"/>
                </a:solidFill>
                <a:cs typeface="DejaVu Sans" panose="020B0603030804020204" pitchFamily="34" charset="0"/>
              </a:rPr>
              <a:pPr>
                <a:spcBef>
                  <a:spcPct val="0"/>
                </a:spcBef>
                <a:buClrTx/>
                <a:buFontTx/>
                <a:buNone/>
              </a:pPr>
              <a:t>33</a:t>
            </a:fld>
            <a:endParaRPr lang="en-US" altLang="en-US">
              <a:solidFill>
                <a:srgbClr val="898989"/>
              </a:solidFill>
              <a:cs typeface="DejaVu Sans" panose="020B0603030804020204" pitchFamily="34" charset="0"/>
            </a:endParaRPr>
          </a:p>
        </p:txBody>
      </p:sp>
      <p:sp>
        <p:nvSpPr>
          <p:cNvPr id="30723" name="Text Box 1"/>
          <p:cNvSpPr txBox="1">
            <a:spLocks noChangeArrowheads="1"/>
          </p:cNvSpPr>
          <p:nvPr/>
        </p:nvSpPr>
        <p:spPr bwMode="auto">
          <a:xfrm>
            <a:off x="3884613" y="8685213"/>
            <a:ext cx="2963862" cy="4492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lgn="r" eaLnBrk="1" hangingPunct="1">
              <a:spcBef>
                <a:spcPct val="0"/>
              </a:spcBef>
              <a:buClrTx/>
              <a:buFontTx/>
              <a:buNone/>
            </a:pPr>
            <a:fld id="{804086C6-CF17-4476-9633-34B8AC753899}" type="slidenum">
              <a:rPr lang="en-US" altLang="en-US">
                <a:solidFill>
                  <a:srgbClr val="898989"/>
                </a:solidFill>
                <a:latin typeface="Calibri" panose="020F0502020204030204" pitchFamily="34" charset="0"/>
              </a:rPr>
              <a:pPr algn="r" eaLnBrk="1" hangingPunct="1">
                <a:spcBef>
                  <a:spcPct val="0"/>
                </a:spcBef>
                <a:buClrTx/>
                <a:buFontTx/>
                <a:buNone/>
              </a:pPr>
              <a:t>33</a:t>
            </a:fld>
            <a:endParaRPr lang="en-US" altLang="en-US">
              <a:solidFill>
                <a:srgbClr val="898989"/>
              </a:solidFill>
              <a:latin typeface="Calibri" panose="020F0502020204030204" pitchFamily="34" charset="0"/>
            </a:endParaRPr>
          </a:p>
        </p:txBody>
      </p:sp>
      <p:sp>
        <p:nvSpPr>
          <p:cNvPr id="30724" name="Text Box 2"/>
          <p:cNvSpPr txBox="1">
            <a:spLocks noChangeArrowheads="1"/>
          </p:cNvSpPr>
          <p:nvPr/>
        </p:nvSpPr>
        <p:spPr bwMode="auto">
          <a:xfrm>
            <a:off x="3884613" y="8685213"/>
            <a:ext cx="2968625" cy="454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lgn="r" eaLnBrk="1" hangingPunct="1">
              <a:spcBef>
                <a:spcPct val="0"/>
              </a:spcBef>
              <a:buClrTx/>
              <a:buFontTx/>
              <a:buNone/>
            </a:pPr>
            <a:fld id="{61067F55-C36C-4ECA-B440-C8F36449786F}" type="slidenum">
              <a:rPr lang="en-US" altLang="en-US">
                <a:solidFill>
                  <a:srgbClr val="898989"/>
                </a:solidFill>
                <a:latin typeface="Calibri" panose="020F0502020204030204" pitchFamily="34" charset="0"/>
              </a:rPr>
              <a:pPr algn="r" eaLnBrk="1" hangingPunct="1">
                <a:spcBef>
                  <a:spcPct val="0"/>
                </a:spcBef>
                <a:buClrTx/>
                <a:buFontTx/>
                <a:buNone/>
              </a:pPr>
              <a:t>33</a:t>
            </a:fld>
            <a:endParaRPr lang="en-US" altLang="en-US">
              <a:solidFill>
                <a:srgbClr val="898989"/>
              </a:solidFill>
              <a:latin typeface="Calibri" panose="020F0502020204030204" pitchFamily="34" charset="0"/>
            </a:endParaRPr>
          </a:p>
        </p:txBody>
      </p:sp>
      <p:sp>
        <p:nvSpPr>
          <p:cNvPr id="30725" name="Text Box 3"/>
          <p:cNvSpPr txBox="1">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lgn="r" eaLnBrk="1" hangingPunct="1">
              <a:spcBef>
                <a:spcPct val="0"/>
              </a:spcBef>
              <a:buClrTx/>
              <a:buFontTx/>
              <a:buNone/>
            </a:pPr>
            <a:fld id="{BF58CC89-C45A-4304-8877-195A9A013324}" type="slidenum">
              <a:rPr lang="en-US" altLang="en-US">
                <a:latin typeface="Arial" panose="020B0604020202020204" pitchFamily="34" charset="0"/>
              </a:rPr>
              <a:pPr algn="r" eaLnBrk="1" hangingPunct="1">
                <a:spcBef>
                  <a:spcPct val="0"/>
                </a:spcBef>
                <a:buClrTx/>
                <a:buFontTx/>
                <a:buNone/>
              </a:pPr>
              <a:t>33</a:t>
            </a:fld>
            <a:endParaRPr lang="en-US" altLang="en-US">
              <a:latin typeface="Arial" panose="020B0604020202020204" pitchFamily="34" charset="0"/>
            </a:endParaRPr>
          </a:p>
        </p:txBody>
      </p:sp>
      <p:sp>
        <p:nvSpPr>
          <p:cNvPr id="30726" name="Rectangle 4"/>
          <p:cNvSpPr>
            <a:spLocks noGrp="1" noRot="1" noChangeAspect="1" noChangeArrowheads="1" noTextEdit="1"/>
          </p:cNvSpPr>
          <p:nvPr>
            <p:ph type="sldImg"/>
          </p:nvPr>
        </p:nvSpPr>
        <p:spPr>
          <a:xfrm>
            <a:off x="381000" y="685800"/>
            <a:ext cx="6096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0727" name="Text Box 5"/>
          <p:cNvSpPr txBox="1">
            <a:spLocks noChangeArrowheads="1"/>
          </p:cNvSpPr>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Tree>
    <p:extLst>
      <p:ext uri="{BB962C8B-B14F-4D97-AF65-F5344CB8AC3E}">
        <p14:creationId xmlns:p14="http://schemas.microsoft.com/office/powerpoint/2010/main" val="6206766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7106" name="Rectangle 13"/>
          <p:cNvSpPr>
            <a:spLocks noGrp="1" noChangeArrowheads="1"/>
          </p:cNvSpPr>
          <p:nvPr>
            <p:ph type="sldNum" sz="quarter"/>
          </p:nvPr>
        </p:nvSpPr>
        <p:spPr>
          <a:noFill/>
          <a:extLst>
            <a:ext uri="{91240B29-F687-4F45-9708-019B960494DF}">
              <a14:hiddenLine xmlns:a14="http://schemas.microsoft.com/office/drawing/2010/main" w="9525">
                <a:solidFill>
                  <a:srgbClr val="3465AF"/>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9pPr>
          </a:lstStyle>
          <a:p>
            <a:pPr>
              <a:spcBef>
                <a:spcPct val="0"/>
              </a:spcBef>
              <a:buClrTx/>
              <a:buFontTx/>
              <a:buNone/>
            </a:pPr>
            <a:fld id="{831829C8-DEFB-488D-AB16-7C51C12BB38B}" type="slidenum">
              <a:rPr lang="en-US" altLang="en-US" smtClean="0">
                <a:solidFill>
                  <a:srgbClr val="898989"/>
                </a:solidFill>
                <a:cs typeface="DejaVu Sans" panose="020B0603030804020204" pitchFamily="34" charset="0"/>
              </a:rPr>
              <a:pPr>
                <a:spcBef>
                  <a:spcPct val="0"/>
                </a:spcBef>
                <a:buClrTx/>
                <a:buFontTx/>
                <a:buNone/>
              </a:pPr>
              <a:t>41</a:t>
            </a:fld>
            <a:endParaRPr lang="en-US" altLang="en-US">
              <a:solidFill>
                <a:srgbClr val="898989"/>
              </a:solidFill>
              <a:cs typeface="DejaVu Sans" panose="020B0603030804020204" pitchFamily="34" charset="0"/>
            </a:endParaRPr>
          </a:p>
        </p:txBody>
      </p:sp>
      <p:sp>
        <p:nvSpPr>
          <p:cNvPr id="47107" name="Text Box 1"/>
          <p:cNvSpPr txBox="1">
            <a:spLocks noChangeArrowheads="1"/>
          </p:cNvSpPr>
          <p:nvPr/>
        </p:nvSpPr>
        <p:spPr bwMode="auto">
          <a:xfrm>
            <a:off x="3884613" y="8685213"/>
            <a:ext cx="2963862" cy="4492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lgn="r" eaLnBrk="1" hangingPunct="1">
              <a:spcBef>
                <a:spcPct val="0"/>
              </a:spcBef>
              <a:buClrTx/>
              <a:buFontTx/>
              <a:buNone/>
            </a:pPr>
            <a:fld id="{91DFE25C-2979-4381-A831-922F73A20ED6}" type="slidenum">
              <a:rPr lang="en-US" altLang="en-US">
                <a:solidFill>
                  <a:srgbClr val="898989"/>
                </a:solidFill>
                <a:latin typeface="Calibri" panose="020F0502020204030204" pitchFamily="34" charset="0"/>
              </a:rPr>
              <a:pPr algn="r" eaLnBrk="1" hangingPunct="1">
                <a:spcBef>
                  <a:spcPct val="0"/>
                </a:spcBef>
                <a:buClrTx/>
                <a:buFontTx/>
                <a:buNone/>
              </a:pPr>
              <a:t>41</a:t>
            </a:fld>
            <a:endParaRPr lang="en-US" altLang="en-US">
              <a:solidFill>
                <a:srgbClr val="898989"/>
              </a:solidFill>
              <a:latin typeface="Calibri" panose="020F0502020204030204" pitchFamily="34" charset="0"/>
            </a:endParaRPr>
          </a:p>
        </p:txBody>
      </p:sp>
      <p:sp>
        <p:nvSpPr>
          <p:cNvPr id="47108" name="Text Box 2"/>
          <p:cNvSpPr txBox="1">
            <a:spLocks noChangeArrowheads="1"/>
          </p:cNvSpPr>
          <p:nvPr/>
        </p:nvSpPr>
        <p:spPr bwMode="auto">
          <a:xfrm>
            <a:off x="3884613" y="8685213"/>
            <a:ext cx="2968625" cy="454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lgn="r" eaLnBrk="1" hangingPunct="1">
              <a:spcBef>
                <a:spcPct val="0"/>
              </a:spcBef>
              <a:buClrTx/>
              <a:buFontTx/>
              <a:buNone/>
            </a:pPr>
            <a:fld id="{AFB34DA9-86E0-41E6-A211-5C40A3B64C66}" type="slidenum">
              <a:rPr lang="en-US" altLang="en-US">
                <a:solidFill>
                  <a:srgbClr val="898989"/>
                </a:solidFill>
                <a:latin typeface="Calibri" panose="020F0502020204030204" pitchFamily="34" charset="0"/>
              </a:rPr>
              <a:pPr algn="r" eaLnBrk="1" hangingPunct="1">
                <a:spcBef>
                  <a:spcPct val="0"/>
                </a:spcBef>
                <a:buClrTx/>
                <a:buFontTx/>
                <a:buNone/>
              </a:pPr>
              <a:t>41</a:t>
            </a:fld>
            <a:endParaRPr lang="en-US" altLang="en-US">
              <a:solidFill>
                <a:srgbClr val="898989"/>
              </a:solidFill>
              <a:latin typeface="Calibri" panose="020F0502020204030204" pitchFamily="34" charset="0"/>
            </a:endParaRPr>
          </a:p>
        </p:txBody>
      </p:sp>
      <p:sp>
        <p:nvSpPr>
          <p:cNvPr id="47109" name="Text Box 3"/>
          <p:cNvSpPr txBox="1">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lgn="r" eaLnBrk="1" hangingPunct="1">
              <a:spcBef>
                <a:spcPct val="0"/>
              </a:spcBef>
              <a:buClrTx/>
              <a:buFontTx/>
              <a:buNone/>
            </a:pPr>
            <a:fld id="{ABD6D816-FB42-4B5C-96F2-8C6E4B62C90C}" type="slidenum">
              <a:rPr lang="en-US" altLang="en-US">
                <a:latin typeface="Arial" panose="020B0604020202020204" pitchFamily="34" charset="0"/>
              </a:rPr>
              <a:pPr algn="r" eaLnBrk="1" hangingPunct="1">
                <a:spcBef>
                  <a:spcPct val="0"/>
                </a:spcBef>
                <a:buClrTx/>
                <a:buFontTx/>
                <a:buNone/>
              </a:pPr>
              <a:t>41</a:t>
            </a:fld>
            <a:endParaRPr lang="en-US" altLang="en-US">
              <a:latin typeface="Arial" panose="020B0604020202020204" pitchFamily="34" charset="0"/>
            </a:endParaRPr>
          </a:p>
        </p:txBody>
      </p:sp>
      <p:sp>
        <p:nvSpPr>
          <p:cNvPr id="47110" name="Rectangle 4"/>
          <p:cNvSpPr>
            <a:spLocks noGrp="1" noRot="1" noChangeAspect="1" noChangeArrowheads="1" noTextEdit="1"/>
          </p:cNvSpPr>
          <p:nvPr>
            <p:ph type="sldImg"/>
          </p:nvPr>
        </p:nvSpPr>
        <p:spPr>
          <a:xfrm>
            <a:off x="381000" y="685800"/>
            <a:ext cx="6096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47111" name="Text Box 5"/>
          <p:cNvSpPr txBox="1">
            <a:spLocks noChangeArrowheads="1"/>
          </p:cNvSpPr>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Tree>
    <p:extLst>
      <p:ext uri="{BB962C8B-B14F-4D97-AF65-F5344CB8AC3E}">
        <p14:creationId xmlns:p14="http://schemas.microsoft.com/office/powerpoint/2010/main" val="43387256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1202" name="Rectangle 13"/>
          <p:cNvSpPr>
            <a:spLocks noGrp="1" noChangeArrowheads="1"/>
          </p:cNvSpPr>
          <p:nvPr>
            <p:ph type="sldNum" sz="quarter"/>
          </p:nvPr>
        </p:nvSpPr>
        <p:spPr>
          <a:noFill/>
          <a:extLst>
            <a:ext uri="{91240B29-F687-4F45-9708-019B960494DF}">
              <a14:hiddenLine xmlns:a14="http://schemas.microsoft.com/office/drawing/2010/main" w="9525">
                <a:solidFill>
                  <a:srgbClr val="3465AF"/>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9pPr>
          </a:lstStyle>
          <a:p>
            <a:pPr>
              <a:spcBef>
                <a:spcPct val="0"/>
              </a:spcBef>
              <a:buClrTx/>
              <a:buFontTx/>
              <a:buNone/>
            </a:pPr>
            <a:fld id="{3951BACE-1080-41FA-8C48-3821480C5064}" type="slidenum">
              <a:rPr lang="en-US" altLang="en-US" smtClean="0">
                <a:solidFill>
                  <a:srgbClr val="898989"/>
                </a:solidFill>
                <a:cs typeface="DejaVu Sans" panose="020B0603030804020204" pitchFamily="34" charset="0"/>
              </a:rPr>
              <a:pPr>
                <a:spcBef>
                  <a:spcPct val="0"/>
                </a:spcBef>
                <a:buClrTx/>
                <a:buFontTx/>
                <a:buNone/>
              </a:pPr>
              <a:t>43</a:t>
            </a:fld>
            <a:endParaRPr lang="en-US" altLang="en-US">
              <a:solidFill>
                <a:srgbClr val="898989"/>
              </a:solidFill>
              <a:cs typeface="DejaVu Sans" panose="020B0603030804020204" pitchFamily="34" charset="0"/>
            </a:endParaRPr>
          </a:p>
        </p:txBody>
      </p:sp>
      <p:sp>
        <p:nvSpPr>
          <p:cNvPr id="51203" name="Text Box 1"/>
          <p:cNvSpPr txBox="1">
            <a:spLocks noChangeArrowheads="1"/>
          </p:cNvSpPr>
          <p:nvPr/>
        </p:nvSpPr>
        <p:spPr bwMode="auto">
          <a:xfrm>
            <a:off x="3884613" y="8685213"/>
            <a:ext cx="2963862" cy="4492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lgn="r" eaLnBrk="1" hangingPunct="1">
              <a:spcBef>
                <a:spcPct val="0"/>
              </a:spcBef>
              <a:buClrTx/>
              <a:buFontTx/>
              <a:buNone/>
            </a:pPr>
            <a:fld id="{8800F969-2D6C-484C-9A36-1686E102CCCC}" type="slidenum">
              <a:rPr lang="en-US" altLang="en-US">
                <a:solidFill>
                  <a:srgbClr val="898989"/>
                </a:solidFill>
                <a:latin typeface="Calibri" panose="020F0502020204030204" pitchFamily="34" charset="0"/>
              </a:rPr>
              <a:pPr algn="r" eaLnBrk="1" hangingPunct="1">
                <a:spcBef>
                  <a:spcPct val="0"/>
                </a:spcBef>
                <a:buClrTx/>
                <a:buFontTx/>
                <a:buNone/>
              </a:pPr>
              <a:t>43</a:t>
            </a:fld>
            <a:endParaRPr lang="en-US" altLang="en-US">
              <a:solidFill>
                <a:srgbClr val="898989"/>
              </a:solidFill>
              <a:latin typeface="Calibri" panose="020F0502020204030204" pitchFamily="34" charset="0"/>
            </a:endParaRPr>
          </a:p>
        </p:txBody>
      </p:sp>
      <p:sp>
        <p:nvSpPr>
          <p:cNvPr id="51204" name="Text Box 2"/>
          <p:cNvSpPr txBox="1">
            <a:spLocks noChangeArrowheads="1"/>
          </p:cNvSpPr>
          <p:nvPr/>
        </p:nvSpPr>
        <p:spPr bwMode="auto">
          <a:xfrm>
            <a:off x="3884613" y="8685213"/>
            <a:ext cx="2968625" cy="454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lgn="r" eaLnBrk="1" hangingPunct="1">
              <a:spcBef>
                <a:spcPct val="0"/>
              </a:spcBef>
              <a:buClrTx/>
              <a:buFontTx/>
              <a:buNone/>
            </a:pPr>
            <a:fld id="{A5E37E60-1B93-4020-961D-E867E4CFFCDF}" type="slidenum">
              <a:rPr lang="en-US" altLang="en-US">
                <a:solidFill>
                  <a:srgbClr val="898989"/>
                </a:solidFill>
                <a:latin typeface="Calibri" panose="020F0502020204030204" pitchFamily="34" charset="0"/>
              </a:rPr>
              <a:pPr algn="r" eaLnBrk="1" hangingPunct="1">
                <a:spcBef>
                  <a:spcPct val="0"/>
                </a:spcBef>
                <a:buClrTx/>
                <a:buFontTx/>
                <a:buNone/>
              </a:pPr>
              <a:t>43</a:t>
            </a:fld>
            <a:endParaRPr lang="en-US" altLang="en-US">
              <a:solidFill>
                <a:srgbClr val="898989"/>
              </a:solidFill>
              <a:latin typeface="Calibri" panose="020F0502020204030204" pitchFamily="34" charset="0"/>
            </a:endParaRPr>
          </a:p>
        </p:txBody>
      </p:sp>
      <p:sp>
        <p:nvSpPr>
          <p:cNvPr id="51205" name="Rectangle 3"/>
          <p:cNvSpPr>
            <a:spLocks noGrp="1" noRot="1" noChangeAspect="1" noChangeArrowheads="1" noTextEdit="1"/>
          </p:cNvSpPr>
          <p:nvPr>
            <p:ph type="sldImg"/>
          </p:nvPr>
        </p:nvSpPr>
        <p:spPr>
          <a:xfrm>
            <a:off x="381000" y="685800"/>
            <a:ext cx="6096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51206" name="Text Box 4"/>
          <p:cNvSpPr txBox="1">
            <a:spLocks noChangeArrowheads="1"/>
          </p:cNvSpPr>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Tree>
    <p:extLst>
      <p:ext uri="{BB962C8B-B14F-4D97-AF65-F5344CB8AC3E}">
        <p14:creationId xmlns:p14="http://schemas.microsoft.com/office/powerpoint/2010/main" val="292850503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3250" name="Rectangle 13"/>
          <p:cNvSpPr>
            <a:spLocks noGrp="1" noChangeArrowheads="1"/>
          </p:cNvSpPr>
          <p:nvPr>
            <p:ph type="sldNum" sz="quarter"/>
          </p:nvPr>
        </p:nvSpPr>
        <p:spPr>
          <a:noFill/>
          <a:extLst>
            <a:ext uri="{91240B29-F687-4F45-9708-019B960494DF}">
              <a14:hiddenLine xmlns:a14="http://schemas.microsoft.com/office/drawing/2010/main" w="9525">
                <a:solidFill>
                  <a:srgbClr val="3465AF"/>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9pPr>
          </a:lstStyle>
          <a:p>
            <a:pPr>
              <a:spcBef>
                <a:spcPct val="0"/>
              </a:spcBef>
              <a:buClrTx/>
              <a:buFontTx/>
              <a:buNone/>
            </a:pPr>
            <a:fld id="{B1C10507-D1CD-4467-9AD6-50200C137C5F}" type="slidenum">
              <a:rPr lang="en-US" altLang="en-US" smtClean="0">
                <a:solidFill>
                  <a:srgbClr val="898989"/>
                </a:solidFill>
                <a:cs typeface="DejaVu Sans" panose="020B0603030804020204" pitchFamily="34" charset="0"/>
              </a:rPr>
              <a:pPr>
                <a:spcBef>
                  <a:spcPct val="0"/>
                </a:spcBef>
                <a:buClrTx/>
                <a:buFontTx/>
                <a:buNone/>
              </a:pPr>
              <a:t>44</a:t>
            </a:fld>
            <a:endParaRPr lang="en-US" altLang="en-US">
              <a:solidFill>
                <a:srgbClr val="898989"/>
              </a:solidFill>
              <a:cs typeface="DejaVu Sans" panose="020B0603030804020204" pitchFamily="34" charset="0"/>
            </a:endParaRPr>
          </a:p>
        </p:txBody>
      </p:sp>
      <p:sp>
        <p:nvSpPr>
          <p:cNvPr id="53251" name="Text Box 1"/>
          <p:cNvSpPr txBox="1">
            <a:spLocks noChangeArrowheads="1"/>
          </p:cNvSpPr>
          <p:nvPr/>
        </p:nvSpPr>
        <p:spPr bwMode="auto">
          <a:xfrm>
            <a:off x="3884613" y="8685213"/>
            <a:ext cx="2963862" cy="4492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lgn="r" eaLnBrk="1" hangingPunct="1">
              <a:spcBef>
                <a:spcPct val="0"/>
              </a:spcBef>
              <a:buClrTx/>
              <a:buFontTx/>
              <a:buNone/>
            </a:pPr>
            <a:fld id="{2421C1B0-596E-49E6-A1DB-69D0E4A440FE}" type="slidenum">
              <a:rPr lang="en-US" altLang="en-US">
                <a:solidFill>
                  <a:srgbClr val="898989"/>
                </a:solidFill>
                <a:latin typeface="Calibri" panose="020F0502020204030204" pitchFamily="34" charset="0"/>
              </a:rPr>
              <a:pPr algn="r" eaLnBrk="1" hangingPunct="1">
                <a:spcBef>
                  <a:spcPct val="0"/>
                </a:spcBef>
                <a:buClrTx/>
                <a:buFontTx/>
                <a:buNone/>
              </a:pPr>
              <a:t>44</a:t>
            </a:fld>
            <a:endParaRPr lang="en-US" altLang="en-US">
              <a:solidFill>
                <a:srgbClr val="898989"/>
              </a:solidFill>
              <a:latin typeface="Calibri" panose="020F0502020204030204" pitchFamily="34" charset="0"/>
            </a:endParaRPr>
          </a:p>
        </p:txBody>
      </p:sp>
      <p:sp>
        <p:nvSpPr>
          <p:cNvPr id="53252" name="Text Box 2"/>
          <p:cNvSpPr txBox="1">
            <a:spLocks noChangeArrowheads="1"/>
          </p:cNvSpPr>
          <p:nvPr/>
        </p:nvSpPr>
        <p:spPr bwMode="auto">
          <a:xfrm>
            <a:off x="3884613" y="8685213"/>
            <a:ext cx="2968625" cy="454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lgn="r" eaLnBrk="1" hangingPunct="1">
              <a:spcBef>
                <a:spcPct val="0"/>
              </a:spcBef>
              <a:buClrTx/>
              <a:buFontTx/>
              <a:buNone/>
            </a:pPr>
            <a:fld id="{AE06AE1A-435C-4ED9-BEA5-1CF500BEF39C}" type="slidenum">
              <a:rPr lang="en-US" altLang="en-US">
                <a:solidFill>
                  <a:srgbClr val="898989"/>
                </a:solidFill>
                <a:latin typeface="Calibri" panose="020F0502020204030204" pitchFamily="34" charset="0"/>
              </a:rPr>
              <a:pPr algn="r" eaLnBrk="1" hangingPunct="1">
                <a:spcBef>
                  <a:spcPct val="0"/>
                </a:spcBef>
                <a:buClrTx/>
                <a:buFontTx/>
                <a:buNone/>
              </a:pPr>
              <a:t>44</a:t>
            </a:fld>
            <a:endParaRPr lang="en-US" altLang="en-US">
              <a:solidFill>
                <a:srgbClr val="898989"/>
              </a:solidFill>
              <a:latin typeface="Calibri" panose="020F0502020204030204" pitchFamily="34" charset="0"/>
            </a:endParaRPr>
          </a:p>
        </p:txBody>
      </p:sp>
      <p:sp>
        <p:nvSpPr>
          <p:cNvPr id="53253" name="Text Box 3"/>
          <p:cNvSpPr txBox="1">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lgn="r" eaLnBrk="1" hangingPunct="1">
              <a:spcBef>
                <a:spcPct val="0"/>
              </a:spcBef>
              <a:buClrTx/>
              <a:buFontTx/>
              <a:buNone/>
            </a:pPr>
            <a:fld id="{80AE8D4D-3167-424C-A573-CF26403696F5}" type="slidenum">
              <a:rPr lang="en-US" altLang="en-US">
                <a:latin typeface="Arial" panose="020B0604020202020204" pitchFamily="34" charset="0"/>
              </a:rPr>
              <a:pPr algn="r" eaLnBrk="1" hangingPunct="1">
                <a:spcBef>
                  <a:spcPct val="0"/>
                </a:spcBef>
                <a:buClrTx/>
                <a:buFontTx/>
                <a:buNone/>
              </a:pPr>
              <a:t>44</a:t>
            </a:fld>
            <a:endParaRPr lang="en-US" altLang="en-US">
              <a:latin typeface="Arial" panose="020B0604020202020204" pitchFamily="34" charset="0"/>
            </a:endParaRPr>
          </a:p>
        </p:txBody>
      </p:sp>
      <p:sp>
        <p:nvSpPr>
          <p:cNvPr id="53254" name="Rectangle 4"/>
          <p:cNvSpPr>
            <a:spLocks noGrp="1" noRot="1" noChangeAspect="1" noChangeArrowheads="1" noTextEdit="1"/>
          </p:cNvSpPr>
          <p:nvPr>
            <p:ph type="sldImg"/>
          </p:nvPr>
        </p:nvSpPr>
        <p:spPr>
          <a:xfrm>
            <a:off x="381000" y="685800"/>
            <a:ext cx="6096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53255" name="Text Box 5"/>
          <p:cNvSpPr txBox="1">
            <a:spLocks noChangeArrowheads="1"/>
          </p:cNvSpPr>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Tree>
    <p:extLst>
      <p:ext uri="{BB962C8B-B14F-4D97-AF65-F5344CB8AC3E}">
        <p14:creationId xmlns:p14="http://schemas.microsoft.com/office/powerpoint/2010/main" val="88107350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3250" name="Rectangle 13"/>
          <p:cNvSpPr>
            <a:spLocks noGrp="1" noChangeArrowheads="1"/>
          </p:cNvSpPr>
          <p:nvPr>
            <p:ph type="sldNum" sz="quarter"/>
          </p:nvPr>
        </p:nvSpPr>
        <p:spPr>
          <a:noFill/>
          <a:extLst>
            <a:ext uri="{91240B29-F687-4F45-9708-019B960494DF}">
              <a14:hiddenLine xmlns:a14="http://schemas.microsoft.com/office/drawing/2010/main" w="9525">
                <a:solidFill>
                  <a:srgbClr val="3465AF"/>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9pPr>
          </a:lstStyle>
          <a:p>
            <a:pPr>
              <a:spcBef>
                <a:spcPct val="0"/>
              </a:spcBef>
              <a:buClrTx/>
              <a:buFontTx/>
              <a:buNone/>
            </a:pPr>
            <a:fld id="{B1C10507-D1CD-4467-9AD6-50200C137C5F}" type="slidenum">
              <a:rPr lang="en-US" altLang="en-US" smtClean="0">
                <a:solidFill>
                  <a:srgbClr val="898989"/>
                </a:solidFill>
                <a:cs typeface="DejaVu Sans" panose="020B0603030804020204" pitchFamily="34" charset="0"/>
              </a:rPr>
              <a:pPr>
                <a:spcBef>
                  <a:spcPct val="0"/>
                </a:spcBef>
                <a:buClrTx/>
                <a:buFontTx/>
                <a:buNone/>
              </a:pPr>
              <a:t>45</a:t>
            </a:fld>
            <a:endParaRPr lang="en-US" altLang="en-US">
              <a:solidFill>
                <a:srgbClr val="898989"/>
              </a:solidFill>
              <a:cs typeface="DejaVu Sans" panose="020B0603030804020204" pitchFamily="34" charset="0"/>
            </a:endParaRPr>
          </a:p>
        </p:txBody>
      </p:sp>
      <p:sp>
        <p:nvSpPr>
          <p:cNvPr id="53251" name="Text Box 1"/>
          <p:cNvSpPr txBox="1">
            <a:spLocks noChangeArrowheads="1"/>
          </p:cNvSpPr>
          <p:nvPr/>
        </p:nvSpPr>
        <p:spPr bwMode="auto">
          <a:xfrm>
            <a:off x="3884613" y="8685213"/>
            <a:ext cx="2963862" cy="4492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lgn="r" eaLnBrk="1" hangingPunct="1">
              <a:spcBef>
                <a:spcPct val="0"/>
              </a:spcBef>
              <a:buClrTx/>
              <a:buFontTx/>
              <a:buNone/>
            </a:pPr>
            <a:fld id="{2421C1B0-596E-49E6-A1DB-69D0E4A440FE}" type="slidenum">
              <a:rPr lang="en-US" altLang="en-US">
                <a:solidFill>
                  <a:srgbClr val="898989"/>
                </a:solidFill>
                <a:latin typeface="Calibri" panose="020F0502020204030204" pitchFamily="34" charset="0"/>
              </a:rPr>
              <a:pPr algn="r" eaLnBrk="1" hangingPunct="1">
                <a:spcBef>
                  <a:spcPct val="0"/>
                </a:spcBef>
                <a:buClrTx/>
                <a:buFontTx/>
                <a:buNone/>
              </a:pPr>
              <a:t>45</a:t>
            </a:fld>
            <a:endParaRPr lang="en-US" altLang="en-US">
              <a:solidFill>
                <a:srgbClr val="898989"/>
              </a:solidFill>
              <a:latin typeface="Calibri" panose="020F0502020204030204" pitchFamily="34" charset="0"/>
            </a:endParaRPr>
          </a:p>
        </p:txBody>
      </p:sp>
      <p:sp>
        <p:nvSpPr>
          <p:cNvPr id="53252" name="Text Box 2"/>
          <p:cNvSpPr txBox="1">
            <a:spLocks noChangeArrowheads="1"/>
          </p:cNvSpPr>
          <p:nvPr/>
        </p:nvSpPr>
        <p:spPr bwMode="auto">
          <a:xfrm>
            <a:off x="3884613" y="8685213"/>
            <a:ext cx="2968625" cy="454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lgn="r" eaLnBrk="1" hangingPunct="1">
              <a:spcBef>
                <a:spcPct val="0"/>
              </a:spcBef>
              <a:buClrTx/>
              <a:buFontTx/>
              <a:buNone/>
            </a:pPr>
            <a:fld id="{AE06AE1A-435C-4ED9-BEA5-1CF500BEF39C}" type="slidenum">
              <a:rPr lang="en-US" altLang="en-US">
                <a:solidFill>
                  <a:srgbClr val="898989"/>
                </a:solidFill>
                <a:latin typeface="Calibri" panose="020F0502020204030204" pitchFamily="34" charset="0"/>
              </a:rPr>
              <a:pPr algn="r" eaLnBrk="1" hangingPunct="1">
                <a:spcBef>
                  <a:spcPct val="0"/>
                </a:spcBef>
                <a:buClrTx/>
                <a:buFontTx/>
                <a:buNone/>
              </a:pPr>
              <a:t>45</a:t>
            </a:fld>
            <a:endParaRPr lang="en-US" altLang="en-US">
              <a:solidFill>
                <a:srgbClr val="898989"/>
              </a:solidFill>
              <a:latin typeface="Calibri" panose="020F0502020204030204" pitchFamily="34" charset="0"/>
            </a:endParaRPr>
          </a:p>
        </p:txBody>
      </p:sp>
      <p:sp>
        <p:nvSpPr>
          <p:cNvPr id="53253" name="Text Box 3"/>
          <p:cNvSpPr txBox="1">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lgn="r" eaLnBrk="1" hangingPunct="1">
              <a:spcBef>
                <a:spcPct val="0"/>
              </a:spcBef>
              <a:buClrTx/>
              <a:buFontTx/>
              <a:buNone/>
            </a:pPr>
            <a:fld id="{80AE8D4D-3167-424C-A573-CF26403696F5}" type="slidenum">
              <a:rPr lang="en-US" altLang="en-US">
                <a:latin typeface="Arial" panose="020B0604020202020204" pitchFamily="34" charset="0"/>
              </a:rPr>
              <a:pPr algn="r" eaLnBrk="1" hangingPunct="1">
                <a:spcBef>
                  <a:spcPct val="0"/>
                </a:spcBef>
                <a:buClrTx/>
                <a:buFontTx/>
                <a:buNone/>
              </a:pPr>
              <a:t>45</a:t>
            </a:fld>
            <a:endParaRPr lang="en-US" altLang="en-US">
              <a:latin typeface="Arial" panose="020B0604020202020204" pitchFamily="34" charset="0"/>
            </a:endParaRPr>
          </a:p>
        </p:txBody>
      </p:sp>
      <p:sp>
        <p:nvSpPr>
          <p:cNvPr id="53254" name="Rectangle 4"/>
          <p:cNvSpPr>
            <a:spLocks noGrp="1" noRot="1" noChangeAspect="1" noChangeArrowheads="1" noTextEdit="1"/>
          </p:cNvSpPr>
          <p:nvPr>
            <p:ph type="sldImg"/>
          </p:nvPr>
        </p:nvSpPr>
        <p:spPr>
          <a:xfrm>
            <a:off x="381000" y="685800"/>
            <a:ext cx="6096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53255" name="Text Box 5"/>
          <p:cNvSpPr txBox="1">
            <a:spLocks noChangeArrowheads="1"/>
          </p:cNvSpPr>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Tree>
    <p:extLst>
      <p:ext uri="{BB962C8B-B14F-4D97-AF65-F5344CB8AC3E}">
        <p14:creationId xmlns:p14="http://schemas.microsoft.com/office/powerpoint/2010/main" val="40153877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7346" name="Rectangle 13"/>
          <p:cNvSpPr>
            <a:spLocks noGrp="1" noChangeArrowheads="1"/>
          </p:cNvSpPr>
          <p:nvPr>
            <p:ph type="sldNum" sz="quarter"/>
          </p:nvPr>
        </p:nvSpPr>
        <p:spPr>
          <a:noFill/>
          <a:extLst>
            <a:ext uri="{91240B29-F687-4F45-9708-019B960494DF}">
              <a14:hiddenLine xmlns:a14="http://schemas.microsoft.com/office/drawing/2010/main" w="9525">
                <a:solidFill>
                  <a:srgbClr val="3465AF"/>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9pPr>
          </a:lstStyle>
          <a:p>
            <a:pPr>
              <a:spcBef>
                <a:spcPct val="0"/>
              </a:spcBef>
              <a:buClrTx/>
              <a:buFontTx/>
              <a:buNone/>
            </a:pPr>
            <a:fld id="{606CDCBD-D3B5-4AC5-89EB-1A8E205484A3}" type="slidenum">
              <a:rPr lang="en-US" altLang="en-US" smtClean="0">
                <a:solidFill>
                  <a:srgbClr val="898989"/>
                </a:solidFill>
                <a:cs typeface="DejaVu Sans" panose="020B0603030804020204" pitchFamily="34" charset="0"/>
              </a:rPr>
              <a:pPr>
                <a:spcBef>
                  <a:spcPct val="0"/>
                </a:spcBef>
                <a:buClrTx/>
                <a:buFontTx/>
                <a:buNone/>
              </a:pPr>
              <a:t>46</a:t>
            </a:fld>
            <a:endParaRPr lang="en-US" altLang="en-US">
              <a:solidFill>
                <a:srgbClr val="898989"/>
              </a:solidFill>
              <a:cs typeface="DejaVu Sans" panose="020B0603030804020204" pitchFamily="34" charset="0"/>
            </a:endParaRPr>
          </a:p>
        </p:txBody>
      </p:sp>
      <p:sp>
        <p:nvSpPr>
          <p:cNvPr id="57347" name="Text Box 1"/>
          <p:cNvSpPr txBox="1">
            <a:spLocks noChangeArrowheads="1"/>
          </p:cNvSpPr>
          <p:nvPr/>
        </p:nvSpPr>
        <p:spPr bwMode="auto">
          <a:xfrm>
            <a:off x="3884613" y="8685213"/>
            <a:ext cx="2963862" cy="4492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lgn="r" eaLnBrk="1" hangingPunct="1">
              <a:spcBef>
                <a:spcPct val="0"/>
              </a:spcBef>
              <a:buClrTx/>
              <a:buFontTx/>
              <a:buNone/>
            </a:pPr>
            <a:fld id="{83D82735-E7D1-470B-9841-6631DB5D341A}" type="slidenum">
              <a:rPr lang="en-US" altLang="en-US">
                <a:solidFill>
                  <a:srgbClr val="898989"/>
                </a:solidFill>
                <a:latin typeface="Calibri" panose="020F0502020204030204" pitchFamily="34" charset="0"/>
              </a:rPr>
              <a:pPr algn="r" eaLnBrk="1" hangingPunct="1">
                <a:spcBef>
                  <a:spcPct val="0"/>
                </a:spcBef>
                <a:buClrTx/>
                <a:buFontTx/>
                <a:buNone/>
              </a:pPr>
              <a:t>46</a:t>
            </a:fld>
            <a:endParaRPr lang="en-US" altLang="en-US">
              <a:solidFill>
                <a:srgbClr val="898989"/>
              </a:solidFill>
              <a:latin typeface="Calibri" panose="020F0502020204030204" pitchFamily="34" charset="0"/>
            </a:endParaRPr>
          </a:p>
        </p:txBody>
      </p:sp>
      <p:sp>
        <p:nvSpPr>
          <p:cNvPr id="57348" name="Text Box 2"/>
          <p:cNvSpPr txBox="1">
            <a:spLocks noChangeArrowheads="1"/>
          </p:cNvSpPr>
          <p:nvPr/>
        </p:nvSpPr>
        <p:spPr bwMode="auto">
          <a:xfrm>
            <a:off x="3884613" y="8685213"/>
            <a:ext cx="2968625" cy="454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lgn="r" eaLnBrk="1" hangingPunct="1">
              <a:spcBef>
                <a:spcPct val="0"/>
              </a:spcBef>
              <a:buClrTx/>
              <a:buFontTx/>
              <a:buNone/>
            </a:pPr>
            <a:fld id="{EC019C74-BF06-4BFE-8FB1-A7B2D20D0687}" type="slidenum">
              <a:rPr lang="en-US" altLang="en-US">
                <a:solidFill>
                  <a:srgbClr val="898989"/>
                </a:solidFill>
                <a:latin typeface="Calibri" panose="020F0502020204030204" pitchFamily="34" charset="0"/>
              </a:rPr>
              <a:pPr algn="r" eaLnBrk="1" hangingPunct="1">
                <a:spcBef>
                  <a:spcPct val="0"/>
                </a:spcBef>
                <a:buClrTx/>
                <a:buFontTx/>
                <a:buNone/>
              </a:pPr>
              <a:t>46</a:t>
            </a:fld>
            <a:endParaRPr lang="en-US" altLang="en-US">
              <a:solidFill>
                <a:srgbClr val="898989"/>
              </a:solidFill>
              <a:latin typeface="Calibri" panose="020F0502020204030204" pitchFamily="34" charset="0"/>
            </a:endParaRPr>
          </a:p>
        </p:txBody>
      </p:sp>
      <p:sp>
        <p:nvSpPr>
          <p:cNvPr id="57349" name="Text Box 3"/>
          <p:cNvSpPr txBox="1">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lgn="r" eaLnBrk="1" hangingPunct="1">
              <a:spcBef>
                <a:spcPct val="0"/>
              </a:spcBef>
              <a:buClrTx/>
              <a:buFontTx/>
              <a:buNone/>
            </a:pPr>
            <a:fld id="{ACCACDF9-4A73-477C-8C83-025016EC280B}" type="slidenum">
              <a:rPr lang="en-US" altLang="en-US">
                <a:latin typeface="Arial" panose="020B0604020202020204" pitchFamily="34" charset="0"/>
              </a:rPr>
              <a:pPr algn="r" eaLnBrk="1" hangingPunct="1">
                <a:spcBef>
                  <a:spcPct val="0"/>
                </a:spcBef>
                <a:buClrTx/>
                <a:buFontTx/>
                <a:buNone/>
              </a:pPr>
              <a:t>46</a:t>
            </a:fld>
            <a:endParaRPr lang="en-US" altLang="en-US">
              <a:latin typeface="Arial" panose="020B0604020202020204" pitchFamily="34" charset="0"/>
            </a:endParaRPr>
          </a:p>
        </p:txBody>
      </p:sp>
      <p:sp>
        <p:nvSpPr>
          <p:cNvPr id="57350" name="Rectangle 4"/>
          <p:cNvSpPr>
            <a:spLocks noGrp="1" noRot="1" noChangeAspect="1" noChangeArrowheads="1" noTextEdit="1"/>
          </p:cNvSpPr>
          <p:nvPr>
            <p:ph type="sldImg"/>
          </p:nvPr>
        </p:nvSpPr>
        <p:spPr>
          <a:xfrm>
            <a:off x="381000" y="685800"/>
            <a:ext cx="6096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57351" name="Text Box 5"/>
          <p:cNvSpPr txBox="1">
            <a:spLocks noChangeArrowheads="1"/>
          </p:cNvSpPr>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Tree>
    <p:extLst>
      <p:ext uri="{BB962C8B-B14F-4D97-AF65-F5344CB8AC3E}">
        <p14:creationId xmlns:p14="http://schemas.microsoft.com/office/powerpoint/2010/main" val="273711139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9394" name="Rectangle 13"/>
          <p:cNvSpPr>
            <a:spLocks noGrp="1" noChangeArrowheads="1"/>
          </p:cNvSpPr>
          <p:nvPr>
            <p:ph type="sldNum" sz="quarter"/>
          </p:nvPr>
        </p:nvSpPr>
        <p:spPr>
          <a:noFill/>
          <a:extLst>
            <a:ext uri="{91240B29-F687-4F45-9708-019B960494DF}">
              <a14:hiddenLine xmlns:a14="http://schemas.microsoft.com/office/drawing/2010/main" w="9525">
                <a:solidFill>
                  <a:srgbClr val="3465AF"/>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9pPr>
          </a:lstStyle>
          <a:p>
            <a:pPr>
              <a:spcBef>
                <a:spcPct val="0"/>
              </a:spcBef>
              <a:buClrTx/>
              <a:buFontTx/>
              <a:buNone/>
            </a:pPr>
            <a:fld id="{D0A96B1B-D766-4911-94FD-443422EF32AD}" type="slidenum">
              <a:rPr lang="en-US" altLang="en-US" smtClean="0">
                <a:solidFill>
                  <a:srgbClr val="898989"/>
                </a:solidFill>
                <a:cs typeface="DejaVu Sans" panose="020B0603030804020204" pitchFamily="34" charset="0"/>
              </a:rPr>
              <a:pPr>
                <a:spcBef>
                  <a:spcPct val="0"/>
                </a:spcBef>
                <a:buClrTx/>
                <a:buFontTx/>
                <a:buNone/>
              </a:pPr>
              <a:t>47</a:t>
            </a:fld>
            <a:endParaRPr lang="en-US" altLang="en-US">
              <a:solidFill>
                <a:srgbClr val="898989"/>
              </a:solidFill>
              <a:cs typeface="DejaVu Sans" panose="020B0603030804020204" pitchFamily="34" charset="0"/>
            </a:endParaRPr>
          </a:p>
        </p:txBody>
      </p:sp>
      <p:sp>
        <p:nvSpPr>
          <p:cNvPr id="59395" name="Text Box 1"/>
          <p:cNvSpPr txBox="1">
            <a:spLocks noChangeArrowheads="1"/>
          </p:cNvSpPr>
          <p:nvPr/>
        </p:nvSpPr>
        <p:spPr bwMode="auto">
          <a:xfrm>
            <a:off x="3884613" y="8685213"/>
            <a:ext cx="2963862" cy="4492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lgn="r" eaLnBrk="1" hangingPunct="1">
              <a:spcBef>
                <a:spcPct val="0"/>
              </a:spcBef>
              <a:buClrTx/>
              <a:buFontTx/>
              <a:buNone/>
            </a:pPr>
            <a:fld id="{79883934-AE5B-4187-B479-EA3BAFD2B277}" type="slidenum">
              <a:rPr lang="en-US" altLang="en-US">
                <a:solidFill>
                  <a:srgbClr val="898989"/>
                </a:solidFill>
                <a:latin typeface="Calibri" panose="020F0502020204030204" pitchFamily="34" charset="0"/>
              </a:rPr>
              <a:pPr algn="r" eaLnBrk="1" hangingPunct="1">
                <a:spcBef>
                  <a:spcPct val="0"/>
                </a:spcBef>
                <a:buClrTx/>
                <a:buFontTx/>
                <a:buNone/>
              </a:pPr>
              <a:t>47</a:t>
            </a:fld>
            <a:endParaRPr lang="en-US" altLang="en-US">
              <a:solidFill>
                <a:srgbClr val="898989"/>
              </a:solidFill>
              <a:latin typeface="Calibri" panose="020F0502020204030204" pitchFamily="34" charset="0"/>
            </a:endParaRPr>
          </a:p>
        </p:txBody>
      </p:sp>
      <p:sp>
        <p:nvSpPr>
          <p:cNvPr id="59396" name="Rectangle 2"/>
          <p:cNvSpPr>
            <a:spLocks noGrp="1" noRot="1" noChangeAspect="1" noChangeArrowheads="1" noTextEdit="1"/>
          </p:cNvSpPr>
          <p:nvPr>
            <p:ph type="sldImg"/>
          </p:nvPr>
        </p:nvSpPr>
        <p:spPr>
          <a:xfrm>
            <a:off x="382588" y="685800"/>
            <a:ext cx="6089650" cy="3425825"/>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59397" name="Text Box 3"/>
          <p:cNvSpPr txBox="1">
            <a:spLocks noChangeArrowheads="1"/>
          </p:cNvSpPr>
          <p:nvPr/>
        </p:nvSpPr>
        <p:spPr bwMode="auto">
          <a:xfrm>
            <a:off x="685800" y="4343400"/>
            <a:ext cx="5483225" cy="4111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Tree>
    <p:extLst>
      <p:ext uri="{BB962C8B-B14F-4D97-AF65-F5344CB8AC3E}">
        <p14:creationId xmlns:p14="http://schemas.microsoft.com/office/powerpoint/2010/main" val="231947485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42" name="Rectangle 13"/>
          <p:cNvSpPr>
            <a:spLocks noGrp="1" noChangeArrowheads="1"/>
          </p:cNvSpPr>
          <p:nvPr>
            <p:ph type="sldNum" sz="quarter"/>
          </p:nvPr>
        </p:nvSpPr>
        <p:spPr>
          <a:noFill/>
          <a:extLst>
            <a:ext uri="{91240B29-F687-4F45-9708-019B960494DF}">
              <a14:hiddenLine xmlns:a14="http://schemas.microsoft.com/office/drawing/2010/main" w="9525">
                <a:solidFill>
                  <a:srgbClr val="3465AF"/>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9pPr>
          </a:lstStyle>
          <a:p>
            <a:pPr>
              <a:spcBef>
                <a:spcPct val="0"/>
              </a:spcBef>
              <a:buClrTx/>
              <a:buFontTx/>
              <a:buNone/>
            </a:pPr>
            <a:fld id="{5FEE772A-B637-495F-937C-41314F6C99A8}" type="slidenum">
              <a:rPr lang="en-US" altLang="en-US" smtClean="0">
                <a:solidFill>
                  <a:srgbClr val="898989"/>
                </a:solidFill>
                <a:cs typeface="DejaVu Sans" panose="020B0603030804020204" pitchFamily="34" charset="0"/>
              </a:rPr>
              <a:pPr>
                <a:spcBef>
                  <a:spcPct val="0"/>
                </a:spcBef>
                <a:buClrTx/>
                <a:buFontTx/>
                <a:buNone/>
              </a:pPr>
              <a:t>48</a:t>
            </a:fld>
            <a:endParaRPr lang="en-US" altLang="en-US">
              <a:solidFill>
                <a:srgbClr val="898989"/>
              </a:solidFill>
              <a:cs typeface="DejaVu Sans" panose="020B0603030804020204" pitchFamily="34" charset="0"/>
            </a:endParaRPr>
          </a:p>
        </p:txBody>
      </p:sp>
      <p:sp>
        <p:nvSpPr>
          <p:cNvPr id="61443" name="Text Box 1"/>
          <p:cNvSpPr txBox="1">
            <a:spLocks noChangeArrowheads="1"/>
          </p:cNvSpPr>
          <p:nvPr/>
        </p:nvSpPr>
        <p:spPr bwMode="auto">
          <a:xfrm>
            <a:off x="3884613" y="8685213"/>
            <a:ext cx="2963862" cy="4492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lgn="r" eaLnBrk="1" hangingPunct="1">
              <a:spcBef>
                <a:spcPct val="0"/>
              </a:spcBef>
              <a:buClrTx/>
              <a:buFontTx/>
              <a:buNone/>
            </a:pPr>
            <a:fld id="{B948B06B-1803-4CC6-8066-C45492E5C2AE}" type="slidenum">
              <a:rPr lang="en-US" altLang="en-US">
                <a:solidFill>
                  <a:srgbClr val="898989"/>
                </a:solidFill>
                <a:latin typeface="Calibri" panose="020F0502020204030204" pitchFamily="34" charset="0"/>
              </a:rPr>
              <a:pPr algn="r" eaLnBrk="1" hangingPunct="1">
                <a:spcBef>
                  <a:spcPct val="0"/>
                </a:spcBef>
                <a:buClrTx/>
                <a:buFontTx/>
                <a:buNone/>
              </a:pPr>
              <a:t>48</a:t>
            </a:fld>
            <a:endParaRPr lang="en-US" altLang="en-US">
              <a:solidFill>
                <a:srgbClr val="898989"/>
              </a:solidFill>
              <a:latin typeface="Calibri" panose="020F0502020204030204" pitchFamily="34" charset="0"/>
            </a:endParaRPr>
          </a:p>
        </p:txBody>
      </p:sp>
      <p:sp>
        <p:nvSpPr>
          <p:cNvPr id="61444" name="Text Box 2"/>
          <p:cNvSpPr txBox="1">
            <a:spLocks noChangeArrowheads="1"/>
          </p:cNvSpPr>
          <p:nvPr/>
        </p:nvSpPr>
        <p:spPr bwMode="auto">
          <a:xfrm>
            <a:off x="3884613" y="8685213"/>
            <a:ext cx="2968625" cy="454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lgn="r" eaLnBrk="1" hangingPunct="1">
              <a:spcBef>
                <a:spcPct val="0"/>
              </a:spcBef>
              <a:buClrTx/>
              <a:buFontTx/>
              <a:buNone/>
            </a:pPr>
            <a:fld id="{60DCFCB5-0B25-455A-A96A-F4C6E84D801F}" type="slidenum">
              <a:rPr lang="en-US" altLang="en-US">
                <a:solidFill>
                  <a:srgbClr val="898989"/>
                </a:solidFill>
                <a:latin typeface="Calibri" panose="020F0502020204030204" pitchFamily="34" charset="0"/>
              </a:rPr>
              <a:pPr algn="r" eaLnBrk="1" hangingPunct="1">
                <a:spcBef>
                  <a:spcPct val="0"/>
                </a:spcBef>
                <a:buClrTx/>
                <a:buFontTx/>
                <a:buNone/>
              </a:pPr>
              <a:t>48</a:t>
            </a:fld>
            <a:endParaRPr lang="en-US" altLang="en-US">
              <a:solidFill>
                <a:srgbClr val="898989"/>
              </a:solidFill>
              <a:latin typeface="Calibri" panose="020F0502020204030204" pitchFamily="34" charset="0"/>
            </a:endParaRPr>
          </a:p>
        </p:txBody>
      </p:sp>
      <p:sp>
        <p:nvSpPr>
          <p:cNvPr id="61445" name="Rectangle 3"/>
          <p:cNvSpPr>
            <a:spLocks noGrp="1" noRot="1" noChangeAspect="1" noChangeArrowheads="1" noTextEdit="1"/>
          </p:cNvSpPr>
          <p:nvPr>
            <p:ph type="sldImg"/>
          </p:nvPr>
        </p:nvSpPr>
        <p:spPr>
          <a:xfrm>
            <a:off x="381000" y="685800"/>
            <a:ext cx="6096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46" name="Text Box 4"/>
          <p:cNvSpPr txBox="1">
            <a:spLocks noChangeArrowheads="1"/>
          </p:cNvSpPr>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Tree>
    <p:extLst>
      <p:ext uri="{BB962C8B-B14F-4D97-AF65-F5344CB8AC3E}">
        <p14:creationId xmlns:p14="http://schemas.microsoft.com/office/powerpoint/2010/main" val="1384638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8466" y="-8468"/>
            <a:ext cx="9171316" cy="6874935"/>
            <a:chOff x="-8466" y="-8468"/>
            <a:chExt cx="9171316" cy="6874935"/>
          </a:xfrm>
        </p:grpSpPr>
        <p:cxnSp>
          <p:nvCxnSpPr>
            <p:cNvPr id="28" name="Straight Connector 27"/>
            <p:cNvCxnSpPr/>
            <p:nvPr/>
          </p:nvCxnSpPr>
          <p:spPr>
            <a:xfrm flipV="1">
              <a:off x="5130830" y="4175605"/>
              <a:ext cx="4022475" cy="2682396"/>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9" name="Straight Connector 28"/>
            <p:cNvCxnSpPr/>
            <p:nvPr/>
          </p:nvCxnSpPr>
          <p:spPr>
            <a:xfrm>
              <a:off x="7042707"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30" name="Freeform 29"/>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Freeform 30"/>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2" name="Freeform 31"/>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1">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33" name="Freeform 32"/>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4" name="Freeform 33"/>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35" name="Freeform 34"/>
            <p:cNvSpPr/>
            <p:nvPr/>
          </p:nvSpPr>
          <p:spPr>
            <a:xfrm>
              <a:off x="8094165"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lumMod val="50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6" name="Freeform 35"/>
            <p:cNvSpPr/>
            <p:nvPr/>
          </p:nvSpPr>
          <p:spPr>
            <a:xfrm>
              <a:off x="8068764"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lumMod val="50000"/>
                <a:alpha val="7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17"/>
            <p:cNvSpPr/>
            <p:nvPr/>
          </p:nvSpPr>
          <p:spPr>
            <a:xfrm>
              <a:off x="-8466" y="-8468"/>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lumMod val="75000"/>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130595" y="2404534"/>
            <a:ext cx="5826719" cy="1646302"/>
          </a:xfrm>
        </p:spPr>
        <p:txBody>
          <a:bodyPr anchor="b">
            <a:noAutofit/>
          </a:bodyPr>
          <a:lstStyle>
            <a:lvl1pPr algn="r">
              <a:defRPr sz="5400">
                <a:solidFill>
                  <a:schemeClr val="accent1">
                    <a:lumMod val="7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30595" y="4050834"/>
            <a:ext cx="5826719"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pPr>
              <a:defRPr/>
            </a:pPr>
            <a:fld id="{EE19A526-783E-4345-8DB3-FD7DA428906C}" type="datetime1">
              <a:rPr lang="en-US" smtClean="0"/>
              <a:t>2/27/2024</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6D95C644-29D2-4325-9687-42080E15E814}" type="slidenum">
              <a:rPr lang="en-US" smtClean="0"/>
              <a:pPr>
                <a:defRPr/>
              </a:pPr>
              <a:t>‹#›</a:t>
            </a:fld>
            <a:endParaRPr lang="en-US"/>
          </a:p>
        </p:txBody>
      </p:sp>
    </p:spTree>
    <p:extLst>
      <p:ext uri="{BB962C8B-B14F-4D97-AF65-F5344CB8AC3E}">
        <p14:creationId xmlns:p14="http://schemas.microsoft.com/office/powerpoint/2010/main" val="12918517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fld id="{B9C41C11-B9C6-4242-BBAB-33C31EAA9068}" type="datetime1">
              <a:rPr lang="en-US" smtClean="0"/>
              <a:t>2/27/2024</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042A94E5-A39D-46B1-A8BE-601D3A7105D6}" type="slidenum">
              <a:rPr lang="en-US" smtClean="0"/>
              <a:pPr>
                <a:defRPr/>
              </a:pPr>
              <a:t>‹#›</a:t>
            </a:fld>
            <a:endParaRPr lang="en-US"/>
          </a:p>
        </p:txBody>
      </p:sp>
    </p:spTree>
    <p:extLst>
      <p:ext uri="{BB962C8B-B14F-4D97-AF65-F5344CB8AC3E}">
        <p14:creationId xmlns:p14="http://schemas.microsoft.com/office/powerpoint/2010/main" val="9499538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9598" y="2700868"/>
            <a:ext cx="6347715"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09598" y="4527448"/>
            <a:ext cx="6347715"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fld id="{789BC29D-A645-4975-B234-8AC764DC7925}" type="datetime1">
              <a:rPr lang="en-US" smtClean="0"/>
              <a:t>2/27/2024</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FC915D47-9FB9-4C3D-8312-C6300706880C}" type="slidenum">
              <a:rPr lang="en-US" smtClean="0"/>
              <a:pPr>
                <a:defRPr/>
              </a:pPr>
              <a:t>‹#›</a:t>
            </a:fld>
            <a:endParaRPr lang="en-US"/>
          </a:p>
        </p:txBody>
      </p:sp>
    </p:spTree>
    <p:extLst>
      <p:ext uri="{BB962C8B-B14F-4D97-AF65-F5344CB8AC3E}">
        <p14:creationId xmlns:p14="http://schemas.microsoft.com/office/powerpoint/2010/main" val="23509361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1320800"/>
          </a:xfrm>
        </p:spPr>
        <p:txBody>
          <a:bodyPr/>
          <a:lstStyle/>
          <a:p>
            <a:r>
              <a:rPr lang="en-US"/>
              <a:t>Click to edit Master title style</a:t>
            </a:r>
            <a:endParaRPr lang="en-US" dirty="0"/>
          </a:p>
        </p:txBody>
      </p:sp>
      <p:sp>
        <p:nvSpPr>
          <p:cNvPr id="3" name="Content Placeholder 2"/>
          <p:cNvSpPr>
            <a:spLocks noGrp="1"/>
          </p:cNvSpPr>
          <p:nvPr>
            <p:ph sz="half" idx="1"/>
          </p:nvPr>
        </p:nvSpPr>
        <p:spPr>
          <a:xfrm>
            <a:off x="609600" y="2160589"/>
            <a:ext cx="3088109" cy="3880772"/>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869204" y="2160590"/>
            <a:ext cx="3088110" cy="388077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pPr>
              <a:defRPr/>
            </a:pPr>
            <a:fld id="{BD8A0FA5-C939-4C2F-8E97-F523B0BF4877}" type="datetime1">
              <a:rPr lang="en-US" smtClean="0"/>
              <a:t>2/27/2024</a:t>
            </a:fld>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5084FCC0-BDEE-435B-8273-B96F551D189E}" type="slidenum">
              <a:rPr lang="en-US" smtClean="0"/>
              <a:pPr>
                <a:defRPr/>
              </a:pPr>
              <a:t>‹#›</a:t>
            </a:fld>
            <a:endParaRPr lang="en-US"/>
          </a:p>
        </p:txBody>
      </p:sp>
    </p:spTree>
    <p:extLst>
      <p:ext uri="{BB962C8B-B14F-4D97-AF65-F5344CB8AC3E}">
        <p14:creationId xmlns:p14="http://schemas.microsoft.com/office/powerpoint/2010/main" val="5550122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3" cy="132080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09599"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599" y="2737246"/>
            <a:ext cx="3090672"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866640"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3866640" y="2737246"/>
            <a:ext cx="3090672"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pPr>
              <a:defRPr/>
            </a:pPr>
            <a:fld id="{3471263C-94A3-4F76-A2B4-108A51CD55FD}" type="datetime1">
              <a:rPr lang="en-US" smtClean="0"/>
              <a:t>2/27/2024</a:t>
            </a:fld>
            <a:endParaRPr lang="en-US"/>
          </a:p>
        </p:txBody>
      </p:sp>
      <p:sp>
        <p:nvSpPr>
          <p:cNvPr id="8" name="Footer Placeholder 7"/>
          <p:cNvSpPr>
            <a:spLocks noGrp="1"/>
          </p:cNvSpPr>
          <p:nvPr>
            <p:ph type="ftr" sz="quarter" idx="11"/>
          </p:nvPr>
        </p:nvSpPr>
        <p:spPr/>
        <p:txBody>
          <a:bodyPr/>
          <a:lstStyle/>
          <a:p>
            <a:pPr>
              <a:defRPr/>
            </a:pPr>
            <a:endParaRPr lang="en-US"/>
          </a:p>
        </p:txBody>
      </p:sp>
      <p:sp>
        <p:nvSpPr>
          <p:cNvPr id="9" name="Slide Number Placeholder 8"/>
          <p:cNvSpPr>
            <a:spLocks noGrp="1"/>
          </p:cNvSpPr>
          <p:nvPr>
            <p:ph type="sldNum" sz="quarter" idx="12"/>
          </p:nvPr>
        </p:nvSpPr>
        <p:spPr/>
        <p:txBody>
          <a:bodyPr/>
          <a:lstStyle/>
          <a:p>
            <a:pPr>
              <a:defRPr/>
            </a:pPr>
            <a:fld id="{C952CDE2-B0F5-40DA-983F-AE541AE1B832}" type="slidenum">
              <a:rPr lang="en-US" smtClean="0"/>
              <a:pPr>
                <a:defRPr/>
              </a:pPr>
              <a:t>‹#›</a:t>
            </a:fld>
            <a:endParaRPr lang="en-US"/>
          </a:p>
        </p:txBody>
      </p:sp>
    </p:spTree>
    <p:extLst>
      <p:ext uri="{BB962C8B-B14F-4D97-AF65-F5344CB8AC3E}">
        <p14:creationId xmlns:p14="http://schemas.microsoft.com/office/powerpoint/2010/main" val="83353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4"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pPr>
              <a:defRPr/>
            </a:pPr>
            <a:fld id="{C93A0274-985F-4E5D-A1BC-88A55E84573B}" type="datetime1">
              <a:rPr lang="en-US" smtClean="0"/>
              <a:t>2/27/2024</a:t>
            </a:fld>
            <a:endParaRPr lang="en-US"/>
          </a:p>
        </p:txBody>
      </p:sp>
      <p:sp>
        <p:nvSpPr>
          <p:cNvPr id="4" name="Footer Placeholder 3"/>
          <p:cNvSpPr>
            <a:spLocks noGrp="1"/>
          </p:cNvSpPr>
          <p:nvPr>
            <p:ph type="ftr" sz="quarter" idx="11"/>
          </p:nvPr>
        </p:nvSpPr>
        <p:spPr/>
        <p:txBody>
          <a:bodyPr/>
          <a:lstStyle/>
          <a:p>
            <a:pPr>
              <a:defRPr/>
            </a:pPr>
            <a:endParaRPr lang="en-US"/>
          </a:p>
        </p:txBody>
      </p:sp>
      <p:sp>
        <p:nvSpPr>
          <p:cNvPr id="5" name="Slide Number Placeholder 4"/>
          <p:cNvSpPr>
            <a:spLocks noGrp="1"/>
          </p:cNvSpPr>
          <p:nvPr>
            <p:ph type="sldNum" sz="quarter" idx="12"/>
          </p:nvPr>
        </p:nvSpPr>
        <p:spPr/>
        <p:txBody>
          <a:bodyPr/>
          <a:lstStyle/>
          <a:p>
            <a:pPr>
              <a:defRPr/>
            </a:pPr>
            <a:fld id="{B9B721A5-36D8-4C2F-A2B5-96132FA7B928}" type="slidenum">
              <a:rPr lang="en-US" smtClean="0"/>
              <a:pPr>
                <a:defRPr/>
              </a:pPr>
              <a:t>‹#›</a:t>
            </a:fld>
            <a:endParaRPr lang="en-US"/>
          </a:p>
        </p:txBody>
      </p:sp>
    </p:spTree>
    <p:extLst>
      <p:ext uri="{BB962C8B-B14F-4D97-AF65-F5344CB8AC3E}">
        <p14:creationId xmlns:p14="http://schemas.microsoft.com/office/powerpoint/2010/main" val="5144725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fld id="{0134A988-F8E7-427B-B831-1D62A83136DF}" type="datetime1">
              <a:rPr lang="en-US" smtClean="0"/>
              <a:t>2/27/2024</a:t>
            </a:fld>
            <a:endParaRPr lang="en-US"/>
          </a:p>
        </p:txBody>
      </p:sp>
      <p:sp>
        <p:nvSpPr>
          <p:cNvPr id="3" name="Footer Placeholder 2"/>
          <p:cNvSpPr>
            <a:spLocks noGrp="1"/>
          </p:cNvSpPr>
          <p:nvPr>
            <p:ph type="ftr" sz="quarter" idx="11"/>
          </p:nvPr>
        </p:nvSpPr>
        <p:spPr/>
        <p:txBody>
          <a:bodyPr/>
          <a:lstStyle/>
          <a:p>
            <a:pPr>
              <a:defRPr/>
            </a:pPr>
            <a:endParaRPr lang="en-US"/>
          </a:p>
        </p:txBody>
      </p:sp>
      <p:sp>
        <p:nvSpPr>
          <p:cNvPr id="4" name="Slide Number Placeholder 3"/>
          <p:cNvSpPr>
            <a:spLocks noGrp="1"/>
          </p:cNvSpPr>
          <p:nvPr>
            <p:ph type="sldNum" sz="quarter" idx="12"/>
          </p:nvPr>
        </p:nvSpPr>
        <p:spPr/>
        <p:txBody>
          <a:bodyPr/>
          <a:lstStyle/>
          <a:p>
            <a:pPr>
              <a:defRPr/>
            </a:pPr>
            <a:fld id="{318510C0-C023-46DB-8927-270F0F88F706}" type="slidenum">
              <a:rPr lang="en-US" smtClean="0"/>
              <a:pPr>
                <a:defRPr/>
              </a:pPr>
              <a:t>‹#›</a:t>
            </a:fld>
            <a:endParaRPr lang="en-US"/>
          </a:p>
        </p:txBody>
      </p:sp>
    </p:spTree>
    <p:extLst>
      <p:ext uri="{BB962C8B-B14F-4D97-AF65-F5344CB8AC3E}">
        <p14:creationId xmlns:p14="http://schemas.microsoft.com/office/powerpoint/2010/main" val="10694719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1498604"/>
            <a:ext cx="2790182"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3571275" y="514925"/>
            <a:ext cx="3386037"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09599" y="2777069"/>
            <a:ext cx="2790182" cy="2584449"/>
          </a:xfrm>
        </p:spPr>
        <p:txBody>
          <a:bodyPr>
            <a:normAutofit/>
          </a:bodyPr>
          <a:lstStyle>
            <a:lvl1pPr marL="0" indent="0">
              <a:buNone/>
              <a:defRPr sz="14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1BC5BF61-328A-4FCC-9AFD-E627129CEEA5}" type="datetime1">
              <a:rPr lang="en-US" smtClean="0"/>
              <a:t>2/27/2024</a:t>
            </a:fld>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E9489344-A47A-47E0-8248-6433CD4F27FB}" type="slidenum">
              <a:rPr lang="en-US" smtClean="0"/>
              <a:pPr>
                <a:defRPr/>
              </a:pPr>
              <a:t>‹#›</a:t>
            </a:fld>
            <a:endParaRPr lang="en-US"/>
          </a:p>
        </p:txBody>
      </p:sp>
    </p:spTree>
    <p:extLst>
      <p:ext uri="{BB962C8B-B14F-4D97-AF65-F5344CB8AC3E}">
        <p14:creationId xmlns:p14="http://schemas.microsoft.com/office/powerpoint/2010/main" val="4160443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4800600"/>
            <a:ext cx="6347714"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 y="609600"/>
            <a:ext cx="6347714"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09599" y="5367338"/>
            <a:ext cx="6347714"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BD61AA81-A872-48C3-8BC0-4C782B7FACA8}" type="datetime1">
              <a:rPr lang="en-US" smtClean="0"/>
              <a:t>2/27/2024</a:t>
            </a:fld>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E71C99E4-6C66-43B3-8DED-FDFED141EBFC}" type="slidenum">
              <a:rPr lang="en-US" smtClean="0"/>
              <a:pPr>
                <a:defRPr/>
              </a:pPr>
              <a:t>‹#›</a:t>
            </a:fld>
            <a:endParaRPr lang="en-US"/>
          </a:p>
        </p:txBody>
      </p:sp>
    </p:spTree>
    <p:extLst>
      <p:ext uri="{BB962C8B-B14F-4D97-AF65-F5344CB8AC3E}">
        <p14:creationId xmlns:p14="http://schemas.microsoft.com/office/powerpoint/2010/main" val="32940769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09600" y="4470400"/>
            <a:ext cx="6347714"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fld id="{159EF02A-1C91-41F9-85CD-4FCDFD3DFD06}" type="datetime1">
              <a:rPr lang="en-US" smtClean="0"/>
              <a:t>2/27/2024</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C397348C-2278-4979-91F5-76EB2E301FB5}" type="slidenum">
              <a:rPr lang="en-US" smtClean="0"/>
              <a:pPr>
                <a:defRPr/>
              </a:pPr>
              <a:t>‹#›</a:t>
            </a:fld>
            <a:endParaRPr lang="en-US"/>
          </a:p>
        </p:txBody>
      </p:sp>
    </p:spTree>
    <p:extLst>
      <p:ext uri="{BB962C8B-B14F-4D97-AF65-F5344CB8AC3E}">
        <p14:creationId xmlns:p14="http://schemas.microsoft.com/office/powerpoint/2010/main" val="15883195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101074" y="3632200"/>
            <a:ext cx="541980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470400"/>
            <a:ext cx="6347715"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fld id="{72CEF0B8-F657-41A4-975D-B0387E4C2E72}" type="datetime1">
              <a:rPr lang="en-US" smtClean="0"/>
              <a:t>2/27/2024</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C397348C-2278-4979-91F5-76EB2E301FB5}" type="slidenum">
              <a:rPr lang="en-US" smtClean="0"/>
              <a:pPr>
                <a:defRPr/>
              </a:pPr>
              <a:t>‹#›</a:t>
            </a:fld>
            <a:endParaRPr 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05314706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09598" y="1931988"/>
            <a:ext cx="6347715"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fld id="{089EFA90-8952-4FF5-825B-E0A92B11ECF5}" type="datetime1">
              <a:rPr lang="en-US" smtClean="0"/>
              <a:t>2/27/2024</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C397348C-2278-4979-91F5-76EB2E301FB5}" type="slidenum">
              <a:rPr lang="en-US" smtClean="0"/>
              <a:pPr>
                <a:defRPr/>
              </a:pPr>
              <a:t>‹#›</a:t>
            </a:fld>
            <a:endParaRPr lang="en-US"/>
          </a:p>
        </p:txBody>
      </p:sp>
    </p:spTree>
    <p:extLst>
      <p:ext uri="{BB962C8B-B14F-4D97-AF65-F5344CB8AC3E}">
        <p14:creationId xmlns:p14="http://schemas.microsoft.com/office/powerpoint/2010/main" val="190659909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fld id="{32BA0D91-7A54-458C-BD89-9B06492A80F4}" type="datetime1">
              <a:rPr lang="en-US" smtClean="0"/>
              <a:t>2/27/2024</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C397348C-2278-4979-91F5-76EB2E301FB5}" type="slidenum">
              <a:rPr lang="en-US" smtClean="0"/>
              <a:pPr>
                <a:defRPr/>
              </a:pPr>
              <a:t>‹#›</a:t>
            </a:fld>
            <a:endParaRPr 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58779556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15848" y="609600"/>
            <a:ext cx="6341465"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fld id="{1BAD555E-1109-40DD-B9E3-54AD1B2F510A}" type="datetime1">
              <a:rPr lang="en-US" smtClean="0"/>
              <a:t>2/27/2024</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C397348C-2278-4979-91F5-76EB2E301FB5}" type="slidenum">
              <a:rPr lang="en-US" smtClean="0"/>
              <a:pPr>
                <a:defRPr/>
              </a:pPr>
              <a:t>‹#›</a:t>
            </a:fld>
            <a:endParaRPr lang="en-US"/>
          </a:p>
        </p:txBody>
      </p:sp>
    </p:spTree>
    <p:extLst>
      <p:ext uri="{BB962C8B-B14F-4D97-AF65-F5344CB8AC3E}">
        <p14:creationId xmlns:p14="http://schemas.microsoft.com/office/powerpoint/2010/main" val="136055583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fld id="{20228AC0-637E-43D2-9494-78153B0DFF7F}" type="datetime1">
              <a:rPr lang="en-US" smtClean="0"/>
              <a:t>2/27/2024</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C0206658-2488-4A26-8DE4-A83D37A30909}" type="slidenum">
              <a:rPr lang="en-US" smtClean="0"/>
              <a:pPr>
                <a:defRPr/>
              </a:pPr>
              <a:t>‹#›</a:t>
            </a:fld>
            <a:endParaRPr lang="en-US"/>
          </a:p>
        </p:txBody>
      </p:sp>
    </p:spTree>
    <p:extLst>
      <p:ext uri="{BB962C8B-B14F-4D97-AF65-F5344CB8AC3E}">
        <p14:creationId xmlns:p14="http://schemas.microsoft.com/office/powerpoint/2010/main" val="23055170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977312" y="609600"/>
            <a:ext cx="978812"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09599" y="609600"/>
            <a:ext cx="5195026" cy="525145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fld id="{9F56B432-C5E6-4CD2-B959-3FBA62245CE1}" type="datetime1">
              <a:rPr lang="en-US" smtClean="0"/>
              <a:t>2/27/2024</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5DD21A00-107F-4C42-AC10-8EAE8F3260B9}" type="slidenum">
              <a:rPr lang="en-US" smtClean="0"/>
              <a:pPr>
                <a:defRPr/>
              </a:pPr>
              <a:t>‹#›</a:t>
            </a:fld>
            <a:endParaRPr lang="en-US"/>
          </a:p>
        </p:txBody>
      </p:sp>
    </p:spTree>
    <p:extLst>
      <p:ext uri="{BB962C8B-B14F-4D97-AF65-F5344CB8AC3E}">
        <p14:creationId xmlns:p14="http://schemas.microsoft.com/office/powerpoint/2010/main" val="12906286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7" name="Group 16"/>
          <p:cNvGrpSpPr/>
          <p:nvPr/>
        </p:nvGrpSpPr>
        <p:grpSpPr>
          <a:xfrm>
            <a:off x="-8467" y="-8468"/>
            <a:ext cx="9171317" cy="6874935"/>
            <a:chOff x="-8467" y="-8468"/>
            <a:chExt cx="9171317" cy="6874935"/>
          </a:xfrm>
        </p:grpSpPr>
        <p:cxnSp>
          <p:nvCxnSpPr>
            <p:cNvPr id="7" name="Straight Connector 6"/>
            <p:cNvCxnSpPr/>
            <p:nvPr/>
          </p:nvCxnSpPr>
          <p:spPr>
            <a:xfrm flipV="1">
              <a:off x="5130830" y="4175605"/>
              <a:ext cx="4022475" cy="2682396"/>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8" name="Straight Connector 7"/>
            <p:cNvCxnSpPr/>
            <p:nvPr/>
          </p:nvCxnSpPr>
          <p:spPr>
            <a:xfrm>
              <a:off x="7042707"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9" name="Freeform 8"/>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0" name="Freeform 9"/>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1">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Freeform 12"/>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Freeform 13"/>
            <p:cNvSpPr/>
            <p:nvPr/>
          </p:nvSpPr>
          <p:spPr>
            <a:xfrm>
              <a:off x="8094165"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lumMod val="50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Freeform 14"/>
            <p:cNvSpPr/>
            <p:nvPr/>
          </p:nvSpPr>
          <p:spPr>
            <a:xfrm>
              <a:off x="8068764"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lumMod val="50000"/>
                <a:alpha val="7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Freeform 15"/>
            <p:cNvSpPr/>
            <p:nvPr/>
          </p:nvSpPr>
          <p:spPr>
            <a:xfrm>
              <a:off x="-8467" y="4013200"/>
              <a:ext cx="457200" cy="2853267"/>
            </a:xfrm>
            <a:custGeom>
              <a:avLst/>
              <a:gdLst/>
              <a:ahLst/>
              <a:cxnLst/>
              <a:rect l="l" t="t" r="r" b="b"/>
              <a:pathLst>
                <a:path w="457200" h="2853267">
                  <a:moveTo>
                    <a:pt x="0" y="0"/>
                  </a:moveTo>
                  <a:lnTo>
                    <a:pt x="457200" y="2853267"/>
                  </a:lnTo>
                  <a:lnTo>
                    <a:pt x="0" y="2844800"/>
                  </a:lnTo>
                  <a:cubicBezTo>
                    <a:pt x="2822" y="1905000"/>
                    <a:pt x="5645" y="965200"/>
                    <a:pt x="0" y="0"/>
                  </a:cubicBezTo>
                  <a:close/>
                </a:path>
              </a:pathLst>
            </a:cu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09599" y="609600"/>
            <a:ext cx="6347713"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09599" y="2160590"/>
            <a:ext cx="6347714"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405258" y="6041363"/>
            <a:ext cx="684132"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a:defRPr/>
            </a:pPr>
            <a:fld id="{D0ACB78E-13F0-4439-9C7C-6F902E8FE4F5}" type="datetime1">
              <a:rPr lang="en-US" smtClean="0"/>
              <a:t>2/27/2024</a:t>
            </a:fld>
            <a:endParaRPr lang="en-US"/>
          </a:p>
        </p:txBody>
      </p:sp>
      <p:sp>
        <p:nvSpPr>
          <p:cNvPr id="5" name="Footer Placeholder 4"/>
          <p:cNvSpPr>
            <a:spLocks noGrp="1"/>
          </p:cNvSpPr>
          <p:nvPr>
            <p:ph type="ftr" sz="quarter" idx="3"/>
          </p:nvPr>
        </p:nvSpPr>
        <p:spPr>
          <a:xfrm>
            <a:off x="609599" y="6041363"/>
            <a:ext cx="4622973"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a:xfrm>
            <a:off x="6444676" y="6041363"/>
            <a:ext cx="512638" cy="365125"/>
          </a:xfrm>
          <a:prstGeom prst="rect">
            <a:avLst/>
          </a:prstGeom>
        </p:spPr>
        <p:txBody>
          <a:bodyPr vert="horz" lIns="91440" tIns="45720" rIns="91440" bIns="45720" rtlCol="0" anchor="ctr"/>
          <a:lstStyle>
            <a:lvl1pPr algn="r">
              <a:defRPr sz="900">
                <a:solidFill>
                  <a:schemeClr val="accent1">
                    <a:lumMod val="75000"/>
                  </a:schemeClr>
                </a:solidFill>
              </a:defRPr>
            </a:lvl1pPr>
          </a:lstStyle>
          <a:p>
            <a:pPr>
              <a:defRPr/>
            </a:pPr>
            <a:fld id="{C397348C-2278-4979-91F5-76EB2E301FB5}" type="slidenum">
              <a:rPr lang="en-US" smtClean="0"/>
              <a:pPr>
                <a:defRPr/>
              </a:pPr>
              <a:t>‹#›</a:t>
            </a:fld>
            <a:endParaRPr lang="en-US"/>
          </a:p>
        </p:txBody>
      </p:sp>
    </p:spTree>
    <p:extLst>
      <p:ext uri="{BB962C8B-B14F-4D97-AF65-F5344CB8AC3E}">
        <p14:creationId xmlns:p14="http://schemas.microsoft.com/office/powerpoint/2010/main" val="3167221839"/>
      </p:ext>
    </p:extLst>
  </p:cSld>
  <p:clrMap bg1="lt1" tx1="dk1" bg2="lt2" tx2="dk2" accent1="accent1" accent2="accent2" accent3="accent3" accent4="accent4" accent5="accent5" accent6="accent6" hlink="hlink" folHlink="folHlink"/>
  <p:sldLayoutIdLst>
    <p:sldLayoutId id="2147483740" r:id="rId1"/>
    <p:sldLayoutId id="2147483741" r:id="rId2"/>
    <p:sldLayoutId id="2147483742" r:id="rId3"/>
    <p:sldLayoutId id="2147483743" r:id="rId4"/>
    <p:sldLayoutId id="2147483744" r:id="rId5"/>
    <p:sldLayoutId id="2147483745" r:id="rId6"/>
    <p:sldLayoutId id="2147483746" r:id="rId7"/>
    <p:sldLayoutId id="2147483747" r:id="rId8"/>
    <p:sldLayoutId id="2147483748" r:id="rId9"/>
    <p:sldLayoutId id="2147483749" r:id="rId10"/>
    <p:sldLayoutId id="2147483750" r:id="rId11"/>
    <p:sldLayoutId id="2147483751" r:id="rId12"/>
    <p:sldLayoutId id="2147483752" r:id="rId13"/>
    <p:sldLayoutId id="2147483753" r:id="rId14"/>
    <p:sldLayoutId id="2147483754" r:id="rId15"/>
    <p:sldLayoutId id="2147483755" r:id="rId16"/>
  </p:sldLayoutIdLst>
  <p:hf hdr="0" ftr="0" dt="0"/>
  <p:txStyles>
    <p:titleStyle>
      <a:lvl1pPr algn="l" defTabSz="457200" rtl="0" eaLnBrk="1" latinLnBrk="0" hangingPunct="1">
        <a:spcBef>
          <a:spcPct val="0"/>
        </a:spcBef>
        <a:buNone/>
        <a:defRPr sz="3600" kern="1200">
          <a:solidFill>
            <a:schemeClr val="accent1">
              <a:lumMod val="7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lumMod val="75000"/>
          </a:schemeClr>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lumMod val="75000"/>
          </a:schemeClr>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3.png"/><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oleObject" Target="../embeddings/oleObject1.bin"/><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oleObject" Target="../embeddings/oleObject2.bin"/><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7.jpeg"/><Relationship Id="rId7"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0.jpeg"/><Relationship Id="rId5" Type="http://schemas.openxmlformats.org/officeDocument/2006/relationships/image" Target="../media/image9.png"/><Relationship Id="rId4" Type="http://schemas.openxmlformats.org/officeDocument/2006/relationships/image" Target="../media/image8.png"/></Relationships>
</file>

<file path=ppt/slides/_rels/slide21.xml.rels><?xml version="1.0" encoding="UTF-8" standalone="yes"?>
<Relationships xmlns="http://schemas.openxmlformats.org/package/2006/relationships"><Relationship Id="rId3" Type="http://schemas.openxmlformats.org/officeDocument/2006/relationships/image" Target="../media/image12.jpeg"/><Relationship Id="rId7" Type="http://schemas.openxmlformats.org/officeDocument/2006/relationships/image" Target="../media/image7.jpe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oleObject" Target="../embeddings/oleObject3.bin"/><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3200400" y="1265314"/>
            <a:ext cx="5105400" cy="3249131"/>
          </a:xfrm>
        </p:spPr>
        <p:txBody>
          <a:bodyPr>
            <a:normAutofit/>
          </a:bodyPr>
          <a:lstStyle/>
          <a:p>
            <a:pPr algn="l" fontAlgn="auto">
              <a:spcAft>
                <a:spcPts val="0"/>
              </a:spcAft>
              <a:defRPr/>
            </a:pPr>
            <a:r>
              <a:rPr lang="en-US" dirty="0">
                <a:latin typeface="Abadi" panose="020B0604020104020204" pitchFamily="34" charset="0"/>
              </a:rPr>
              <a:t>Problem Solving</a:t>
            </a:r>
            <a:br>
              <a:rPr lang="en-US" dirty="0">
                <a:latin typeface="Abadi" panose="020B0604020104020204" pitchFamily="34" charset="0"/>
              </a:rPr>
            </a:br>
            <a:br>
              <a:rPr lang="en-US" dirty="0">
                <a:latin typeface="Abadi" panose="020B0604020104020204" pitchFamily="34" charset="0"/>
              </a:rPr>
            </a:br>
            <a:endParaRPr lang="id-ID" dirty="0">
              <a:latin typeface="Abadi" panose="020B0604020104020204" pitchFamily="34" charset="0"/>
            </a:endParaRPr>
          </a:p>
        </p:txBody>
      </p:sp>
      <p:sp>
        <p:nvSpPr>
          <p:cNvPr id="6147" name="Subtitle 2"/>
          <p:cNvSpPr>
            <a:spLocks noGrp="1"/>
          </p:cNvSpPr>
          <p:nvPr>
            <p:ph type="subTitle" idx="1"/>
          </p:nvPr>
        </p:nvSpPr>
        <p:spPr>
          <a:xfrm>
            <a:off x="3303920" y="3454572"/>
            <a:ext cx="5505747" cy="871042"/>
          </a:xfrm>
        </p:spPr>
        <p:txBody>
          <a:bodyPr>
            <a:normAutofit/>
          </a:bodyPr>
          <a:lstStyle/>
          <a:p>
            <a:pPr marR="0" algn="l"/>
            <a:r>
              <a:rPr lang="en-US" dirty="0" err="1">
                <a:solidFill>
                  <a:schemeClr val="tx1"/>
                </a:solidFill>
                <a:latin typeface="Abadi" panose="020B0604020104020204" pitchFamily="34" charset="0"/>
              </a:rPr>
              <a:t>Kuliah</a:t>
            </a:r>
            <a:r>
              <a:rPr lang="en-US" dirty="0">
                <a:solidFill>
                  <a:schemeClr val="tx1"/>
                </a:solidFill>
                <a:latin typeface="Abadi" panose="020B0604020104020204" pitchFamily="34" charset="0"/>
              </a:rPr>
              <a:t> : 26, 27, 28 </a:t>
            </a:r>
            <a:r>
              <a:rPr lang="en-US" dirty="0" err="1">
                <a:solidFill>
                  <a:schemeClr val="tx1"/>
                </a:solidFill>
                <a:latin typeface="Abadi" panose="020B0604020104020204" pitchFamily="34" charset="0"/>
              </a:rPr>
              <a:t>Februari</a:t>
            </a:r>
            <a:r>
              <a:rPr lang="en-US" dirty="0">
                <a:solidFill>
                  <a:schemeClr val="tx1"/>
                </a:solidFill>
                <a:latin typeface="Abadi" panose="020B0604020104020204" pitchFamily="34" charset="0"/>
              </a:rPr>
              <a:t>, dan 1 </a:t>
            </a:r>
            <a:r>
              <a:rPr lang="en-US" dirty="0" err="1">
                <a:solidFill>
                  <a:schemeClr val="tx1"/>
                </a:solidFill>
                <a:latin typeface="Abadi" panose="020B0604020104020204" pitchFamily="34" charset="0"/>
              </a:rPr>
              <a:t>Maret</a:t>
            </a:r>
            <a:r>
              <a:rPr lang="en-US" dirty="0">
                <a:solidFill>
                  <a:schemeClr val="tx1"/>
                </a:solidFill>
                <a:latin typeface="Abadi" panose="020B0604020104020204" pitchFamily="34" charset="0"/>
              </a:rPr>
              <a:t> 2024</a:t>
            </a:r>
          </a:p>
        </p:txBody>
      </p:sp>
      <p:sp>
        <p:nvSpPr>
          <p:cNvPr id="6149" name="Isosceles Triangle 73">
            <a:extLst>
              <a:ext uri="{FF2B5EF4-FFF2-40B4-BE49-F238E27FC236}">
                <a16:creationId xmlns:a16="http://schemas.microsoft.com/office/drawing/2014/main" id="{ADC5C86B-28CE-4597-97B7-4C09E20141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380" y="12700"/>
            <a:ext cx="631947"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D"/>
          </a:p>
        </p:txBody>
      </p:sp>
      <p:pic>
        <p:nvPicPr>
          <p:cNvPr id="6150" name="Graphic 70" descr="Magnifying glass">
            <a:extLst>
              <a:ext uri="{FF2B5EF4-FFF2-40B4-BE49-F238E27FC236}">
                <a16:creationId xmlns:a16="http://schemas.microsoft.com/office/drawing/2014/main" id="{9B8C49BF-E28B-4773-9D4B-A7492E2B6F9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66453" y="2020850"/>
            <a:ext cx="2824269" cy="2824269"/>
          </a:xfrm>
          <a:prstGeom prst="rect">
            <a:avLst/>
          </a:prstGeom>
        </p:spPr>
      </p:pic>
      <p:sp>
        <p:nvSpPr>
          <p:cNvPr id="3" name="Slide Number Placeholder 2">
            <a:extLst>
              <a:ext uri="{FF2B5EF4-FFF2-40B4-BE49-F238E27FC236}">
                <a16:creationId xmlns:a16="http://schemas.microsoft.com/office/drawing/2014/main" id="{294180F2-1073-43BA-84C4-D6DAF80F26C2}"/>
              </a:ext>
            </a:extLst>
          </p:cNvPr>
          <p:cNvSpPr>
            <a:spLocks noGrp="1"/>
          </p:cNvSpPr>
          <p:nvPr>
            <p:ph type="sldNum" sz="quarter" idx="12"/>
          </p:nvPr>
        </p:nvSpPr>
        <p:spPr/>
        <p:txBody>
          <a:bodyPr/>
          <a:lstStyle/>
          <a:p>
            <a:pPr>
              <a:defRPr/>
            </a:pPr>
            <a:fld id="{6D95C644-29D2-4325-9687-42080E15E814}" type="slidenum">
              <a:rPr lang="en-US" smtClean="0"/>
              <a:pPr>
                <a:defRPr/>
              </a:pPr>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9163C-A3FF-A949-DE7A-D2CC71359830}"/>
              </a:ext>
            </a:extLst>
          </p:cNvPr>
          <p:cNvSpPr>
            <a:spLocks noGrp="1"/>
          </p:cNvSpPr>
          <p:nvPr>
            <p:ph type="title"/>
          </p:nvPr>
        </p:nvSpPr>
        <p:spPr/>
        <p:txBody>
          <a:bodyPr/>
          <a:lstStyle/>
          <a:p>
            <a:r>
              <a:rPr lang="en-US" dirty="0" err="1"/>
              <a:t>Tujuan</a:t>
            </a:r>
            <a:r>
              <a:rPr lang="en-US" dirty="0"/>
              <a:t> </a:t>
            </a:r>
            <a:r>
              <a:rPr lang="en-US" dirty="0" err="1"/>
              <a:t>pembelajaran</a:t>
            </a:r>
            <a:endParaRPr lang="en-ID" dirty="0"/>
          </a:p>
        </p:txBody>
      </p:sp>
      <p:sp>
        <p:nvSpPr>
          <p:cNvPr id="3" name="Content Placeholder 2">
            <a:extLst>
              <a:ext uri="{FF2B5EF4-FFF2-40B4-BE49-F238E27FC236}">
                <a16:creationId xmlns:a16="http://schemas.microsoft.com/office/drawing/2014/main" id="{89BD3E0E-E380-A1D1-DBE1-323B7C16A27A}"/>
              </a:ext>
            </a:extLst>
          </p:cNvPr>
          <p:cNvSpPr>
            <a:spLocks noGrp="1"/>
          </p:cNvSpPr>
          <p:nvPr>
            <p:ph idx="1"/>
          </p:nvPr>
        </p:nvSpPr>
        <p:spPr/>
        <p:txBody>
          <a:bodyPr/>
          <a:lstStyle/>
          <a:p>
            <a:r>
              <a:rPr lang="en-US" dirty="0" err="1"/>
              <a:t>Mahasiswa</a:t>
            </a:r>
            <a:r>
              <a:rPr lang="en-US" dirty="0"/>
              <a:t> </a:t>
            </a:r>
            <a:r>
              <a:rPr lang="en-US" dirty="0" err="1"/>
              <a:t>dapat</a:t>
            </a:r>
            <a:r>
              <a:rPr lang="en-US" dirty="0"/>
              <a:t> </a:t>
            </a:r>
            <a:r>
              <a:rPr lang="en-US" dirty="0" err="1"/>
              <a:t>memahami</a:t>
            </a:r>
            <a:r>
              <a:rPr lang="en-US" dirty="0"/>
              <a:t> </a:t>
            </a:r>
            <a:r>
              <a:rPr lang="en-US" dirty="0" err="1"/>
              <a:t>konsep</a:t>
            </a:r>
            <a:r>
              <a:rPr lang="en-US" dirty="0"/>
              <a:t> </a:t>
            </a:r>
            <a:r>
              <a:rPr lang="en-US" dirty="0" err="1"/>
              <a:t>pencarian</a:t>
            </a:r>
            <a:r>
              <a:rPr lang="en-US" dirty="0"/>
              <a:t> </a:t>
            </a:r>
            <a:r>
              <a:rPr lang="en-US" dirty="0" err="1"/>
              <a:t>atau</a:t>
            </a:r>
            <a:r>
              <a:rPr lang="en-US" dirty="0"/>
              <a:t> problem solving </a:t>
            </a:r>
            <a:r>
              <a:rPr lang="en-US" dirty="0" err="1"/>
              <a:t>sebagai</a:t>
            </a:r>
            <a:r>
              <a:rPr lang="en-US" dirty="0"/>
              <a:t> salah </a:t>
            </a:r>
            <a:r>
              <a:rPr lang="en-US" dirty="0" err="1"/>
              <a:t>satu</a:t>
            </a:r>
            <a:r>
              <a:rPr lang="en-US" dirty="0"/>
              <a:t> </a:t>
            </a:r>
            <a:r>
              <a:rPr lang="en-US" dirty="0" err="1"/>
              <a:t>konsep</a:t>
            </a:r>
            <a:r>
              <a:rPr lang="en-US" dirty="0"/>
              <a:t> </a:t>
            </a:r>
            <a:r>
              <a:rPr lang="en-US" dirty="0" err="1"/>
              <a:t>dasar</a:t>
            </a:r>
            <a:r>
              <a:rPr lang="en-US" dirty="0"/>
              <a:t> Artificial Intelligence (AI)</a:t>
            </a:r>
          </a:p>
          <a:p>
            <a:r>
              <a:rPr lang="en-US" dirty="0" err="1"/>
              <a:t>Mahasiswa</a:t>
            </a:r>
            <a:r>
              <a:rPr lang="en-US" dirty="0"/>
              <a:t> </a:t>
            </a:r>
            <a:r>
              <a:rPr lang="en-US" dirty="0" err="1"/>
              <a:t>dapat</a:t>
            </a:r>
            <a:r>
              <a:rPr lang="en-US" dirty="0"/>
              <a:t> </a:t>
            </a:r>
            <a:r>
              <a:rPr lang="en-US" dirty="0" err="1"/>
              <a:t>memahami</a:t>
            </a:r>
            <a:r>
              <a:rPr lang="en-US" dirty="0"/>
              <a:t> </a:t>
            </a:r>
            <a:r>
              <a:rPr lang="en-US" dirty="0" err="1"/>
              <a:t>konsep</a:t>
            </a:r>
            <a:r>
              <a:rPr lang="en-US" dirty="0"/>
              <a:t> problem solving</a:t>
            </a:r>
          </a:p>
          <a:p>
            <a:r>
              <a:rPr lang="en-US" dirty="0" err="1"/>
              <a:t>Mahasiswa</a:t>
            </a:r>
            <a:r>
              <a:rPr lang="en-US" dirty="0"/>
              <a:t> </a:t>
            </a:r>
            <a:r>
              <a:rPr lang="en-US" dirty="0" err="1"/>
              <a:t>dapat</a:t>
            </a:r>
            <a:r>
              <a:rPr lang="en-US" dirty="0"/>
              <a:t> </a:t>
            </a:r>
            <a:r>
              <a:rPr lang="en-US" dirty="0" err="1"/>
              <a:t>memahami</a:t>
            </a:r>
            <a:r>
              <a:rPr lang="en-US" dirty="0"/>
              <a:t> </a:t>
            </a:r>
            <a:r>
              <a:rPr lang="en-US" dirty="0" err="1"/>
              <a:t>jenis-jenis</a:t>
            </a:r>
            <a:r>
              <a:rPr lang="en-US" dirty="0"/>
              <a:t> </a:t>
            </a:r>
            <a:r>
              <a:rPr lang="en-US" dirty="0" err="1"/>
              <a:t>teknik</a:t>
            </a:r>
            <a:r>
              <a:rPr lang="en-US" dirty="0"/>
              <a:t> </a:t>
            </a:r>
            <a:r>
              <a:rPr lang="en-US" dirty="0" err="1"/>
              <a:t>pencarian</a:t>
            </a:r>
            <a:r>
              <a:rPr lang="en-US" dirty="0"/>
              <a:t> (blind &amp; heuristic)</a:t>
            </a:r>
            <a:endParaRPr lang="id-ID" dirty="0"/>
          </a:p>
          <a:p>
            <a:endParaRPr lang="en-ID" dirty="0"/>
          </a:p>
        </p:txBody>
      </p:sp>
      <p:sp>
        <p:nvSpPr>
          <p:cNvPr id="4" name="Slide Number Placeholder 3">
            <a:extLst>
              <a:ext uri="{FF2B5EF4-FFF2-40B4-BE49-F238E27FC236}">
                <a16:creationId xmlns:a16="http://schemas.microsoft.com/office/drawing/2014/main" id="{E53A3B9A-87C5-F01D-3B09-BB1D701C6202}"/>
              </a:ext>
            </a:extLst>
          </p:cNvPr>
          <p:cNvSpPr>
            <a:spLocks noGrp="1"/>
          </p:cNvSpPr>
          <p:nvPr>
            <p:ph type="sldNum" sz="quarter" idx="12"/>
          </p:nvPr>
        </p:nvSpPr>
        <p:spPr/>
        <p:txBody>
          <a:bodyPr/>
          <a:lstStyle/>
          <a:p>
            <a:pPr>
              <a:defRPr/>
            </a:pPr>
            <a:fld id="{042A94E5-A39D-46B1-A8BE-601D3A7105D6}" type="slidenum">
              <a:rPr lang="en-US" smtClean="0"/>
              <a:pPr>
                <a:defRPr/>
              </a:pPr>
              <a:t>2</a:t>
            </a:fld>
            <a:endParaRPr lang="en-US"/>
          </a:p>
        </p:txBody>
      </p:sp>
    </p:spTree>
    <p:extLst>
      <p:ext uri="{BB962C8B-B14F-4D97-AF65-F5344CB8AC3E}">
        <p14:creationId xmlns:p14="http://schemas.microsoft.com/office/powerpoint/2010/main" val="21659672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D"/>
              <a:t>Topik Pembahasan</a:t>
            </a:r>
          </a:p>
        </p:txBody>
      </p:sp>
      <p:sp>
        <p:nvSpPr>
          <p:cNvPr id="3" name="Content Placeholder 2"/>
          <p:cNvSpPr>
            <a:spLocks noGrp="1"/>
          </p:cNvSpPr>
          <p:nvPr>
            <p:ph idx="1"/>
          </p:nvPr>
        </p:nvSpPr>
        <p:spPr/>
        <p:txBody>
          <a:bodyPr/>
          <a:lstStyle/>
          <a:p>
            <a:r>
              <a:rPr lang="en-ID"/>
              <a:t>Problem Solving Agent  </a:t>
            </a:r>
          </a:p>
          <a:p>
            <a:r>
              <a:rPr lang="en-ID"/>
              <a:t>Masalah, Ruang Masalah, Ruang Keadaan</a:t>
            </a:r>
          </a:p>
          <a:p>
            <a:r>
              <a:rPr lang="en-ID"/>
              <a:t>Uninformed Search </a:t>
            </a:r>
          </a:p>
          <a:p>
            <a:r>
              <a:rPr lang="en-ID"/>
              <a:t>Informed Search</a:t>
            </a:r>
          </a:p>
        </p:txBody>
      </p:sp>
    </p:spTree>
    <p:extLst>
      <p:ext uri="{BB962C8B-B14F-4D97-AF65-F5344CB8AC3E}">
        <p14:creationId xmlns:p14="http://schemas.microsoft.com/office/powerpoint/2010/main" val="30166662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Problem Solving Agent</a:t>
            </a:r>
            <a:endParaRPr lang="en-US" dirty="0"/>
          </a:p>
        </p:txBody>
      </p:sp>
      <p:sp>
        <p:nvSpPr>
          <p:cNvPr id="3" name="Content Placeholder 2"/>
          <p:cNvSpPr>
            <a:spLocks noGrp="1"/>
          </p:cNvSpPr>
          <p:nvPr>
            <p:ph idx="1"/>
          </p:nvPr>
        </p:nvSpPr>
        <p:spPr>
          <a:xfrm>
            <a:off x="457200" y="1885950"/>
            <a:ext cx="4708866" cy="3714750"/>
          </a:xfrm>
        </p:spPr>
        <p:txBody>
          <a:bodyPr>
            <a:normAutofit/>
          </a:bodyPr>
          <a:lstStyle/>
          <a:p>
            <a:pPr marL="0" indent="0">
              <a:buNone/>
            </a:pPr>
            <a:r>
              <a:rPr lang="en-US" sz="2400" b="1" i="1" dirty="0">
                <a:solidFill>
                  <a:srgbClr val="FF0000"/>
                </a:solidFill>
              </a:rPr>
              <a:t>Goal-based agent</a:t>
            </a:r>
          </a:p>
          <a:p>
            <a:pPr marL="0" indent="0">
              <a:buNone/>
            </a:pPr>
            <a:r>
              <a:rPr lang="en-US" sz="2400" dirty="0" err="1"/>
              <a:t>Agen</a:t>
            </a:r>
            <a:r>
              <a:rPr lang="en-US" sz="2400" dirty="0"/>
              <a:t> yang </a:t>
            </a:r>
            <a:r>
              <a:rPr lang="en-US" sz="2400" dirty="0" err="1"/>
              <a:t>memiliki</a:t>
            </a:r>
            <a:r>
              <a:rPr lang="en-US" sz="2400" dirty="0"/>
              <a:t> </a:t>
            </a:r>
            <a:r>
              <a:rPr lang="en-US" sz="2400" dirty="0" err="1"/>
              <a:t>informasi</a:t>
            </a:r>
            <a:r>
              <a:rPr lang="en-US" sz="2400" dirty="0"/>
              <a:t> </a:t>
            </a:r>
            <a:r>
              <a:rPr lang="en-US" sz="2400" dirty="0" err="1"/>
              <a:t>mengenai</a:t>
            </a:r>
            <a:r>
              <a:rPr lang="en-US" sz="2400" dirty="0"/>
              <a:t> </a:t>
            </a:r>
            <a:r>
              <a:rPr lang="en-US" sz="2400" dirty="0" err="1"/>
              <a:t>tujuan</a:t>
            </a:r>
            <a:r>
              <a:rPr lang="en-US" sz="2400" dirty="0"/>
              <a:t>, </a:t>
            </a:r>
            <a:r>
              <a:rPr lang="en-US" sz="2400" dirty="0" err="1"/>
              <a:t>memilih</a:t>
            </a:r>
            <a:r>
              <a:rPr lang="en-US" sz="2400" dirty="0"/>
              <a:t> </a:t>
            </a:r>
            <a:r>
              <a:rPr lang="en-US" sz="2400" dirty="0" err="1"/>
              <a:t>tindakan</a:t>
            </a:r>
            <a:r>
              <a:rPr lang="en-US" sz="2400" dirty="0"/>
              <a:t> yang </a:t>
            </a:r>
            <a:r>
              <a:rPr lang="en-US" sz="2400" dirty="0" err="1"/>
              <a:t>mencapai</a:t>
            </a:r>
            <a:r>
              <a:rPr lang="en-US" sz="2400" dirty="0"/>
              <a:t> </a:t>
            </a:r>
            <a:r>
              <a:rPr lang="en-US" sz="2400" dirty="0" err="1"/>
              <a:t>tujuan</a:t>
            </a:r>
            <a:r>
              <a:rPr lang="en-US" sz="2400" dirty="0"/>
              <a:t>. </a:t>
            </a:r>
          </a:p>
          <a:p>
            <a:pPr marL="0" indent="0">
              <a:buNone/>
            </a:pPr>
            <a:endParaRPr lang="en-US" sz="2400" dirty="0"/>
          </a:p>
          <a:p>
            <a:pPr marL="0" indent="0">
              <a:buNone/>
            </a:pPr>
            <a:r>
              <a:rPr lang="en-US" sz="2400" dirty="0"/>
              <a:t>Salah </a:t>
            </a:r>
            <a:r>
              <a:rPr lang="en-US" sz="2400" dirty="0" err="1"/>
              <a:t>satu</a:t>
            </a:r>
            <a:r>
              <a:rPr lang="en-US" sz="2400" dirty="0"/>
              <a:t> </a:t>
            </a:r>
            <a:r>
              <a:rPr lang="en-US" sz="2400" dirty="0" err="1"/>
              <a:t>jenis</a:t>
            </a:r>
            <a:r>
              <a:rPr lang="en-US" sz="2400" dirty="0"/>
              <a:t> </a:t>
            </a:r>
            <a:r>
              <a:rPr lang="en-US" sz="2400" i="1" dirty="0"/>
              <a:t>goal-based agent </a:t>
            </a:r>
            <a:r>
              <a:rPr lang="en-US" sz="2400" dirty="0" err="1"/>
              <a:t>adalah</a:t>
            </a:r>
            <a:r>
              <a:rPr lang="en-US" sz="2400" dirty="0"/>
              <a:t> </a:t>
            </a:r>
            <a:r>
              <a:rPr lang="en-US" sz="2400" b="1" i="1" dirty="0">
                <a:solidFill>
                  <a:srgbClr val="FF0000"/>
                </a:solidFill>
              </a:rPr>
              <a:t>Problem-solving agent</a:t>
            </a:r>
          </a:p>
        </p:txBody>
      </p:sp>
      <p:pic>
        <p:nvPicPr>
          <p:cNvPr id="4" name="Picture 3"/>
          <p:cNvPicPr>
            <a:picLocks noChangeAspect="1"/>
          </p:cNvPicPr>
          <p:nvPr/>
        </p:nvPicPr>
        <p:blipFill>
          <a:blip r:embed="rId2"/>
          <a:stretch>
            <a:fillRect/>
          </a:stretch>
        </p:blipFill>
        <p:spPr>
          <a:xfrm>
            <a:off x="5274036" y="2132856"/>
            <a:ext cx="3565164" cy="1644517"/>
          </a:xfrm>
          <a:prstGeom prst="rect">
            <a:avLst/>
          </a:prstGeom>
        </p:spPr>
      </p:pic>
    </p:spTree>
    <p:extLst>
      <p:ext uri="{BB962C8B-B14F-4D97-AF65-F5344CB8AC3E}">
        <p14:creationId xmlns:p14="http://schemas.microsoft.com/office/powerpoint/2010/main" val="1395168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Problem Solving Agent</a:t>
            </a:r>
            <a:endParaRPr lang="en-US" dirty="0"/>
          </a:p>
        </p:txBody>
      </p:sp>
      <p:sp>
        <p:nvSpPr>
          <p:cNvPr id="3" name="Content Placeholder 2"/>
          <p:cNvSpPr>
            <a:spLocks noGrp="1"/>
          </p:cNvSpPr>
          <p:nvPr>
            <p:ph idx="1"/>
          </p:nvPr>
        </p:nvSpPr>
        <p:spPr>
          <a:xfrm>
            <a:off x="457200" y="1885950"/>
            <a:ext cx="4654860" cy="3714750"/>
          </a:xfrm>
        </p:spPr>
        <p:txBody>
          <a:bodyPr/>
          <a:lstStyle/>
          <a:p>
            <a:pPr marL="0" indent="0">
              <a:buNone/>
            </a:pPr>
            <a:r>
              <a:rPr lang="en-US" sz="2400" b="1" i="1" dirty="0">
                <a:solidFill>
                  <a:srgbClr val="FF0000"/>
                </a:solidFill>
              </a:rPr>
              <a:t>Problem-solving agent </a:t>
            </a:r>
          </a:p>
          <a:p>
            <a:pPr marL="0" indent="0">
              <a:buNone/>
            </a:pPr>
            <a:r>
              <a:rPr lang="en-US" sz="2400" dirty="0" err="1"/>
              <a:t>Menemukan</a:t>
            </a:r>
            <a:r>
              <a:rPr lang="en-US" sz="2400" dirty="0"/>
              <a:t>/</a:t>
            </a:r>
            <a:r>
              <a:rPr lang="en-US" sz="2400" dirty="0" err="1"/>
              <a:t>menghasilkan</a:t>
            </a:r>
            <a:r>
              <a:rPr lang="en-US" sz="2400" dirty="0"/>
              <a:t> </a:t>
            </a:r>
            <a:r>
              <a:rPr lang="en-US" sz="2400" dirty="0" err="1"/>
              <a:t>solusi</a:t>
            </a:r>
            <a:r>
              <a:rPr lang="en-US" sz="2400" dirty="0"/>
              <a:t> </a:t>
            </a:r>
            <a:r>
              <a:rPr lang="en-US" sz="2400" dirty="0" err="1"/>
              <a:t>dalam</a:t>
            </a:r>
            <a:r>
              <a:rPr lang="en-US" sz="2400" dirty="0"/>
              <a:t> </a:t>
            </a:r>
            <a:r>
              <a:rPr lang="en-US" sz="2400" dirty="0" err="1"/>
              <a:t>serangkaian</a:t>
            </a:r>
            <a:r>
              <a:rPr lang="en-US" sz="2400" dirty="0"/>
              <a:t> </a:t>
            </a:r>
            <a:r>
              <a:rPr lang="en-US" sz="2400" dirty="0" err="1"/>
              <a:t>tindakan</a:t>
            </a:r>
            <a:r>
              <a:rPr lang="en-US" sz="2400" dirty="0"/>
              <a:t> (</a:t>
            </a:r>
            <a:r>
              <a:rPr lang="en-US" sz="2400" i="1" dirty="0"/>
              <a:t>sequence action</a:t>
            </a:r>
            <a:r>
              <a:rPr lang="en-US" sz="2400" dirty="0"/>
              <a:t>) yang </a:t>
            </a:r>
            <a:r>
              <a:rPr lang="en-US" sz="2400" dirty="0" err="1"/>
              <a:t>diambil</a:t>
            </a:r>
            <a:r>
              <a:rPr lang="en-US" sz="2400" dirty="0"/>
              <a:t> </a:t>
            </a:r>
            <a:r>
              <a:rPr lang="en-US" sz="2400" dirty="0" err="1"/>
              <a:t>untuk</a:t>
            </a:r>
            <a:r>
              <a:rPr lang="en-US" sz="2400" dirty="0"/>
              <a:t> </a:t>
            </a:r>
            <a:r>
              <a:rPr lang="en-US" sz="2400" dirty="0" err="1"/>
              <a:t>mencapai</a:t>
            </a:r>
            <a:r>
              <a:rPr lang="en-US" sz="2400" dirty="0"/>
              <a:t> </a:t>
            </a:r>
            <a:r>
              <a:rPr lang="en-US" sz="2400" dirty="0" err="1"/>
              <a:t>tujuan</a:t>
            </a:r>
            <a:r>
              <a:rPr lang="en-US" sz="2400" dirty="0"/>
              <a:t>.</a:t>
            </a:r>
          </a:p>
          <a:p>
            <a:pPr marL="0" indent="0">
              <a:buNone/>
            </a:pPr>
            <a:endParaRPr lang="en-US" sz="2400" dirty="0"/>
          </a:p>
          <a:p>
            <a:pPr marL="0" indent="0">
              <a:buNone/>
            </a:pPr>
            <a:r>
              <a:rPr lang="en-US" sz="2400" dirty="0" err="1"/>
              <a:t>Apa</a:t>
            </a:r>
            <a:r>
              <a:rPr lang="en-US" sz="2400" dirty="0"/>
              <a:t> </a:t>
            </a:r>
            <a:r>
              <a:rPr lang="en-US" sz="2400" dirty="0" err="1">
                <a:solidFill>
                  <a:srgbClr val="FF0000"/>
                </a:solidFill>
              </a:rPr>
              <a:t>masalahnya</a:t>
            </a:r>
            <a:r>
              <a:rPr lang="en-US" sz="2400" dirty="0"/>
              <a:t>? </a:t>
            </a:r>
            <a:r>
              <a:rPr lang="en-US" sz="2400" dirty="0" err="1"/>
              <a:t>Apa</a:t>
            </a:r>
            <a:r>
              <a:rPr lang="en-US" sz="2400" dirty="0"/>
              <a:t> </a:t>
            </a:r>
            <a:r>
              <a:rPr lang="en-US" sz="2400" err="1">
                <a:solidFill>
                  <a:srgbClr val="FF0000"/>
                </a:solidFill>
              </a:rPr>
              <a:t>solusinya</a:t>
            </a:r>
            <a:r>
              <a:rPr lang="en-US" sz="2400"/>
              <a:t>?</a:t>
            </a:r>
            <a:endParaRPr lang="en-US" sz="2400" dirty="0">
              <a:solidFill>
                <a:srgbClr val="FF0000"/>
              </a:solidFill>
            </a:endParaRPr>
          </a:p>
        </p:txBody>
      </p:sp>
      <p:pic>
        <p:nvPicPr>
          <p:cNvPr id="4" name="Picture 3"/>
          <p:cNvPicPr>
            <a:picLocks noChangeAspect="1"/>
          </p:cNvPicPr>
          <p:nvPr/>
        </p:nvPicPr>
        <p:blipFill>
          <a:blip r:embed="rId3"/>
          <a:stretch>
            <a:fillRect/>
          </a:stretch>
        </p:blipFill>
        <p:spPr>
          <a:xfrm>
            <a:off x="5274036" y="2132856"/>
            <a:ext cx="3565164" cy="1644517"/>
          </a:xfrm>
          <a:prstGeom prst="rect">
            <a:avLst/>
          </a:prstGeom>
        </p:spPr>
      </p:pic>
    </p:spTree>
    <p:extLst>
      <p:ext uri="{BB962C8B-B14F-4D97-AF65-F5344CB8AC3E}">
        <p14:creationId xmlns:p14="http://schemas.microsoft.com/office/powerpoint/2010/main" val="11464583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7162801" cy="1320800"/>
          </a:xfrm>
        </p:spPr>
        <p:txBody>
          <a:bodyPr>
            <a:noAutofit/>
          </a:bodyPr>
          <a:lstStyle/>
          <a:p>
            <a:r>
              <a:rPr lang="en-US"/>
              <a:t>Mekanisme Kerja Problem-Solving Agent (1)</a:t>
            </a:r>
            <a:endParaRPr lang="en-US" dirty="0"/>
          </a:p>
        </p:txBody>
      </p:sp>
      <p:graphicFrame>
        <p:nvGraphicFramePr>
          <p:cNvPr id="6" name="Content Placeholder 2">
            <a:extLst>
              <a:ext uri="{FF2B5EF4-FFF2-40B4-BE49-F238E27FC236}">
                <a16:creationId xmlns:a16="http://schemas.microsoft.com/office/drawing/2014/main" id="{6334B482-7863-76E3-363F-25314732E8D5}"/>
              </a:ext>
            </a:extLst>
          </p:cNvPr>
          <p:cNvGraphicFramePr>
            <a:graphicFrameLocks noGrp="1"/>
          </p:cNvGraphicFramePr>
          <p:nvPr>
            <p:ph idx="1"/>
          </p:nvPr>
        </p:nvGraphicFramePr>
        <p:xfrm>
          <a:off x="662940" y="2024845"/>
          <a:ext cx="4665144" cy="380445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4" name="Picture 3"/>
          <p:cNvPicPr>
            <a:picLocks noChangeAspect="1"/>
          </p:cNvPicPr>
          <p:nvPr/>
        </p:nvPicPr>
        <p:blipFill>
          <a:blip r:embed="rId7"/>
          <a:stretch>
            <a:fillRect/>
          </a:stretch>
        </p:blipFill>
        <p:spPr>
          <a:xfrm>
            <a:off x="5274036" y="2132856"/>
            <a:ext cx="3565164" cy="1644517"/>
          </a:xfrm>
          <a:prstGeom prst="rect">
            <a:avLst/>
          </a:prstGeom>
        </p:spPr>
      </p:pic>
    </p:spTree>
    <p:extLst>
      <p:ext uri="{BB962C8B-B14F-4D97-AF65-F5344CB8AC3E}">
        <p14:creationId xmlns:p14="http://schemas.microsoft.com/office/powerpoint/2010/main" val="23324062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1" name="Rectangle 30">
            <a:extLst>
              <a:ext uri="{FF2B5EF4-FFF2-40B4-BE49-F238E27FC236}">
                <a16:creationId xmlns:a16="http://schemas.microsoft.com/office/drawing/2014/main" id="{BDDE9CD4-0E0A-4129-8689-A89C4E9A66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person and person drawing a tangled rope&#10;&#10;Description automatically generated"/>
          <p:cNvPicPr>
            <a:picLocks noChangeAspect="1"/>
          </p:cNvPicPr>
          <p:nvPr/>
        </p:nvPicPr>
        <p:blipFill rotWithShape="1">
          <a:blip r:embed="rId2">
            <a:duotone>
              <a:schemeClr val="bg2">
                <a:shade val="45000"/>
                <a:satMod val="135000"/>
              </a:schemeClr>
              <a:prstClr val="white"/>
            </a:duotone>
            <a:alphaModFix amt="25000"/>
          </a:blip>
          <a:srcRect l="15173" r="23160" b="-1"/>
          <a:stretch/>
        </p:blipFill>
        <p:spPr>
          <a:xfrm>
            <a:off x="20" y="10"/>
            <a:ext cx="9143980" cy="6857990"/>
          </a:xfrm>
          <a:prstGeom prst="rect">
            <a:avLst/>
          </a:prstGeom>
        </p:spPr>
      </p:pic>
      <p:grpSp>
        <p:nvGrpSpPr>
          <p:cNvPr id="32" name="Group 31">
            <a:extLst>
              <a:ext uri="{FF2B5EF4-FFF2-40B4-BE49-F238E27FC236}">
                <a16:creationId xmlns:a16="http://schemas.microsoft.com/office/drawing/2014/main" id="{85DB3CA2-FA66-42B9-90EF-394894352D8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9144001" cy="6866467"/>
            <a:chOff x="0" y="-8467"/>
            <a:chExt cx="12192000" cy="6866467"/>
          </a:xfrm>
        </p:grpSpPr>
        <p:cxnSp>
          <p:nvCxnSpPr>
            <p:cNvPr id="12" name="Straight Connector 11">
              <a:extLst>
                <a:ext uri="{FF2B5EF4-FFF2-40B4-BE49-F238E27FC236}">
                  <a16:creationId xmlns:a16="http://schemas.microsoft.com/office/drawing/2014/main" id="{2C8D0718-07C6-45A2-A743-BC64673C965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FAE7BCCE-817C-4933-A587-F1EF87D4B4A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4" name="Rectangle 23">
              <a:extLst>
                <a:ext uri="{FF2B5EF4-FFF2-40B4-BE49-F238E27FC236}">
                  <a16:creationId xmlns:a16="http://schemas.microsoft.com/office/drawing/2014/main" id="{0E96C1E8-3E07-4AF1-BA61-7FB948F90A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D"/>
            </a:p>
          </p:txBody>
        </p:sp>
        <p:sp>
          <p:nvSpPr>
            <p:cNvPr id="34" name="Rectangle 25">
              <a:extLst>
                <a:ext uri="{FF2B5EF4-FFF2-40B4-BE49-F238E27FC236}">
                  <a16:creationId xmlns:a16="http://schemas.microsoft.com/office/drawing/2014/main" id="{B3B592D1-4031-4144-A2DB-B2D8F8C738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D"/>
            </a:p>
          </p:txBody>
        </p:sp>
        <p:sp>
          <p:nvSpPr>
            <p:cNvPr id="16" name="Isosceles Triangle 15">
              <a:extLst>
                <a:ext uri="{FF2B5EF4-FFF2-40B4-BE49-F238E27FC236}">
                  <a16:creationId xmlns:a16="http://schemas.microsoft.com/office/drawing/2014/main" id="{55CB28D4-D6D1-4DB7-B557-D5FF65237B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D"/>
            </a:p>
          </p:txBody>
        </p:sp>
        <p:sp>
          <p:nvSpPr>
            <p:cNvPr id="35" name="Rectangle 27">
              <a:extLst>
                <a:ext uri="{FF2B5EF4-FFF2-40B4-BE49-F238E27FC236}">
                  <a16:creationId xmlns:a16="http://schemas.microsoft.com/office/drawing/2014/main" id="{F69D97D4-6031-4064-9BBA-2E96839A3C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D"/>
            </a:p>
          </p:txBody>
        </p:sp>
        <p:sp>
          <p:nvSpPr>
            <p:cNvPr id="18" name="Rectangle 28">
              <a:extLst>
                <a:ext uri="{FF2B5EF4-FFF2-40B4-BE49-F238E27FC236}">
                  <a16:creationId xmlns:a16="http://schemas.microsoft.com/office/drawing/2014/main" id="{BAF978AE-97B1-4224-A562-EBCE373A12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D"/>
            </a:p>
          </p:txBody>
        </p:sp>
        <p:sp>
          <p:nvSpPr>
            <p:cNvPr id="36" name="Rectangle 29">
              <a:extLst>
                <a:ext uri="{FF2B5EF4-FFF2-40B4-BE49-F238E27FC236}">
                  <a16:creationId xmlns:a16="http://schemas.microsoft.com/office/drawing/2014/main" id="{3A18250B-41A2-4BA7-9E5C-679CF3AEFB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D"/>
            </a:p>
          </p:txBody>
        </p:sp>
        <p:sp>
          <p:nvSpPr>
            <p:cNvPr id="20" name="Isosceles Triangle 19">
              <a:extLst>
                <a:ext uri="{FF2B5EF4-FFF2-40B4-BE49-F238E27FC236}">
                  <a16:creationId xmlns:a16="http://schemas.microsoft.com/office/drawing/2014/main" id="{C8751ECC-5286-4332-9942-2D01B71359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D"/>
            </a:p>
          </p:txBody>
        </p:sp>
        <p:sp>
          <p:nvSpPr>
            <p:cNvPr id="37" name="Isosceles Triangle 36">
              <a:extLst>
                <a:ext uri="{FF2B5EF4-FFF2-40B4-BE49-F238E27FC236}">
                  <a16:creationId xmlns:a16="http://schemas.microsoft.com/office/drawing/2014/main" id="{5952A4A6-F619-458C-A026-6E5D6AF15D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D"/>
            </a:p>
          </p:txBody>
        </p:sp>
      </p:grpSp>
      <p:sp>
        <p:nvSpPr>
          <p:cNvPr id="2" name="Title 1"/>
          <p:cNvSpPr>
            <a:spLocks noGrp="1"/>
          </p:cNvSpPr>
          <p:nvPr>
            <p:ph type="title"/>
          </p:nvPr>
        </p:nvSpPr>
        <p:spPr>
          <a:xfrm>
            <a:off x="508000" y="609600"/>
            <a:ext cx="6447501" cy="1320800"/>
          </a:xfrm>
        </p:spPr>
        <p:txBody>
          <a:bodyPr>
            <a:normAutofit/>
          </a:bodyPr>
          <a:lstStyle/>
          <a:p>
            <a:r>
              <a:rPr lang="en-US"/>
              <a:t>Mekanisme Kerja Problem-Solving Agent (2)</a:t>
            </a:r>
            <a:endParaRPr lang="en-US" dirty="0"/>
          </a:p>
        </p:txBody>
      </p:sp>
      <p:graphicFrame>
        <p:nvGraphicFramePr>
          <p:cNvPr id="39" name="Content Placeholder 2">
            <a:extLst>
              <a:ext uri="{FF2B5EF4-FFF2-40B4-BE49-F238E27FC236}">
                <a16:creationId xmlns:a16="http://schemas.microsoft.com/office/drawing/2014/main" id="{6D96AD8C-F920-5E8C-8AA8-47FF90515806}"/>
              </a:ext>
            </a:extLst>
          </p:cNvPr>
          <p:cNvGraphicFramePr>
            <a:graphicFrameLocks noGrp="1"/>
          </p:cNvGraphicFramePr>
          <p:nvPr>
            <p:ph idx="1"/>
          </p:nvPr>
        </p:nvGraphicFramePr>
        <p:xfrm>
          <a:off x="508000" y="2160589"/>
          <a:ext cx="6447501" cy="388077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6460259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0B5F7E3B-C5F1-40E0-A491-558BAFBC112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181353" y="1460500"/>
            <a:ext cx="0" cy="3937000"/>
          </a:xfrm>
          <a:prstGeom prst="line">
            <a:avLst/>
          </a:prstGeom>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482600" y="816638"/>
            <a:ext cx="2525519" cy="5224724"/>
          </a:xfrm>
        </p:spPr>
        <p:txBody>
          <a:bodyPr anchor="ctr">
            <a:normAutofit/>
          </a:bodyPr>
          <a:lstStyle/>
          <a:p>
            <a:r>
              <a:rPr lang="en-US" dirty="0" err="1"/>
              <a:t>Sifat</a:t>
            </a:r>
            <a:r>
              <a:rPr lang="en-US" dirty="0"/>
              <a:t> Problem-Solving Agent</a:t>
            </a:r>
          </a:p>
        </p:txBody>
      </p:sp>
      <p:sp>
        <p:nvSpPr>
          <p:cNvPr id="3" name="Content Placeholder 2"/>
          <p:cNvSpPr>
            <a:spLocks noGrp="1"/>
          </p:cNvSpPr>
          <p:nvPr>
            <p:ph idx="1"/>
          </p:nvPr>
        </p:nvSpPr>
        <p:spPr>
          <a:xfrm>
            <a:off x="3490721" y="816638"/>
            <a:ext cx="4434077" cy="5224724"/>
          </a:xfrm>
        </p:spPr>
        <p:txBody>
          <a:bodyPr anchor="ctr">
            <a:normAutofit/>
          </a:bodyPr>
          <a:lstStyle/>
          <a:p>
            <a:r>
              <a:rPr lang="sv-SE" sz="1900" dirty="0"/>
              <a:t>Biasanya problem solving agent mengasumsikan </a:t>
            </a:r>
            <a:r>
              <a:rPr lang="en-US" sz="1900" dirty="0" err="1"/>
              <a:t>bahwa</a:t>
            </a:r>
            <a:r>
              <a:rPr lang="en-US" sz="1900" dirty="0"/>
              <a:t> environment-</a:t>
            </a:r>
            <a:r>
              <a:rPr lang="en-US" sz="1900" dirty="0" err="1"/>
              <a:t>nya</a:t>
            </a:r>
            <a:r>
              <a:rPr lang="en-US" sz="1900" dirty="0"/>
              <a:t>:</a:t>
            </a:r>
          </a:p>
          <a:p>
            <a:pPr lvl="1"/>
            <a:r>
              <a:rPr lang="en-US" sz="1900" dirty="0"/>
              <a:t>fully observable</a:t>
            </a:r>
          </a:p>
          <a:p>
            <a:pPr lvl="1"/>
            <a:r>
              <a:rPr lang="en-US" sz="1900" dirty="0"/>
              <a:t>deterministic</a:t>
            </a:r>
          </a:p>
          <a:p>
            <a:pPr lvl="1"/>
            <a:r>
              <a:rPr lang="en-US" sz="1900" dirty="0"/>
              <a:t>sequential</a:t>
            </a:r>
          </a:p>
          <a:p>
            <a:pPr lvl="1"/>
            <a:r>
              <a:rPr lang="en-US" sz="1900" dirty="0"/>
              <a:t>static</a:t>
            </a:r>
          </a:p>
          <a:p>
            <a:pPr lvl="1"/>
            <a:r>
              <a:rPr lang="en-US" sz="1900" dirty="0"/>
              <a:t>discrete</a:t>
            </a:r>
          </a:p>
        </p:txBody>
      </p:sp>
    </p:spTree>
    <p:extLst>
      <p:ext uri="{BB962C8B-B14F-4D97-AF65-F5344CB8AC3E}">
        <p14:creationId xmlns:p14="http://schemas.microsoft.com/office/powerpoint/2010/main" val="41322226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3" cy="914400"/>
          </a:xfrm>
        </p:spPr>
        <p:txBody>
          <a:bodyPr/>
          <a:lstStyle/>
          <a:p>
            <a:r>
              <a:rPr lang="en-ID" dirty="0"/>
              <a:t>Problem Solving Agent</a:t>
            </a:r>
          </a:p>
        </p:txBody>
      </p:sp>
      <p:sp>
        <p:nvSpPr>
          <p:cNvPr id="3" name="Content Placeholder 2"/>
          <p:cNvSpPr>
            <a:spLocks noGrp="1"/>
          </p:cNvSpPr>
          <p:nvPr>
            <p:ph idx="1"/>
          </p:nvPr>
        </p:nvSpPr>
        <p:spPr>
          <a:xfrm>
            <a:off x="609598" y="1676400"/>
            <a:ext cx="7391401" cy="4364963"/>
          </a:xfrm>
        </p:spPr>
        <p:txBody>
          <a:bodyPr>
            <a:normAutofit/>
          </a:bodyPr>
          <a:lstStyle/>
          <a:p>
            <a:r>
              <a:rPr lang="en-ID" dirty="0"/>
              <a:t>Salah </a:t>
            </a:r>
            <a:r>
              <a:rPr lang="en-ID" dirty="0" err="1"/>
              <a:t>satu</a:t>
            </a:r>
            <a:r>
              <a:rPr lang="en-ID" dirty="0"/>
              <a:t> </a:t>
            </a:r>
            <a:r>
              <a:rPr lang="en-ID" dirty="0" err="1"/>
              <a:t>jenis</a:t>
            </a:r>
            <a:r>
              <a:rPr lang="en-ID" dirty="0"/>
              <a:t> goal-based agent </a:t>
            </a:r>
            <a:r>
              <a:rPr lang="en-ID" dirty="0" err="1"/>
              <a:t>adalah</a:t>
            </a:r>
            <a:r>
              <a:rPr lang="en-ID" dirty="0"/>
              <a:t> </a:t>
            </a:r>
            <a:r>
              <a:rPr lang="en-ID" b="1" dirty="0"/>
              <a:t>PROBLEM SOLVING AGENT</a:t>
            </a:r>
            <a:r>
              <a:rPr lang="en-ID" dirty="0"/>
              <a:t>.</a:t>
            </a:r>
          </a:p>
          <a:p>
            <a:r>
              <a:rPr lang="en-ID" dirty="0" err="1"/>
              <a:t>Metode</a:t>
            </a:r>
            <a:r>
              <a:rPr lang="en-ID" dirty="0"/>
              <a:t> yang </a:t>
            </a:r>
            <a:r>
              <a:rPr lang="en-ID" dirty="0" err="1"/>
              <a:t>digunakan</a:t>
            </a:r>
            <a:r>
              <a:rPr lang="en-ID" dirty="0"/>
              <a:t> oleh Problem Solving Agent </a:t>
            </a:r>
            <a:r>
              <a:rPr lang="en-ID" dirty="0" err="1"/>
              <a:t>dalam</a:t>
            </a:r>
            <a:r>
              <a:rPr lang="en-ID" dirty="0"/>
              <a:t> </a:t>
            </a:r>
            <a:r>
              <a:rPr lang="en-ID" dirty="0" err="1"/>
              <a:t>menemukan</a:t>
            </a:r>
            <a:r>
              <a:rPr lang="en-ID" dirty="0"/>
              <a:t> </a:t>
            </a:r>
            <a:r>
              <a:rPr lang="en-ID" dirty="0" err="1"/>
              <a:t>solusi</a:t>
            </a:r>
            <a:r>
              <a:rPr lang="en-ID" dirty="0"/>
              <a:t> </a:t>
            </a:r>
            <a:r>
              <a:rPr lang="en-ID" dirty="0" err="1"/>
              <a:t>dari</a:t>
            </a:r>
            <a:r>
              <a:rPr lang="en-ID" dirty="0"/>
              <a:t> </a:t>
            </a:r>
            <a:r>
              <a:rPr lang="en-ID" dirty="0" err="1"/>
              <a:t>suatu</a:t>
            </a:r>
            <a:r>
              <a:rPr lang="en-ID" dirty="0"/>
              <a:t> </a:t>
            </a:r>
            <a:r>
              <a:rPr lang="en-ID" dirty="0" err="1"/>
              <a:t>masalah</a:t>
            </a:r>
            <a:r>
              <a:rPr lang="en-ID" dirty="0"/>
              <a:t> </a:t>
            </a:r>
            <a:r>
              <a:rPr lang="en-ID" dirty="0" err="1"/>
              <a:t>adalah</a:t>
            </a:r>
            <a:r>
              <a:rPr lang="en-ID" dirty="0"/>
              <a:t> </a:t>
            </a:r>
            <a:r>
              <a:rPr lang="en-ID" b="1" dirty="0"/>
              <a:t>SEARCHING / PENCARIAN</a:t>
            </a:r>
            <a:r>
              <a:rPr lang="en-ID" dirty="0"/>
              <a:t>.</a:t>
            </a:r>
          </a:p>
          <a:p>
            <a:r>
              <a:rPr lang="en-ID" b="1" dirty="0" err="1"/>
              <a:t>Pencarian</a:t>
            </a:r>
            <a:r>
              <a:rPr lang="en-ID" dirty="0"/>
              <a:t>: </a:t>
            </a:r>
            <a:r>
              <a:rPr lang="en-ID" dirty="0" err="1"/>
              <a:t>metode</a:t>
            </a:r>
            <a:r>
              <a:rPr lang="en-ID" dirty="0"/>
              <a:t> </a:t>
            </a:r>
            <a:r>
              <a:rPr lang="en-ID" dirty="0" err="1"/>
              <a:t>untuk</a:t>
            </a:r>
            <a:r>
              <a:rPr lang="en-ID" dirty="0"/>
              <a:t> </a:t>
            </a:r>
            <a:r>
              <a:rPr lang="en-ID" dirty="0" err="1"/>
              <a:t>mencari</a:t>
            </a:r>
            <a:r>
              <a:rPr lang="en-ID" dirty="0"/>
              <a:t> </a:t>
            </a:r>
            <a:r>
              <a:rPr lang="en-ID" dirty="0" err="1"/>
              <a:t>urutan</a:t>
            </a:r>
            <a:r>
              <a:rPr lang="en-ID" dirty="0"/>
              <a:t> </a:t>
            </a:r>
            <a:r>
              <a:rPr lang="en-ID" dirty="0" err="1"/>
              <a:t>tindakan</a:t>
            </a:r>
            <a:r>
              <a:rPr lang="en-ID" dirty="0"/>
              <a:t> </a:t>
            </a:r>
            <a:r>
              <a:rPr lang="en-ID" dirty="0" err="1"/>
              <a:t>untuk</a:t>
            </a:r>
            <a:r>
              <a:rPr lang="en-ID" dirty="0"/>
              <a:t> </a:t>
            </a:r>
            <a:r>
              <a:rPr lang="en-ID" dirty="0" err="1"/>
              <a:t>mencapai</a:t>
            </a:r>
            <a:r>
              <a:rPr lang="en-ID" dirty="0"/>
              <a:t> </a:t>
            </a:r>
            <a:r>
              <a:rPr lang="en-ID" dirty="0" err="1"/>
              <a:t>solusi</a:t>
            </a:r>
            <a:r>
              <a:rPr lang="en-ID" dirty="0"/>
              <a:t>.</a:t>
            </a:r>
          </a:p>
          <a:p>
            <a:r>
              <a:rPr lang="en-ID" dirty="0" err="1"/>
              <a:t>Syarat</a:t>
            </a:r>
            <a:r>
              <a:rPr lang="en-ID" dirty="0"/>
              <a:t> </a:t>
            </a:r>
            <a:r>
              <a:rPr lang="en-ID" dirty="0" err="1"/>
              <a:t>jenis</a:t>
            </a:r>
            <a:r>
              <a:rPr lang="en-ID" dirty="0"/>
              <a:t> </a:t>
            </a:r>
            <a:r>
              <a:rPr lang="en-ID" dirty="0" err="1"/>
              <a:t>lingkungan</a:t>
            </a:r>
            <a:r>
              <a:rPr lang="en-ID" dirty="0"/>
              <a:t> : </a:t>
            </a:r>
            <a:r>
              <a:rPr lang="en-ID" b="1" dirty="0"/>
              <a:t>fully observable, discrete, deterministic</a:t>
            </a:r>
            <a:r>
              <a:rPr lang="en-ID" dirty="0"/>
              <a:t>.</a:t>
            </a:r>
          </a:p>
          <a:p>
            <a:r>
              <a:rPr lang="en-ID" dirty="0"/>
              <a:t>Dua </a:t>
            </a:r>
            <a:r>
              <a:rPr lang="en-ID" dirty="0" err="1"/>
              <a:t>jenis</a:t>
            </a:r>
            <a:r>
              <a:rPr lang="en-ID" dirty="0"/>
              <a:t> </a:t>
            </a:r>
            <a:r>
              <a:rPr lang="en-ID" dirty="0" err="1"/>
              <a:t>algoritma</a:t>
            </a:r>
            <a:r>
              <a:rPr lang="en-ID" dirty="0"/>
              <a:t> </a:t>
            </a:r>
            <a:r>
              <a:rPr lang="en-ID" dirty="0" err="1"/>
              <a:t>pencarian</a:t>
            </a:r>
            <a:r>
              <a:rPr lang="en-ID" dirty="0"/>
              <a:t> : </a:t>
            </a:r>
          </a:p>
          <a:p>
            <a:pPr lvl="1"/>
            <a:r>
              <a:rPr lang="en-ID" dirty="0"/>
              <a:t>Uninformed search </a:t>
            </a:r>
          </a:p>
          <a:p>
            <a:pPr lvl="1"/>
            <a:r>
              <a:rPr lang="en-ID" dirty="0"/>
              <a:t>Informed search</a:t>
            </a:r>
          </a:p>
        </p:txBody>
      </p:sp>
    </p:spTree>
    <p:extLst>
      <p:ext uri="{BB962C8B-B14F-4D97-AF65-F5344CB8AC3E}">
        <p14:creationId xmlns:p14="http://schemas.microsoft.com/office/powerpoint/2010/main" val="10683740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D"/>
              <a:t>Sistem untuk Penyelesaian Masalah</a:t>
            </a:r>
          </a:p>
        </p:txBody>
      </p:sp>
      <p:sp>
        <p:nvSpPr>
          <p:cNvPr id="3" name="Content Placeholder 2"/>
          <p:cNvSpPr>
            <a:spLocks noGrp="1"/>
          </p:cNvSpPr>
          <p:nvPr>
            <p:ph idx="1"/>
          </p:nvPr>
        </p:nvSpPr>
        <p:spPr/>
        <p:txBody>
          <a:bodyPr/>
          <a:lstStyle/>
          <a:p>
            <a:r>
              <a:rPr lang="en-ID" dirty="0" err="1"/>
              <a:t>Mendefinisikan</a:t>
            </a:r>
            <a:r>
              <a:rPr lang="en-ID" dirty="0"/>
              <a:t> </a:t>
            </a:r>
            <a:r>
              <a:rPr lang="en-ID" dirty="0" err="1"/>
              <a:t>masalah</a:t>
            </a:r>
            <a:r>
              <a:rPr lang="en-ID" dirty="0"/>
              <a:t> </a:t>
            </a:r>
            <a:r>
              <a:rPr lang="en-ID" dirty="0" err="1"/>
              <a:t>dengan</a:t>
            </a:r>
            <a:r>
              <a:rPr lang="en-ID" dirty="0"/>
              <a:t> </a:t>
            </a:r>
            <a:r>
              <a:rPr lang="en-ID" dirty="0" err="1"/>
              <a:t>tepat</a:t>
            </a:r>
            <a:r>
              <a:rPr lang="en-ID" dirty="0"/>
              <a:t>. </a:t>
            </a:r>
          </a:p>
          <a:p>
            <a:r>
              <a:rPr lang="en-ID" dirty="0" err="1"/>
              <a:t>Pendefinisian</a:t>
            </a:r>
            <a:r>
              <a:rPr lang="en-ID" dirty="0"/>
              <a:t> </a:t>
            </a:r>
            <a:r>
              <a:rPr lang="en-ID" dirty="0" err="1"/>
              <a:t>ini</a:t>
            </a:r>
            <a:r>
              <a:rPr lang="en-ID" dirty="0"/>
              <a:t> </a:t>
            </a:r>
            <a:r>
              <a:rPr lang="en-ID" dirty="0" err="1"/>
              <a:t>mencakup</a:t>
            </a:r>
            <a:r>
              <a:rPr lang="en-ID" dirty="0"/>
              <a:t> </a:t>
            </a:r>
            <a:r>
              <a:rPr lang="en-ID" dirty="0" err="1"/>
              <a:t>spesifikasi</a:t>
            </a:r>
            <a:r>
              <a:rPr lang="en-ID" dirty="0"/>
              <a:t> yang </a:t>
            </a:r>
            <a:r>
              <a:rPr lang="en-ID" dirty="0" err="1"/>
              <a:t>tepat</a:t>
            </a:r>
            <a:r>
              <a:rPr lang="en-ID" dirty="0"/>
              <a:t> </a:t>
            </a:r>
            <a:r>
              <a:rPr lang="en-ID" dirty="0" err="1"/>
              <a:t>mengenai</a:t>
            </a:r>
            <a:r>
              <a:rPr lang="en-ID" dirty="0"/>
              <a:t> </a:t>
            </a:r>
            <a:r>
              <a:rPr lang="en-ID" dirty="0" err="1"/>
              <a:t>keadaan</a:t>
            </a:r>
            <a:r>
              <a:rPr lang="en-ID" dirty="0"/>
              <a:t> </a:t>
            </a:r>
            <a:r>
              <a:rPr lang="en-ID" dirty="0" err="1"/>
              <a:t>awal</a:t>
            </a:r>
            <a:r>
              <a:rPr lang="en-ID" dirty="0"/>
              <a:t> dan </a:t>
            </a:r>
            <a:r>
              <a:rPr lang="en-ID" dirty="0" err="1"/>
              <a:t>solusi</a:t>
            </a:r>
            <a:r>
              <a:rPr lang="en-ID" dirty="0"/>
              <a:t> yang </a:t>
            </a:r>
            <a:r>
              <a:rPr lang="en-ID" dirty="0" err="1"/>
              <a:t>diharapkan</a:t>
            </a:r>
            <a:r>
              <a:rPr lang="en-ID" dirty="0"/>
              <a:t>. </a:t>
            </a:r>
          </a:p>
          <a:p>
            <a:r>
              <a:rPr lang="en-ID" dirty="0" err="1"/>
              <a:t>Masalah</a:t>
            </a:r>
            <a:r>
              <a:rPr lang="en-ID" dirty="0"/>
              <a:t> </a:t>
            </a:r>
            <a:r>
              <a:rPr lang="en-ID" dirty="0" err="1"/>
              <a:t>dapat</a:t>
            </a:r>
            <a:r>
              <a:rPr lang="en-ID" dirty="0"/>
              <a:t> </a:t>
            </a:r>
            <a:r>
              <a:rPr lang="en-ID" dirty="0" err="1"/>
              <a:t>didefinisikan</a:t>
            </a:r>
            <a:r>
              <a:rPr lang="en-ID" dirty="0"/>
              <a:t> </a:t>
            </a:r>
            <a:r>
              <a:rPr lang="en-ID" dirty="0" err="1"/>
              <a:t>secara</a:t>
            </a:r>
            <a:r>
              <a:rPr lang="en-ID" dirty="0"/>
              <a:t> formal </a:t>
            </a:r>
            <a:r>
              <a:rPr lang="en-ID" dirty="0" err="1"/>
              <a:t>dengan</a:t>
            </a:r>
            <a:r>
              <a:rPr lang="en-ID" dirty="0"/>
              <a:t> 5 </a:t>
            </a:r>
            <a:r>
              <a:rPr lang="en-ID" dirty="0" err="1"/>
              <a:t>komponen</a:t>
            </a:r>
            <a:r>
              <a:rPr lang="en-ID" dirty="0"/>
              <a:t> </a:t>
            </a:r>
            <a:r>
              <a:rPr lang="en-ID" dirty="0" err="1"/>
              <a:t>berikut</a:t>
            </a:r>
            <a:r>
              <a:rPr lang="en-ID" dirty="0"/>
              <a:t>:</a:t>
            </a:r>
          </a:p>
          <a:p>
            <a:pPr lvl="1"/>
            <a:r>
              <a:rPr lang="en-ID" dirty="0"/>
              <a:t>Initial state (</a:t>
            </a:r>
            <a:r>
              <a:rPr lang="en-ID" dirty="0" err="1"/>
              <a:t>keadaan</a:t>
            </a:r>
            <a:r>
              <a:rPr lang="en-ID" dirty="0"/>
              <a:t> </a:t>
            </a:r>
            <a:r>
              <a:rPr lang="en-ID" dirty="0" err="1"/>
              <a:t>awal</a:t>
            </a:r>
            <a:r>
              <a:rPr lang="en-ID" dirty="0"/>
              <a:t>)</a:t>
            </a:r>
          </a:p>
          <a:p>
            <a:pPr lvl="1"/>
            <a:r>
              <a:rPr lang="en-ID" dirty="0"/>
              <a:t>Action description (</a:t>
            </a:r>
            <a:r>
              <a:rPr lang="en-ID" dirty="0" err="1"/>
              <a:t>deskripsi</a:t>
            </a:r>
            <a:r>
              <a:rPr lang="en-ID" dirty="0"/>
              <a:t> </a:t>
            </a:r>
            <a:r>
              <a:rPr lang="en-ID" dirty="0" err="1"/>
              <a:t>aksi</a:t>
            </a:r>
            <a:r>
              <a:rPr lang="en-ID" dirty="0"/>
              <a:t>)</a:t>
            </a:r>
          </a:p>
          <a:p>
            <a:pPr lvl="1"/>
            <a:r>
              <a:rPr lang="en-ID" dirty="0"/>
              <a:t>Transition model  (model </a:t>
            </a:r>
            <a:r>
              <a:rPr lang="en-ID" dirty="0" err="1"/>
              <a:t>transisi</a:t>
            </a:r>
            <a:r>
              <a:rPr lang="en-ID" dirty="0"/>
              <a:t>)</a:t>
            </a:r>
          </a:p>
          <a:p>
            <a:pPr lvl="1"/>
            <a:r>
              <a:rPr lang="en-ID" dirty="0"/>
              <a:t>Goal test (uji </a:t>
            </a:r>
            <a:r>
              <a:rPr lang="en-ID" dirty="0" err="1"/>
              <a:t>solusi</a:t>
            </a:r>
            <a:r>
              <a:rPr lang="en-ID" dirty="0"/>
              <a:t>)</a:t>
            </a:r>
          </a:p>
          <a:p>
            <a:pPr lvl="1"/>
            <a:r>
              <a:rPr lang="en-ID" dirty="0"/>
              <a:t>Path cost  (</a:t>
            </a:r>
            <a:r>
              <a:rPr lang="en-ID" dirty="0" err="1"/>
              <a:t>kompensasi</a:t>
            </a:r>
            <a:r>
              <a:rPr lang="en-ID" dirty="0"/>
              <a:t> </a:t>
            </a:r>
            <a:r>
              <a:rPr lang="en-ID" dirty="0" err="1"/>
              <a:t>jalur</a:t>
            </a:r>
            <a:r>
              <a:rPr lang="en-ID" dirty="0"/>
              <a:t>)</a:t>
            </a:r>
          </a:p>
        </p:txBody>
      </p:sp>
    </p:spTree>
    <p:extLst>
      <p:ext uri="{BB962C8B-B14F-4D97-AF65-F5344CB8AC3E}">
        <p14:creationId xmlns:p14="http://schemas.microsoft.com/office/powerpoint/2010/main" val="13863718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Text Box 2"/>
          <p:cNvSpPr txBox="1">
            <a:spLocks noChangeArrowheads="1"/>
          </p:cNvSpPr>
          <p:nvPr/>
        </p:nvSpPr>
        <p:spPr bwMode="auto">
          <a:xfrm>
            <a:off x="5167312" y="2080021"/>
            <a:ext cx="3401132" cy="36718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67500" tIns="35100" rIns="67500" bIns="35100"/>
          <a:lstStyle>
            <a:lvl1pPr marL="457200" indent="-457200">
              <a:spcBef>
                <a:spcPts val="8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2400">
                <a:solidFill>
                  <a:srgbClr val="000000"/>
                </a:solidFill>
                <a:latin typeface="Calibri" panose="020F0502020204030204" pitchFamily="34" charset="0"/>
                <a:cs typeface="DejaVu Sans" panose="020B0603030804020204" pitchFamily="34" charset="0"/>
              </a:defRPr>
            </a:lvl1pPr>
            <a:lvl2pPr>
              <a:spcBef>
                <a:spcPts val="7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2400">
                <a:solidFill>
                  <a:srgbClr val="000000"/>
                </a:solidFill>
                <a:latin typeface="Calibri" panose="020F0502020204030204" pitchFamily="34" charset="0"/>
                <a:cs typeface="DejaVu Sans" panose="020B0603030804020204" pitchFamily="34" charset="0"/>
              </a:defRPr>
            </a:lvl2pPr>
            <a:lvl3pPr>
              <a:spcBef>
                <a:spcPts val="6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2400">
                <a:solidFill>
                  <a:srgbClr val="000000"/>
                </a:solidFill>
                <a:latin typeface="Calibri" panose="020F0502020204030204" pitchFamily="34" charset="0"/>
                <a:cs typeface="DejaVu Sans" panose="020B0603030804020204" pitchFamily="34" charset="0"/>
              </a:defRPr>
            </a:lvl3pPr>
            <a:lvl4pPr>
              <a:spcBef>
                <a:spcPts val="5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2000">
                <a:solidFill>
                  <a:srgbClr val="000000"/>
                </a:solidFill>
                <a:latin typeface="Calibri" panose="020F0502020204030204" pitchFamily="34" charset="0"/>
                <a:cs typeface="DejaVu Sans" panose="020B0603030804020204" pitchFamily="34" charset="0"/>
              </a:defRPr>
            </a:lvl4pPr>
            <a:lvl5pPr>
              <a:spcBef>
                <a:spcPts val="5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2000">
                <a:solidFill>
                  <a:srgbClr val="000000"/>
                </a:solidFill>
                <a:latin typeface="Calibri" panose="020F0502020204030204" pitchFamily="34" charset="0"/>
                <a:cs typeface="DejaVu Sans" panose="020B0603030804020204" pitchFamily="34" charset="0"/>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2000">
                <a:solidFill>
                  <a:srgbClr val="000000"/>
                </a:solidFill>
                <a:latin typeface="Calibri" panose="020F0502020204030204" pitchFamily="34" charset="0"/>
                <a:cs typeface="DejaVu Sans" panose="020B0603030804020204" pitchFamily="34" charset="0"/>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2000">
                <a:solidFill>
                  <a:srgbClr val="000000"/>
                </a:solidFill>
                <a:latin typeface="Calibri" panose="020F0502020204030204" pitchFamily="34" charset="0"/>
                <a:cs typeface="DejaVu Sans" panose="020B0603030804020204" pitchFamily="34" charset="0"/>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2000">
                <a:solidFill>
                  <a:srgbClr val="000000"/>
                </a:solidFill>
                <a:latin typeface="Calibri" panose="020F0502020204030204" pitchFamily="34" charset="0"/>
                <a:cs typeface="DejaVu Sans" panose="020B0603030804020204" pitchFamily="34" charset="0"/>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2000">
                <a:solidFill>
                  <a:srgbClr val="000000"/>
                </a:solidFill>
                <a:latin typeface="Calibri" panose="020F0502020204030204" pitchFamily="34" charset="0"/>
                <a:cs typeface="DejaVu Sans" panose="020B0603030804020204" pitchFamily="34" charset="0"/>
              </a:defRPr>
            </a:lvl9pPr>
          </a:lstStyle>
          <a:p>
            <a:pPr>
              <a:spcBef>
                <a:spcPts val="375"/>
              </a:spcBef>
              <a:buFont typeface="Times New Roman" panose="02020603050405020304" pitchFamily="18" charset="0"/>
              <a:buAutoNum type="arabicPeriod"/>
            </a:pPr>
            <a:r>
              <a:rPr lang="en-US" altLang="en-US" sz="1500" b="1"/>
              <a:t>Initial State</a:t>
            </a:r>
            <a:r>
              <a:rPr lang="en-US" altLang="en-US" sz="1500"/>
              <a:t>, state sekarang (s) : In(Semarang)</a:t>
            </a:r>
          </a:p>
          <a:p>
            <a:pPr>
              <a:spcBef>
                <a:spcPts val="375"/>
              </a:spcBef>
              <a:buFont typeface="Times New Roman" panose="02020603050405020304" pitchFamily="18" charset="0"/>
              <a:buAutoNum type="arabicPeriod"/>
            </a:pPr>
            <a:r>
              <a:rPr lang="en-US" altLang="en-US" sz="1500" b="1"/>
              <a:t>Action Description </a:t>
            </a:r>
            <a:r>
              <a:rPr lang="en-US" altLang="en-US" sz="1500"/>
              <a:t>(a) : {Go(Demak), Go(Kendal), Go(Salatiga, Go(Purwodadi)} </a:t>
            </a:r>
          </a:p>
          <a:p>
            <a:pPr>
              <a:spcBef>
                <a:spcPts val="375"/>
              </a:spcBef>
              <a:buFont typeface="Times New Roman" panose="02020603050405020304" pitchFamily="18" charset="0"/>
              <a:buAutoNum type="arabicPeriod"/>
            </a:pPr>
            <a:r>
              <a:rPr lang="en-US" altLang="en-US" sz="1500" b="1"/>
              <a:t>Transition Model </a:t>
            </a:r>
            <a:r>
              <a:rPr lang="en-US" altLang="en-US" sz="1500"/>
              <a:t>: RESULT(s,a) =  RESULT(In(Semarang), Go(Kendal)) = In(Kendal)</a:t>
            </a:r>
          </a:p>
          <a:p>
            <a:pPr>
              <a:spcBef>
                <a:spcPts val="375"/>
              </a:spcBef>
              <a:buFont typeface="Times New Roman" panose="02020603050405020304" pitchFamily="18" charset="0"/>
              <a:buAutoNum type="arabicPeriod"/>
            </a:pPr>
            <a:r>
              <a:rPr lang="en-US" altLang="en-US" sz="1500" b="1"/>
              <a:t>Goal Test</a:t>
            </a:r>
            <a:r>
              <a:rPr lang="en-US" altLang="en-US" sz="1500"/>
              <a:t>, misal tujuan adalah Surakarta maka goal adalah {In(Surakarta)}</a:t>
            </a:r>
          </a:p>
          <a:p>
            <a:pPr>
              <a:spcBef>
                <a:spcPts val="375"/>
              </a:spcBef>
              <a:buFont typeface="Times New Roman" panose="02020603050405020304" pitchFamily="18" charset="0"/>
              <a:buAutoNum type="arabicPeriod"/>
            </a:pPr>
            <a:r>
              <a:rPr lang="en-US" altLang="en-US" sz="1500" b="1"/>
              <a:t>Path Cost</a:t>
            </a:r>
            <a:r>
              <a:rPr lang="en-US" altLang="en-US" sz="1500"/>
              <a:t>, misal menggunakan jarak, Semarang ke Purwodadi adalah 65km, maka c(s,a,s’) = c(In(Semarang), Go(Purwodadi), 65) </a:t>
            </a:r>
          </a:p>
        </p:txBody>
      </p:sp>
      <p:pic>
        <p:nvPicPr>
          <p:cNvPr id="15364"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3568" y="1970838"/>
            <a:ext cx="3998119" cy="2465785"/>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5365" name="Rectangle 4"/>
          <p:cNvSpPr>
            <a:spLocks noChangeArrowheads="1"/>
          </p:cNvSpPr>
          <p:nvPr/>
        </p:nvSpPr>
        <p:spPr bwMode="auto">
          <a:xfrm>
            <a:off x="912168" y="5158141"/>
            <a:ext cx="2675155" cy="486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67500" tIns="35100" rIns="67500" bIns="35100">
            <a:spAutoFit/>
          </a:bodyPr>
          <a:lstStyle>
            <a:lvl1pPr>
              <a:spcBef>
                <a:spcPts val="8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Calibri" panose="020F0502020204030204" pitchFamily="34" charset="0"/>
                <a:cs typeface="DejaVu Sans" panose="020B0603030804020204" pitchFamily="34" charset="0"/>
              </a:defRPr>
            </a:lvl1pPr>
            <a:lvl2pPr>
              <a:spcBef>
                <a:spcPts val="7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Calibri" panose="020F0502020204030204" pitchFamily="34" charset="0"/>
                <a:cs typeface="DejaVu Sans" panose="020B0603030804020204" pitchFamily="34" charset="0"/>
              </a:defRPr>
            </a:lvl2pPr>
            <a:lvl3pPr>
              <a:spcBef>
                <a:spcPts val="6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Calibri" panose="020F0502020204030204" pitchFamily="34" charset="0"/>
                <a:cs typeface="DejaVu Sans" panose="020B0603030804020204" pitchFamily="34" charset="0"/>
              </a:defRPr>
            </a:lvl3pPr>
            <a:lvl4pPr>
              <a:spcBef>
                <a:spcPts val="5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Calibri" panose="020F0502020204030204" pitchFamily="34" charset="0"/>
                <a:cs typeface="DejaVu Sans" panose="020B0603030804020204" pitchFamily="34" charset="0"/>
              </a:defRPr>
            </a:lvl4pPr>
            <a:lvl5pPr>
              <a:spcBef>
                <a:spcPts val="5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Calibri" panose="020F0502020204030204" pitchFamily="34" charset="0"/>
                <a:cs typeface="DejaVu Sans" panose="020B0603030804020204" pitchFamily="34" charset="0"/>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Calibri" panose="020F0502020204030204" pitchFamily="34" charset="0"/>
                <a:cs typeface="DejaVu Sans" panose="020B0603030804020204" pitchFamily="34" charset="0"/>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Calibri" panose="020F0502020204030204" pitchFamily="34" charset="0"/>
                <a:cs typeface="DejaVu Sans" panose="020B0603030804020204" pitchFamily="34" charset="0"/>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Calibri" panose="020F0502020204030204" pitchFamily="34" charset="0"/>
                <a:cs typeface="DejaVu Sans" panose="020B0603030804020204" pitchFamily="34" charset="0"/>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Calibri" panose="020F0502020204030204" pitchFamily="34" charset="0"/>
                <a:cs typeface="DejaVu Sans" panose="020B0603030804020204" pitchFamily="34" charset="0"/>
              </a:defRPr>
            </a:lvl9pPr>
          </a:lstStyle>
          <a:p>
            <a:pPr eaLnBrk="1" hangingPunct="1">
              <a:spcBef>
                <a:spcPct val="0"/>
              </a:spcBef>
              <a:buClrTx/>
              <a:buFontTx/>
              <a:buNone/>
            </a:pPr>
            <a:r>
              <a:rPr lang="en-US" altLang="en-US" sz="1350" b="1" u="sng"/>
              <a:t>Catatan : 1-3 mendefinisikan ruang </a:t>
            </a:r>
          </a:p>
          <a:p>
            <a:pPr eaLnBrk="1" hangingPunct="1">
              <a:spcBef>
                <a:spcPct val="0"/>
              </a:spcBef>
              <a:buClrTx/>
              <a:buFontTx/>
              <a:buNone/>
            </a:pPr>
            <a:r>
              <a:rPr lang="en-US" altLang="en-US" sz="1350" b="1" u="sng"/>
              <a:t>Keadaan / ruang masalah  </a:t>
            </a:r>
          </a:p>
        </p:txBody>
      </p:sp>
      <p:sp>
        <p:nvSpPr>
          <p:cNvPr id="15366" name="AutoShape 5"/>
          <p:cNvSpPr>
            <a:spLocks/>
          </p:cNvSpPr>
          <p:nvPr/>
        </p:nvSpPr>
        <p:spPr bwMode="auto">
          <a:xfrm>
            <a:off x="4845436" y="2186862"/>
            <a:ext cx="226219" cy="1771650"/>
          </a:xfrm>
          <a:prstGeom prst="leftBrace">
            <a:avLst>
              <a:gd name="adj1" fmla="val 8339"/>
              <a:gd name="adj2" fmla="val 50000"/>
            </a:avLst>
          </a:prstGeom>
          <a:noFill/>
          <a:ln w="28440" cap="sq">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buClr>
                <a:srgbClr val="000000"/>
              </a:buClr>
              <a:buSzPct val="100000"/>
              <a:buFont typeface="Times New Roman" panose="02020603050405020304" pitchFamily="18" charset="0"/>
              <a:buNone/>
            </a:pPr>
            <a:endParaRPr lang="en-US" altLang="en-US" sz="1350"/>
          </a:p>
        </p:txBody>
      </p:sp>
      <p:cxnSp>
        <p:nvCxnSpPr>
          <p:cNvPr id="15367" name="AutoShape 6"/>
          <p:cNvCxnSpPr>
            <a:cxnSpLocks noChangeShapeType="1"/>
          </p:cNvCxnSpPr>
          <p:nvPr/>
        </p:nvCxnSpPr>
        <p:spPr bwMode="auto">
          <a:xfrm flipH="1">
            <a:off x="3483918" y="3513888"/>
            <a:ext cx="1198960" cy="1589485"/>
          </a:xfrm>
          <a:prstGeom prst="straightConnector1">
            <a:avLst/>
          </a:prstGeom>
          <a:noFill/>
          <a:ln w="28440" cap="sq">
            <a:solidFill>
              <a:srgbClr val="000000"/>
            </a:solidFill>
            <a:miter lim="800000"/>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2" name="Title 1"/>
          <p:cNvSpPr>
            <a:spLocks noGrp="1"/>
          </p:cNvSpPr>
          <p:nvPr>
            <p:ph type="title"/>
          </p:nvPr>
        </p:nvSpPr>
        <p:spPr/>
        <p:txBody>
          <a:bodyPr/>
          <a:lstStyle/>
          <a:p>
            <a:r>
              <a:rPr lang="en-ID" dirty="0" err="1"/>
              <a:t>Contoh</a:t>
            </a:r>
            <a:r>
              <a:rPr lang="en-ID" dirty="0"/>
              <a:t> 1</a:t>
            </a:r>
          </a:p>
        </p:txBody>
      </p:sp>
    </p:spTree>
    <p:extLst>
      <p:ext uri="{BB962C8B-B14F-4D97-AF65-F5344CB8AC3E}">
        <p14:creationId xmlns:p14="http://schemas.microsoft.com/office/powerpoint/2010/main" val="853455307"/>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76A235-CB7D-F845-A908-CD3A9E821FDF}"/>
            </a:ext>
          </a:extLst>
        </p:cNvPr>
        <p:cNvGrpSpPr/>
        <p:nvPr/>
      </p:nvGrpSpPr>
      <p:grpSpPr>
        <a:xfrm>
          <a:off x="0" y="0"/>
          <a:ext cx="0" cy="0"/>
          <a:chOff x="0" y="0"/>
          <a:chExt cx="0" cy="0"/>
        </a:xfrm>
      </p:grpSpPr>
      <p:graphicFrame>
        <p:nvGraphicFramePr>
          <p:cNvPr id="54274" name="Object 2">
            <a:extLst>
              <a:ext uri="{FF2B5EF4-FFF2-40B4-BE49-F238E27FC236}">
                <a16:creationId xmlns:a16="http://schemas.microsoft.com/office/drawing/2014/main" id="{1D52BBD6-3C1A-AB47-C5A8-23EC8173BBED}"/>
              </a:ext>
            </a:extLst>
          </p:cNvPr>
          <p:cNvGraphicFramePr>
            <a:graphicFrameLocks noChangeAspect="1"/>
          </p:cNvGraphicFramePr>
          <p:nvPr/>
        </p:nvGraphicFramePr>
        <p:xfrm>
          <a:off x="1371600" y="0"/>
          <a:ext cx="5943600" cy="6862156"/>
        </p:xfrm>
        <a:graphic>
          <a:graphicData uri="http://schemas.openxmlformats.org/presentationml/2006/ole">
            <mc:AlternateContent xmlns:mc="http://schemas.openxmlformats.org/markup-compatibility/2006">
              <mc:Choice xmlns:v="urn:schemas-microsoft-com:vml" Requires="v">
                <p:oleObj name="Visio" r:id="rId2" imgW="4411778" imgH="5089187" progId="Visio.Drawing.11">
                  <p:embed/>
                </p:oleObj>
              </mc:Choice>
              <mc:Fallback>
                <p:oleObj name="Visio" r:id="rId2" imgW="4411778" imgH="5089187" progId="Visio.Drawing.11">
                  <p:embed/>
                  <p:pic>
                    <p:nvPicPr>
                      <p:cNvPr id="54274" name="Object 2">
                        <a:extLst>
                          <a:ext uri="{FF2B5EF4-FFF2-40B4-BE49-F238E27FC236}">
                            <a16:creationId xmlns:a16="http://schemas.microsoft.com/office/drawing/2014/main" id="{1D52BBD6-3C1A-AB47-C5A8-23EC8173BBE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71600" y="0"/>
                        <a:ext cx="5943600" cy="686215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Slide Number Placeholder 1">
            <a:extLst>
              <a:ext uri="{FF2B5EF4-FFF2-40B4-BE49-F238E27FC236}">
                <a16:creationId xmlns:a16="http://schemas.microsoft.com/office/drawing/2014/main" id="{840F67C6-3810-0B7F-3CAB-CAFCA1ADBF74}"/>
              </a:ext>
            </a:extLst>
          </p:cNvPr>
          <p:cNvSpPr>
            <a:spLocks noGrp="1"/>
          </p:cNvSpPr>
          <p:nvPr>
            <p:ph type="sldNum" sz="quarter" idx="12"/>
          </p:nvPr>
        </p:nvSpPr>
        <p:spPr/>
        <p:txBody>
          <a:bodyPr/>
          <a:lstStyle/>
          <a:p>
            <a:pPr>
              <a:defRPr/>
            </a:pPr>
            <a:fld id="{318510C0-C023-46DB-8927-270F0F88F706}" type="slidenum">
              <a:rPr lang="en-US" smtClean="0"/>
              <a:pPr>
                <a:defRPr/>
              </a:pPr>
              <a:t>12</a:t>
            </a:fld>
            <a:endParaRPr lang="en-US"/>
          </a:p>
        </p:txBody>
      </p:sp>
    </p:spTree>
    <p:extLst>
      <p:ext uri="{BB962C8B-B14F-4D97-AF65-F5344CB8AC3E}">
        <p14:creationId xmlns:p14="http://schemas.microsoft.com/office/powerpoint/2010/main" val="4271546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3" cy="990600"/>
          </a:xfrm>
        </p:spPr>
        <p:txBody>
          <a:bodyPr/>
          <a:lstStyle/>
          <a:p>
            <a:r>
              <a:rPr lang="en-US" dirty="0" err="1"/>
              <a:t>Representasi</a:t>
            </a:r>
            <a:r>
              <a:rPr lang="en-US" dirty="0"/>
              <a:t> </a:t>
            </a:r>
            <a:r>
              <a:rPr lang="en-US" dirty="0" err="1"/>
              <a:t>Ruang</a:t>
            </a:r>
            <a:r>
              <a:rPr lang="en-US" dirty="0"/>
              <a:t> </a:t>
            </a:r>
            <a:r>
              <a:rPr lang="en-US" dirty="0" err="1"/>
              <a:t>Keadaan</a:t>
            </a:r>
            <a:endParaRPr lang="id-ID" dirty="0"/>
          </a:p>
        </p:txBody>
      </p:sp>
      <p:sp>
        <p:nvSpPr>
          <p:cNvPr id="3" name="Content Placeholder 2"/>
          <p:cNvSpPr>
            <a:spLocks noGrp="1"/>
          </p:cNvSpPr>
          <p:nvPr>
            <p:ph idx="1"/>
          </p:nvPr>
        </p:nvSpPr>
        <p:spPr>
          <a:xfrm>
            <a:off x="609598" y="1828800"/>
            <a:ext cx="6553201" cy="4212563"/>
          </a:xfrm>
        </p:spPr>
        <p:txBody>
          <a:bodyPr>
            <a:normAutofit/>
          </a:bodyPr>
          <a:lstStyle/>
          <a:p>
            <a:r>
              <a:rPr lang="en-US" sz="2000" dirty="0" err="1"/>
              <a:t>Mengkonversi</a:t>
            </a:r>
            <a:r>
              <a:rPr lang="en-US" sz="2000" dirty="0"/>
              <a:t> </a:t>
            </a:r>
            <a:r>
              <a:rPr lang="en-US" sz="2000" dirty="0" err="1"/>
              <a:t>situasi</a:t>
            </a:r>
            <a:r>
              <a:rPr lang="en-US" sz="2000" dirty="0"/>
              <a:t> yang </a:t>
            </a:r>
            <a:r>
              <a:rPr lang="en-US" sz="2000" dirty="0" err="1"/>
              <a:t>diberikan</a:t>
            </a:r>
            <a:r>
              <a:rPr lang="en-US" sz="2000" dirty="0"/>
              <a:t> </a:t>
            </a:r>
            <a:r>
              <a:rPr lang="en-US" sz="2000" dirty="0" err="1"/>
              <a:t>ke</a:t>
            </a:r>
            <a:r>
              <a:rPr lang="en-US" sz="2000" dirty="0"/>
              <a:t> </a:t>
            </a:r>
            <a:r>
              <a:rPr lang="en-US" sz="2000" dirty="0" err="1"/>
              <a:t>dalam</a:t>
            </a:r>
            <a:r>
              <a:rPr lang="en-US" sz="2000" dirty="0"/>
              <a:t> </a:t>
            </a:r>
            <a:r>
              <a:rPr lang="en-US" sz="2000" dirty="0" err="1"/>
              <a:t>situasi</a:t>
            </a:r>
            <a:r>
              <a:rPr lang="en-US" sz="2000" dirty="0"/>
              <a:t> lain </a:t>
            </a:r>
            <a:r>
              <a:rPr lang="en-US" sz="2000" dirty="0" err="1"/>
              <a:t>menggunakan</a:t>
            </a:r>
            <a:r>
              <a:rPr lang="en-US" sz="2000" dirty="0"/>
              <a:t> </a:t>
            </a:r>
            <a:r>
              <a:rPr lang="en-US" sz="2000" dirty="0" err="1"/>
              <a:t>sekumpulan</a:t>
            </a:r>
            <a:r>
              <a:rPr lang="en-US" sz="2000" dirty="0"/>
              <a:t> </a:t>
            </a:r>
            <a:r>
              <a:rPr lang="en-US" sz="2000" dirty="0" err="1"/>
              <a:t>operasi</a:t>
            </a:r>
            <a:r>
              <a:rPr lang="en-US" sz="2000" dirty="0"/>
              <a:t> </a:t>
            </a:r>
            <a:r>
              <a:rPr lang="en-US" sz="2000" dirty="0" err="1"/>
              <a:t>tertentu</a:t>
            </a:r>
            <a:r>
              <a:rPr lang="en-US" sz="2000" dirty="0"/>
              <a:t>.</a:t>
            </a:r>
          </a:p>
          <a:p>
            <a:r>
              <a:rPr lang="en-US" sz="2000" i="1" dirty="0"/>
              <a:t>Searching</a:t>
            </a:r>
            <a:r>
              <a:rPr lang="en-US" sz="2000" dirty="0"/>
              <a:t> </a:t>
            </a:r>
            <a:r>
              <a:rPr lang="en-US" sz="2000" dirty="0" err="1"/>
              <a:t>merepresentasikan</a:t>
            </a:r>
            <a:r>
              <a:rPr lang="en-US" sz="2000" dirty="0"/>
              <a:t> </a:t>
            </a:r>
            <a:r>
              <a:rPr lang="en-US" sz="2000" dirty="0" err="1"/>
              <a:t>masalah</a:t>
            </a:r>
            <a:r>
              <a:rPr lang="en-US" sz="2000" dirty="0"/>
              <a:t> </a:t>
            </a:r>
            <a:r>
              <a:rPr lang="en-US" sz="2000" dirty="0" err="1"/>
              <a:t>ke</a:t>
            </a:r>
            <a:r>
              <a:rPr lang="en-US" sz="2000" dirty="0"/>
              <a:t> </a:t>
            </a:r>
            <a:r>
              <a:rPr lang="en-US" sz="2000" dirty="0" err="1"/>
              <a:t>dalam</a:t>
            </a:r>
            <a:r>
              <a:rPr lang="en-US" sz="2000" dirty="0"/>
              <a:t> </a:t>
            </a:r>
            <a:r>
              <a:rPr lang="en-US" sz="2000" dirty="0" err="1"/>
              <a:t>ruang</a:t>
            </a:r>
            <a:r>
              <a:rPr lang="en-US" sz="2000" dirty="0"/>
              <a:t> </a:t>
            </a:r>
            <a:r>
              <a:rPr lang="en-US" sz="2000" dirty="0" err="1"/>
              <a:t>keadaan</a:t>
            </a:r>
            <a:r>
              <a:rPr lang="en-US" sz="2000" dirty="0"/>
              <a:t>.</a:t>
            </a:r>
          </a:p>
          <a:p>
            <a:r>
              <a:rPr lang="en-US" sz="2000" dirty="0" err="1"/>
              <a:t>Untuk</a:t>
            </a:r>
            <a:r>
              <a:rPr lang="en-US" sz="2000" dirty="0"/>
              <a:t> </a:t>
            </a:r>
            <a:r>
              <a:rPr lang="en-US" sz="2000" dirty="0" err="1"/>
              <a:t>melakukan</a:t>
            </a:r>
            <a:r>
              <a:rPr lang="en-US" sz="2000" dirty="0"/>
              <a:t> </a:t>
            </a:r>
            <a:r>
              <a:rPr lang="en-US" sz="2000" dirty="0" err="1"/>
              <a:t>hal</a:t>
            </a:r>
            <a:r>
              <a:rPr lang="en-US" sz="2000" dirty="0"/>
              <a:t> </a:t>
            </a:r>
            <a:r>
              <a:rPr lang="en-US" sz="2000" dirty="0" err="1"/>
              <a:t>ini</a:t>
            </a:r>
            <a:r>
              <a:rPr lang="en-US" sz="2000" dirty="0"/>
              <a:t>, </a:t>
            </a:r>
            <a:r>
              <a:rPr lang="en-US" sz="2000" dirty="0" err="1"/>
              <a:t>diperlukan</a:t>
            </a:r>
            <a:r>
              <a:rPr lang="en-US" sz="2000" dirty="0"/>
              <a:t> </a:t>
            </a:r>
            <a:r>
              <a:rPr lang="en-US" sz="2000" dirty="0" err="1"/>
              <a:t>sedikit</a:t>
            </a:r>
            <a:r>
              <a:rPr lang="en-US" sz="2000" dirty="0"/>
              <a:t> </a:t>
            </a:r>
            <a:r>
              <a:rPr lang="en-US" sz="2000" dirty="0" err="1"/>
              <a:t>kemampuan</a:t>
            </a:r>
            <a:r>
              <a:rPr lang="en-US" sz="2000" dirty="0"/>
              <a:t> </a:t>
            </a:r>
            <a:r>
              <a:rPr lang="en-US" sz="2000" dirty="0" err="1"/>
              <a:t>rekayasa</a:t>
            </a:r>
            <a:r>
              <a:rPr lang="en-US" sz="2000" dirty="0"/>
              <a:t>.</a:t>
            </a:r>
            <a:endParaRPr lang="id-ID" sz="2000" dirty="0"/>
          </a:p>
        </p:txBody>
      </p:sp>
      <p:sp>
        <p:nvSpPr>
          <p:cNvPr id="4" name="Slide Number Placeholder 3">
            <a:extLst>
              <a:ext uri="{FF2B5EF4-FFF2-40B4-BE49-F238E27FC236}">
                <a16:creationId xmlns:a16="http://schemas.microsoft.com/office/drawing/2014/main" id="{F10DC811-C740-4C12-8B79-0E910AB4EC19}"/>
              </a:ext>
            </a:extLst>
          </p:cNvPr>
          <p:cNvSpPr>
            <a:spLocks noGrp="1"/>
          </p:cNvSpPr>
          <p:nvPr>
            <p:ph type="sldNum" sz="quarter" idx="12"/>
          </p:nvPr>
        </p:nvSpPr>
        <p:spPr/>
        <p:txBody>
          <a:bodyPr/>
          <a:lstStyle/>
          <a:p>
            <a:pPr>
              <a:defRPr/>
            </a:pPr>
            <a:fld id="{042A94E5-A39D-46B1-A8BE-601D3A7105D6}" type="slidenum">
              <a:rPr lang="en-US" smtClean="0"/>
              <a:pPr>
                <a:defRPr/>
              </a:pPr>
              <a:t>13</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down)">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3" cy="990596"/>
          </a:xfrm>
        </p:spPr>
        <p:txBody>
          <a:bodyPr/>
          <a:lstStyle/>
          <a:p>
            <a:r>
              <a:rPr lang="en-US" dirty="0" err="1"/>
              <a:t>Contoh</a:t>
            </a:r>
            <a:r>
              <a:rPr lang="en-US" dirty="0"/>
              <a:t> 2 : </a:t>
            </a:r>
            <a:r>
              <a:rPr lang="en-US" dirty="0" err="1"/>
              <a:t>Masalah</a:t>
            </a:r>
            <a:r>
              <a:rPr lang="en-US" dirty="0"/>
              <a:t> </a:t>
            </a:r>
            <a:r>
              <a:rPr lang="en-US" dirty="0" err="1"/>
              <a:t>Jurigen</a:t>
            </a:r>
            <a:r>
              <a:rPr lang="en-US" dirty="0"/>
              <a:t> Air</a:t>
            </a:r>
            <a:endParaRPr lang="id-ID" dirty="0"/>
          </a:p>
        </p:txBody>
      </p:sp>
      <p:sp>
        <p:nvSpPr>
          <p:cNvPr id="1026"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id-ID"/>
          </a:p>
        </p:txBody>
      </p:sp>
      <p:graphicFrame>
        <p:nvGraphicFramePr>
          <p:cNvPr id="1025" name="Object 1"/>
          <p:cNvGraphicFramePr>
            <a:graphicFrameLocks noChangeAspect="1"/>
          </p:cNvGraphicFramePr>
          <p:nvPr/>
        </p:nvGraphicFramePr>
        <p:xfrm>
          <a:off x="1295400" y="3200400"/>
          <a:ext cx="6505250" cy="3276600"/>
        </p:xfrm>
        <a:graphic>
          <a:graphicData uri="http://schemas.openxmlformats.org/presentationml/2006/ole">
            <mc:AlternateContent xmlns:mc="http://schemas.openxmlformats.org/markup-compatibility/2006">
              <mc:Choice xmlns:v="urn:schemas-microsoft-com:vml" Requires="v">
                <p:oleObj name="Visio" r:id="rId2" imgW="3606620" imgH="1718283" progId="Visio.Drawing.11">
                  <p:embed/>
                </p:oleObj>
              </mc:Choice>
              <mc:Fallback>
                <p:oleObj name="Visio" r:id="rId2" imgW="3606620" imgH="1718283" progId="Visio.Drawing.11">
                  <p:embed/>
                  <p:pic>
                    <p:nvPicPr>
                      <p:cNvPr id="1025"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95400" y="3200400"/>
                        <a:ext cx="6505250" cy="3276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Rectangle 5"/>
          <p:cNvSpPr/>
          <p:nvPr/>
        </p:nvSpPr>
        <p:spPr>
          <a:xfrm>
            <a:off x="585626" y="1752600"/>
            <a:ext cx="8229600" cy="1200329"/>
          </a:xfrm>
          <a:prstGeom prst="rect">
            <a:avLst/>
          </a:prstGeom>
        </p:spPr>
        <p:txBody>
          <a:bodyPr wrap="square">
            <a:spAutoFit/>
          </a:bodyPr>
          <a:lstStyle/>
          <a:p>
            <a:pPr marL="342900" indent="-342900">
              <a:buFont typeface="Wingdings" panose="05000000000000000000" pitchFamily="2" charset="2"/>
              <a:buChar char="Ø"/>
            </a:pPr>
            <a:r>
              <a:rPr lang="en-US" sz="2400" dirty="0" err="1"/>
              <a:t>Dua</a:t>
            </a:r>
            <a:r>
              <a:rPr lang="en-US" sz="2400" dirty="0"/>
              <a:t> </a:t>
            </a:r>
            <a:r>
              <a:rPr lang="en-US" sz="2400" dirty="0" err="1"/>
              <a:t>buah</a:t>
            </a:r>
            <a:r>
              <a:rPr lang="en-US" sz="2400" dirty="0"/>
              <a:t> </a:t>
            </a:r>
            <a:r>
              <a:rPr lang="en-US" sz="2400" dirty="0" err="1"/>
              <a:t>jurigen</a:t>
            </a:r>
            <a:r>
              <a:rPr lang="en-US" sz="2400" dirty="0"/>
              <a:t> </a:t>
            </a:r>
            <a:r>
              <a:rPr lang="en-US" sz="2400" dirty="0" err="1"/>
              <a:t>tanpa</a:t>
            </a:r>
            <a:r>
              <a:rPr lang="en-US" sz="2400" dirty="0"/>
              <a:t> </a:t>
            </a:r>
            <a:r>
              <a:rPr lang="en-US" sz="2400" dirty="0" err="1"/>
              <a:t>skala</a:t>
            </a:r>
            <a:r>
              <a:rPr lang="en-US" sz="2400" dirty="0"/>
              <a:t> </a:t>
            </a:r>
            <a:r>
              <a:rPr lang="en-US" sz="2400" dirty="0" err="1"/>
              <a:t>ukuran</a:t>
            </a:r>
            <a:r>
              <a:rPr lang="en-US" sz="2400" dirty="0"/>
              <a:t>.</a:t>
            </a:r>
          </a:p>
          <a:p>
            <a:pPr marL="342900" indent="-342900">
              <a:buFont typeface="Wingdings" panose="05000000000000000000" pitchFamily="2" charset="2"/>
              <a:buChar char="Ø"/>
            </a:pPr>
            <a:r>
              <a:rPr lang="en-US" sz="2400" dirty="0" err="1"/>
              <a:t>Bagaimana</a:t>
            </a:r>
            <a:r>
              <a:rPr lang="en-US" sz="2400" dirty="0"/>
              <a:t> </a:t>
            </a:r>
            <a:r>
              <a:rPr lang="en-US" sz="2400" dirty="0" err="1"/>
              <a:t>mendapatkan</a:t>
            </a:r>
            <a:r>
              <a:rPr lang="en-US" sz="2400" dirty="0"/>
              <a:t> </a:t>
            </a:r>
            <a:r>
              <a:rPr lang="en-US" sz="2400" dirty="0" err="1">
                <a:solidFill>
                  <a:srgbClr val="C00000"/>
                </a:solidFill>
              </a:rPr>
              <a:t>tepat</a:t>
            </a:r>
            <a:r>
              <a:rPr lang="en-US" sz="2400" dirty="0">
                <a:solidFill>
                  <a:srgbClr val="C00000"/>
                </a:solidFill>
              </a:rPr>
              <a:t> 2 </a:t>
            </a:r>
            <a:r>
              <a:rPr lang="en-US" sz="2400" dirty="0" err="1">
                <a:solidFill>
                  <a:srgbClr val="C00000"/>
                </a:solidFill>
              </a:rPr>
              <a:t>galon</a:t>
            </a:r>
            <a:r>
              <a:rPr lang="en-US" sz="2400" dirty="0"/>
              <a:t> air </a:t>
            </a:r>
            <a:r>
              <a:rPr lang="en-US" sz="2400" dirty="0" err="1"/>
              <a:t>dalam</a:t>
            </a:r>
            <a:r>
              <a:rPr lang="en-US" sz="2400" dirty="0"/>
              <a:t> </a:t>
            </a:r>
            <a:r>
              <a:rPr lang="en-US" sz="2400" dirty="0" err="1"/>
              <a:t>jurigen</a:t>
            </a:r>
            <a:r>
              <a:rPr lang="en-US" sz="2400" dirty="0"/>
              <a:t> </a:t>
            </a:r>
            <a:r>
              <a:rPr lang="en-US" sz="2400" dirty="0" err="1">
                <a:solidFill>
                  <a:srgbClr val="C00000"/>
                </a:solidFill>
              </a:rPr>
              <a:t>tanpa</a:t>
            </a:r>
            <a:r>
              <a:rPr lang="en-US" sz="2400" dirty="0"/>
              <a:t> </a:t>
            </a:r>
            <a:r>
              <a:rPr lang="en-US" sz="2400" dirty="0" err="1"/>
              <a:t>skala</a:t>
            </a:r>
            <a:r>
              <a:rPr lang="en-US" sz="2400" dirty="0"/>
              <a:t> </a:t>
            </a:r>
            <a:r>
              <a:rPr lang="en-US" sz="2400" dirty="0" err="1"/>
              <a:t>ukuran</a:t>
            </a:r>
            <a:r>
              <a:rPr lang="en-US" sz="2400" dirty="0"/>
              <a:t>?</a:t>
            </a:r>
            <a:endParaRPr lang="id-ID" sz="2400" dirty="0"/>
          </a:p>
        </p:txBody>
      </p:sp>
      <p:sp>
        <p:nvSpPr>
          <p:cNvPr id="3" name="Slide Number Placeholder 2">
            <a:extLst>
              <a:ext uri="{FF2B5EF4-FFF2-40B4-BE49-F238E27FC236}">
                <a16:creationId xmlns:a16="http://schemas.microsoft.com/office/drawing/2014/main" id="{163FBF10-7539-45BA-A994-3C40305BEF1B}"/>
              </a:ext>
            </a:extLst>
          </p:cNvPr>
          <p:cNvSpPr>
            <a:spLocks noGrp="1"/>
          </p:cNvSpPr>
          <p:nvPr>
            <p:ph type="sldNum" sz="quarter" idx="12"/>
          </p:nvPr>
        </p:nvSpPr>
        <p:spPr/>
        <p:txBody>
          <a:bodyPr/>
          <a:lstStyle/>
          <a:p>
            <a:pPr>
              <a:defRPr/>
            </a:pPr>
            <a:fld id="{042A94E5-A39D-46B1-A8BE-601D3A7105D6}" type="slidenum">
              <a:rPr lang="en-US" smtClean="0"/>
              <a:pPr>
                <a:defRPr/>
              </a:pPr>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3" cy="838200"/>
          </a:xfrm>
        </p:spPr>
        <p:txBody>
          <a:bodyPr/>
          <a:lstStyle/>
          <a:p>
            <a:r>
              <a:rPr lang="en-US" dirty="0" err="1"/>
              <a:t>Ruang</a:t>
            </a:r>
            <a:r>
              <a:rPr lang="en-US" dirty="0"/>
              <a:t> </a:t>
            </a:r>
            <a:r>
              <a:rPr lang="en-US" dirty="0" err="1"/>
              <a:t>Keadaan</a:t>
            </a:r>
            <a:endParaRPr lang="id-ID" dirty="0"/>
          </a:p>
        </p:txBody>
      </p:sp>
      <p:sp>
        <p:nvSpPr>
          <p:cNvPr id="3" name="Content Placeholder 2"/>
          <p:cNvSpPr>
            <a:spLocks noGrp="1"/>
          </p:cNvSpPr>
          <p:nvPr>
            <p:ph idx="1"/>
          </p:nvPr>
        </p:nvSpPr>
        <p:spPr>
          <a:xfrm>
            <a:off x="609598" y="1828800"/>
            <a:ext cx="7010402" cy="4212563"/>
          </a:xfrm>
        </p:spPr>
        <p:txBody>
          <a:bodyPr>
            <a:normAutofit/>
          </a:bodyPr>
          <a:lstStyle/>
          <a:p>
            <a:r>
              <a:rPr lang="en-US" sz="2000" dirty="0" err="1"/>
              <a:t>Keadaan</a:t>
            </a:r>
            <a:r>
              <a:rPr lang="en-US" sz="2000" dirty="0"/>
              <a:t> </a:t>
            </a:r>
            <a:r>
              <a:rPr lang="en-US" sz="2000" dirty="0" err="1"/>
              <a:t>bisa</a:t>
            </a:r>
            <a:r>
              <a:rPr lang="en-US" sz="2000" dirty="0"/>
              <a:t> </a:t>
            </a:r>
            <a:r>
              <a:rPr lang="en-US" sz="2000" dirty="0" err="1"/>
              <a:t>berupa</a:t>
            </a:r>
            <a:r>
              <a:rPr lang="en-US" sz="2000" dirty="0"/>
              <a:t> </a:t>
            </a:r>
            <a:r>
              <a:rPr lang="en-US" sz="2000" dirty="0" err="1"/>
              <a:t>jumlah</a:t>
            </a:r>
            <a:r>
              <a:rPr lang="en-US" sz="2000" dirty="0"/>
              <a:t> air yang </a:t>
            </a:r>
            <a:r>
              <a:rPr lang="en-US" sz="2000" dirty="0" err="1"/>
              <a:t>berada</a:t>
            </a:r>
            <a:r>
              <a:rPr lang="en-US" sz="2000" dirty="0"/>
              <a:t> </a:t>
            </a:r>
            <a:r>
              <a:rPr lang="en-US" sz="2000" dirty="0" err="1"/>
              <a:t>dalam</a:t>
            </a:r>
            <a:r>
              <a:rPr lang="en-US" sz="2000" dirty="0"/>
              <a:t> </a:t>
            </a:r>
            <a:r>
              <a:rPr lang="en-US" sz="2000" dirty="0" err="1"/>
              <a:t>jurigen</a:t>
            </a:r>
            <a:r>
              <a:rPr lang="en-US" sz="2000" dirty="0"/>
              <a:t> 4-galon </a:t>
            </a:r>
            <a:r>
              <a:rPr lang="en-US" sz="2000" dirty="0" err="1"/>
              <a:t>dan</a:t>
            </a:r>
            <a:r>
              <a:rPr lang="en-US" sz="2000" dirty="0"/>
              <a:t> </a:t>
            </a:r>
            <a:r>
              <a:rPr lang="en-US" sz="2000" dirty="0" err="1"/>
              <a:t>jurigen</a:t>
            </a:r>
            <a:r>
              <a:rPr lang="en-US" sz="2000" dirty="0"/>
              <a:t> 3-galon. </a:t>
            </a:r>
          </a:p>
          <a:p>
            <a:r>
              <a:rPr lang="en-US" sz="2000" dirty="0"/>
              <a:t> </a:t>
            </a:r>
            <a:r>
              <a:rPr lang="en-US" sz="2000" dirty="0" err="1"/>
              <a:t>Keadaan</a:t>
            </a:r>
            <a:r>
              <a:rPr lang="en-US" sz="2000" dirty="0"/>
              <a:t> = (</a:t>
            </a:r>
            <a:r>
              <a:rPr lang="en-US" sz="2000" i="1" dirty="0"/>
              <a:t>x</a:t>
            </a:r>
            <a:r>
              <a:rPr lang="en-US" sz="2000" dirty="0"/>
              <a:t>, </a:t>
            </a:r>
            <a:r>
              <a:rPr lang="en-US" sz="2000" i="1" dirty="0"/>
              <a:t>y</a:t>
            </a:r>
            <a:r>
              <a:rPr lang="en-US" sz="2000" dirty="0"/>
              <a:t>); </a:t>
            </a:r>
            <a:r>
              <a:rPr lang="en-US" sz="2000" i="1" dirty="0"/>
              <a:t>x</a:t>
            </a:r>
            <a:r>
              <a:rPr lang="en-US" sz="2000" dirty="0"/>
              <a:t> = 0, 1, 2, 3, 4 </a:t>
            </a:r>
            <a:r>
              <a:rPr lang="en-US" sz="2000" dirty="0" err="1"/>
              <a:t>dan</a:t>
            </a:r>
            <a:r>
              <a:rPr lang="en-US" sz="2000" dirty="0"/>
              <a:t> </a:t>
            </a:r>
            <a:r>
              <a:rPr lang="en-US" sz="2000" i="1" dirty="0"/>
              <a:t>y</a:t>
            </a:r>
            <a:r>
              <a:rPr lang="en-US" sz="2000" dirty="0"/>
              <a:t> = 0, 1, 2, 3</a:t>
            </a:r>
          </a:p>
          <a:p>
            <a:r>
              <a:rPr lang="en-US" sz="2000" dirty="0"/>
              <a:t>K</a:t>
            </a:r>
            <a:r>
              <a:rPr lang="id-ID" sz="2000" dirty="0"/>
              <a:t>eadaan </a:t>
            </a:r>
            <a:r>
              <a:rPr lang="en-US" sz="2000" dirty="0"/>
              <a:t>A</a:t>
            </a:r>
            <a:r>
              <a:rPr lang="id-ID" sz="2000" dirty="0"/>
              <a:t>wal </a:t>
            </a:r>
            <a:r>
              <a:rPr lang="en-US" sz="2000" dirty="0"/>
              <a:t>= </a:t>
            </a:r>
            <a:r>
              <a:rPr lang="id-ID" sz="2000" dirty="0"/>
              <a:t>(0, 0) </a:t>
            </a:r>
            <a:endParaRPr lang="en-US" sz="2000" dirty="0"/>
          </a:p>
          <a:p>
            <a:r>
              <a:rPr lang="en-US" sz="2000" dirty="0"/>
              <a:t>K</a:t>
            </a:r>
            <a:r>
              <a:rPr lang="id-ID" sz="2000" dirty="0"/>
              <a:t>eadaan </a:t>
            </a:r>
            <a:r>
              <a:rPr lang="en-US" sz="2000" dirty="0"/>
              <a:t>T</a:t>
            </a:r>
            <a:r>
              <a:rPr lang="id-ID" sz="2000" dirty="0"/>
              <a:t>ujuan</a:t>
            </a:r>
            <a:r>
              <a:rPr lang="en-US" sz="2000" dirty="0"/>
              <a:t> = </a:t>
            </a:r>
            <a:r>
              <a:rPr lang="id-ID" sz="2000" dirty="0"/>
              <a:t>(</a:t>
            </a:r>
            <a:r>
              <a:rPr lang="en-US" sz="2000" i="1" dirty="0"/>
              <a:t>n</a:t>
            </a:r>
            <a:r>
              <a:rPr lang="id-ID" sz="2000" dirty="0"/>
              <a:t>, 2)</a:t>
            </a:r>
            <a:r>
              <a:rPr lang="en-US" sz="2000" dirty="0"/>
              <a:t> </a:t>
            </a:r>
            <a:r>
              <a:rPr lang="id-ID" sz="2000" dirty="0"/>
              <a:t>untuk setiap nilai </a:t>
            </a:r>
            <a:r>
              <a:rPr lang="id-ID" sz="2000" i="1" dirty="0"/>
              <a:t>n </a:t>
            </a:r>
            <a:r>
              <a:rPr lang="id-ID" sz="2000" dirty="0"/>
              <a:t>berupa bilangan bulat </a:t>
            </a:r>
            <a:r>
              <a:rPr lang="en-US" sz="2000" dirty="0"/>
              <a:t>[</a:t>
            </a:r>
            <a:r>
              <a:rPr lang="id-ID" sz="2000" dirty="0"/>
              <a:t>0</a:t>
            </a:r>
            <a:r>
              <a:rPr lang="en-US" sz="2000" dirty="0"/>
              <a:t>,</a:t>
            </a:r>
            <a:r>
              <a:rPr lang="id-ID" sz="2000" dirty="0"/>
              <a:t> 4</a:t>
            </a:r>
            <a:r>
              <a:rPr lang="en-US" sz="2000" dirty="0"/>
              <a:t>]</a:t>
            </a:r>
            <a:r>
              <a:rPr lang="id-ID" sz="2000" dirty="0"/>
              <a:t>.</a:t>
            </a:r>
          </a:p>
        </p:txBody>
      </p:sp>
      <p:sp>
        <p:nvSpPr>
          <p:cNvPr id="4" name="Slide Number Placeholder 3">
            <a:extLst>
              <a:ext uri="{FF2B5EF4-FFF2-40B4-BE49-F238E27FC236}">
                <a16:creationId xmlns:a16="http://schemas.microsoft.com/office/drawing/2014/main" id="{98980EEB-9D90-4D63-AB74-21572C90D8D6}"/>
              </a:ext>
            </a:extLst>
          </p:cNvPr>
          <p:cNvSpPr>
            <a:spLocks noGrp="1"/>
          </p:cNvSpPr>
          <p:nvPr>
            <p:ph type="sldNum" sz="quarter" idx="12"/>
          </p:nvPr>
        </p:nvSpPr>
        <p:spPr/>
        <p:txBody>
          <a:bodyPr/>
          <a:lstStyle/>
          <a:p>
            <a:pPr>
              <a:defRPr/>
            </a:pPr>
            <a:fld id="{042A94E5-A39D-46B1-A8BE-601D3A7105D6}" type="slidenum">
              <a:rPr lang="en-US" smtClean="0"/>
              <a:pPr>
                <a:defRPr/>
              </a:pPr>
              <a:t>15</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down)">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down)">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2524059029"/>
              </p:ext>
            </p:extLst>
          </p:nvPr>
        </p:nvGraphicFramePr>
        <p:xfrm>
          <a:off x="762000" y="1447800"/>
          <a:ext cx="8039101" cy="4953000"/>
        </p:xfrm>
        <a:graphic>
          <a:graphicData uri="http://schemas.openxmlformats.org/drawingml/2006/table">
            <a:tbl>
              <a:tblPr/>
              <a:tblGrid>
                <a:gridCol w="434548">
                  <a:extLst>
                    <a:ext uri="{9D8B030D-6E8A-4147-A177-3AD203B41FA5}">
                      <a16:colId xmlns:a16="http://schemas.microsoft.com/office/drawing/2014/main" val="20000"/>
                    </a:ext>
                  </a:extLst>
                </a:gridCol>
                <a:gridCol w="1140543">
                  <a:extLst>
                    <a:ext uri="{9D8B030D-6E8A-4147-A177-3AD203B41FA5}">
                      <a16:colId xmlns:a16="http://schemas.microsoft.com/office/drawing/2014/main" val="20001"/>
                    </a:ext>
                  </a:extLst>
                </a:gridCol>
                <a:gridCol w="507026">
                  <a:extLst>
                    <a:ext uri="{9D8B030D-6E8A-4147-A177-3AD203B41FA5}">
                      <a16:colId xmlns:a16="http://schemas.microsoft.com/office/drawing/2014/main" val="20002"/>
                    </a:ext>
                  </a:extLst>
                </a:gridCol>
                <a:gridCol w="1419671">
                  <a:extLst>
                    <a:ext uri="{9D8B030D-6E8A-4147-A177-3AD203B41FA5}">
                      <a16:colId xmlns:a16="http://schemas.microsoft.com/office/drawing/2014/main" val="20003"/>
                    </a:ext>
                  </a:extLst>
                </a:gridCol>
                <a:gridCol w="4537313">
                  <a:extLst>
                    <a:ext uri="{9D8B030D-6E8A-4147-A177-3AD203B41FA5}">
                      <a16:colId xmlns:a16="http://schemas.microsoft.com/office/drawing/2014/main" val="20004"/>
                    </a:ext>
                  </a:extLst>
                </a:gridCol>
              </a:tblGrid>
              <a:tr h="825500">
                <a:tc>
                  <a:txBody>
                    <a:bodyPr/>
                    <a:lstStyle/>
                    <a:p>
                      <a:pPr marL="342900" lvl="0" indent="-342900" algn="ctr">
                        <a:lnSpc>
                          <a:spcPct val="150000"/>
                        </a:lnSpc>
                        <a:spcAft>
                          <a:spcPts val="0"/>
                        </a:spcAft>
                        <a:buFont typeface="+mj-lt"/>
                        <a:buNone/>
                        <a:tabLst>
                          <a:tab pos="228600" algn="l"/>
                        </a:tabLst>
                      </a:pPr>
                      <a:r>
                        <a:rPr lang="en-US" sz="1800" dirty="0">
                          <a:latin typeface="Arial" pitchFamily="34" charset="0"/>
                          <a:ea typeface="Times New Roman"/>
                          <a:cs typeface="Arial" pitchFamily="34" charset="0"/>
                        </a:rPr>
                        <a:t>1</a:t>
                      </a:r>
                      <a:endParaRPr lang="id-ID" sz="1800" dirty="0">
                        <a:latin typeface="Arial" pitchFamily="34" charset="0"/>
                        <a:ea typeface="Times New Roman"/>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1800" dirty="0">
                          <a:solidFill>
                            <a:srgbClr val="000000"/>
                          </a:solidFill>
                          <a:latin typeface="Arial" pitchFamily="34" charset="0"/>
                          <a:ea typeface="Times New Roman"/>
                          <a:cs typeface="Arial" pitchFamily="34" charset="0"/>
                        </a:rPr>
                        <a:t>(</a:t>
                      </a:r>
                      <a:r>
                        <a:rPr lang="en-US" sz="1800" dirty="0" err="1">
                          <a:solidFill>
                            <a:srgbClr val="000000"/>
                          </a:solidFill>
                          <a:latin typeface="Arial" pitchFamily="34" charset="0"/>
                          <a:ea typeface="Times New Roman"/>
                          <a:cs typeface="Arial" pitchFamily="34" charset="0"/>
                        </a:rPr>
                        <a:t>x,y</a:t>
                      </a:r>
                      <a:r>
                        <a:rPr lang="en-US" sz="1800" dirty="0">
                          <a:solidFill>
                            <a:srgbClr val="000000"/>
                          </a:solidFill>
                          <a:latin typeface="Arial" pitchFamily="34" charset="0"/>
                          <a:ea typeface="Times New Roman"/>
                          <a:cs typeface="Arial" pitchFamily="34" charset="0"/>
                        </a:rPr>
                        <a:t>)</a:t>
                      </a:r>
                      <a:endParaRPr lang="id-ID" sz="1800" dirty="0">
                        <a:latin typeface="Arial" pitchFamily="34" charset="0"/>
                        <a:ea typeface="Times New Roman"/>
                        <a:cs typeface="Arial" pitchFamily="34" charset="0"/>
                      </a:endParaRPr>
                    </a:p>
                    <a:p>
                      <a:pPr algn="just">
                        <a:lnSpc>
                          <a:spcPct val="150000"/>
                        </a:lnSpc>
                        <a:spcAft>
                          <a:spcPts val="0"/>
                        </a:spcAft>
                      </a:pPr>
                      <a:r>
                        <a:rPr lang="en-US" sz="1800" dirty="0">
                          <a:solidFill>
                            <a:srgbClr val="000000"/>
                          </a:solidFill>
                          <a:latin typeface="Arial" pitchFamily="34" charset="0"/>
                          <a:ea typeface="Times New Roman"/>
                          <a:cs typeface="Arial" pitchFamily="34" charset="0"/>
                        </a:rPr>
                        <a:t>If x &lt; 4</a:t>
                      </a:r>
                      <a:endParaRPr lang="id-ID" sz="1800" dirty="0">
                        <a:latin typeface="Arial" pitchFamily="34" charset="0"/>
                        <a:ea typeface="Times New Roman"/>
                        <a:cs typeface="Arial" pitchFamily="34" charset="0"/>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1800">
                          <a:solidFill>
                            <a:srgbClr val="000000"/>
                          </a:solidFill>
                          <a:latin typeface="Arial" pitchFamily="34" charset="0"/>
                          <a:ea typeface="Times New Roman"/>
                          <a:cs typeface="Arial" pitchFamily="34" charset="0"/>
                          <a:sym typeface="Symbol"/>
                        </a:rPr>
                        <a:t></a:t>
                      </a:r>
                      <a:endParaRPr lang="id-ID" sz="1800">
                        <a:latin typeface="Arial" pitchFamily="34" charset="0"/>
                        <a:ea typeface="Times New Roman"/>
                        <a:cs typeface="Arial" pitchFamily="34"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1800" dirty="0">
                          <a:solidFill>
                            <a:srgbClr val="000000"/>
                          </a:solidFill>
                          <a:latin typeface="Arial" pitchFamily="34" charset="0"/>
                          <a:ea typeface="Times New Roman"/>
                          <a:cs typeface="Arial" pitchFamily="34" charset="0"/>
                        </a:rPr>
                        <a:t>(4,y)</a:t>
                      </a:r>
                      <a:endParaRPr lang="id-ID" sz="1800" dirty="0">
                        <a:latin typeface="Arial" pitchFamily="34" charset="0"/>
                        <a:ea typeface="Times New Roman"/>
                        <a:cs typeface="Arial" pitchFamily="34" charset="0"/>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1800" dirty="0">
                          <a:solidFill>
                            <a:srgbClr val="000000"/>
                          </a:solidFill>
                          <a:latin typeface="Arial" pitchFamily="34" charset="0"/>
                          <a:ea typeface="Times New Roman"/>
                          <a:cs typeface="Arial" pitchFamily="34" charset="0"/>
                        </a:rPr>
                        <a:t>Isi </a:t>
                      </a:r>
                      <a:r>
                        <a:rPr lang="en-US" sz="1800" dirty="0" err="1">
                          <a:solidFill>
                            <a:srgbClr val="000000"/>
                          </a:solidFill>
                          <a:latin typeface="Arial" pitchFamily="34" charset="0"/>
                          <a:ea typeface="Times New Roman"/>
                          <a:cs typeface="Arial" pitchFamily="34" charset="0"/>
                        </a:rPr>
                        <a:t>penuh</a:t>
                      </a:r>
                      <a:r>
                        <a:rPr lang="en-US" sz="1800" dirty="0">
                          <a:solidFill>
                            <a:srgbClr val="000000"/>
                          </a:solidFill>
                          <a:latin typeface="Arial" pitchFamily="34" charset="0"/>
                          <a:ea typeface="Times New Roman"/>
                          <a:cs typeface="Arial" pitchFamily="34" charset="0"/>
                        </a:rPr>
                        <a:t> </a:t>
                      </a:r>
                      <a:r>
                        <a:rPr lang="en-US" sz="1800" dirty="0" err="1">
                          <a:solidFill>
                            <a:srgbClr val="000000"/>
                          </a:solidFill>
                          <a:latin typeface="Arial" pitchFamily="34" charset="0"/>
                          <a:ea typeface="Times New Roman"/>
                          <a:cs typeface="Arial" pitchFamily="34" charset="0"/>
                        </a:rPr>
                        <a:t>jurigen</a:t>
                      </a:r>
                      <a:r>
                        <a:rPr lang="en-US" sz="1800" dirty="0">
                          <a:solidFill>
                            <a:srgbClr val="000000"/>
                          </a:solidFill>
                          <a:latin typeface="Arial" pitchFamily="34" charset="0"/>
                          <a:ea typeface="Times New Roman"/>
                          <a:cs typeface="Arial" pitchFamily="34" charset="0"/>
                        </a:rPr>
                        <a:t> x </a:t>
                      </a:r>
                      <a:r>
                        <a:rPr lang="en-US" sz="1800" dirty="0" err="1">
                          <a:solidFill>
                            <a:srgbClr val="000000"/>
                          </a:solidFill>
                          <a:latin typeface="Arial" pitchFamily="34" charset="0"/>
                          <a:ea typeface="Times New Roman"/>
                          <a:cs typeface="Arial" pitchFamily="34" charset="0"/>
                        </a:rPr>
                        <a:t>dengan</a:t>
                      </a:r>
                      <a:r>
                        <a:rPr lang="en-US" sz="1800" dirty="0">
                          <a:solidFill>
                            <a:srgbClr val="000000"/>
                          </a:solidFill>
                          <a:latin typeface="Arial" pitchFamily="34" charset="0"/>
                          <a:ea typeface="Times New Roman"/>
                          <a:cs typeface="Arial" pitchFamily="34" charset="0"/>
                        </a:rPr>
                        <a:t> 4 </a:t>
                      </a:r>
                      <a:r>
                        <a:rPr lang="en-US" sz="1800" dirty="0" err="1">
                          <a:solidFill>
                            <a:srgbClr val="000000"/>
                          </a:solidFill>
                          <a:latin typeface="Arial" pitchFamily="34" charset="0"/>
                          <a:ea typeface="Times New Roman"/>
                          <a:cs typeface="Arial" pitchFamily="34" charset="0"/>
                        </a:rPr>
                        <a:t>galon</a:t>
                      </a:r>
                      <a:endParaRPr lang="id-ID" sz="1800" dirty="0">
                        <a:latin typeface="Arial" pitchFamily="34" charset="0"/>
                        <a:ea typeface="Times New Roman"/>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825500">
                <a:tc>
                  <a:txBody>
                    <a:bodyPr/>
                    <a:lstStyle/>
                    <a:p>
                      <a:pPr marL="342900" lvl="0" indent="-342900" algn="ctr">
                        <a:lnSpc>
                          <a:spcPct val="150000"/>
                        </a:lnSpc>
                        <a:spcAft>
                          <a:spcPts val="0"/>
                        </a:spcAft>
                        <a:buFont typeface="+mj-lt"/>
                        <a:buNone/>
                        <a:tabLst>
                          <a:tab pos="228600" algn="l"/>
                        </a:tabLst>
                      </a:pPr>
                      <a:r>
                        <a:rPr lang="en-US" sz="1800" dirty="0">
                          <a:solidFill>
                            <a:srgbClr val="000000"/>
                          </a:solidFill>
                          <a:latin typeface="Arial" pitchFamily="34" charset="0"/>
                          <a:ea typeface="Times New Roman"/>
                          <a:cs typeface="Arial" pitchFamily="34" charset="0"/>
                        </a:rPr>
                        <a:t>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1800" dirty="0">
                          <a:solidFill>
                            <a:srgbClr val="000000"/>
                          </a:solidFill>
                          <a:latin typeface="Arial" pitchFamily="34" charset="0"/>
                          <a:ea typeface="Times New Roman"/>
                          <a:cs typeface="Arial" pitchFamily="34" charset="0"/>
                        </a:rPr>
                        <a:t>(</a:t>
                      </a:r>
                      <a:r>
                        <a:rPr lang="en-US" sz="1800" dirty="0" err="1">
                          <a:solidFill>
                            <a:srgbClr val="000000"/>
                          </a:solidFill>
                          <a:latin typeface="Arial" pitchFamily="34" charset="0"/>
                          <a:ea typeface="Times New Roman"/>
                          <a:cs typeface="Arial" pitchFamily="34" charset="0"/>
                        </a:rPr>
                        <a:t>x,y</a:t>
                      </a:r>
                      <a:r>
                        <a:rPr lang="en-US" sz="1800" dirty="0">
                          <a:solidFill>
                            <a:srgbClr val="000000"/>
                          </a:solidFill>
                          <a:latin typeface="Arial" pitchFamily="34" charset="0"/>
                          <a:ea typeface="Times New Roman"/>
                          <a:cs typeface="Arial" pitchFamily="34" charset="0"/>
                        </a:rPr>
                        <a:t>)</a:t>
                      </a:r>
                      <a:endParaRPr lang="id-ID" sz="1800" dirty="0">
                        <a:latin typeface="Arial" pitchFamily="34" charset="0"/>
                        <a:ea typeface="Times New Roman"/>
                        <a:cs typeface="Arial" pitchFamily="34" charset="0"/>
                      </a:endParaRPr>
                    </a:p>
                    <a:p>
                      <a:pPr algn="just">
                        <a:lnSpc>
                          <a:spcPct val="150000"/>
                        </a:lnSpc>
                        <a:spcAft>
                          <a:spcPts val="0"/>
                        </a:spcAft>
                      </a:pPr>
                      <a:r>
                        <a:rPr lang="en-US" sz="1800" dirty="0">
                          <a:solidFill>
                            <a:srgbClr val="000000"/>
                          </a:solidFill>
                          <a:latin typeface="Arial" pitchFamily="34" charset="0"/>
                          <a:ea typeface="Times New Roman"/>
                          <a:cs typeface="Arial" pitchFamily="34" charset="0"/>
                        </a:rPr>
                        <a:t>If y &lt; 3</a:t>
                      </a:r>
                      <a:endParaRPr lang="id-ID" sz="1800" dirty="0">
                        <a:latin typeface="Arial" pitchFamily="34" charset="0"/>
                        <a:ea typeface="Times New Roman"/>
                        <a:cs typeface="Arial" pitchFamily="34" charset="0"/>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1800" dirty="0">
                          <a:solidFill>
                            <a:srgbClr val="000000"/>
                          </a:solidFill>
                          <a:latin typeface="Arial" pitchFamily="34" charset="0"/>
                          <a:ea typeface="Times New Roman"/>
                          <a:cs typeface="Arial" pitchFamily="34" charset="0"/>
                          <a:sym typeface="Symbol"/>
                        </a:rPr>
                        <a:t></a:t>
                      </a:r>
                      <a:endParaRPr lang="id-ID" sz="1800" dirty="0">
                        <a:latin typeface="Arial" pitchFamily="34" charset="0"/>
                        <a:ea typeface="Times New Roman"/>
                        <a:cs typeface="Arial" pitchFamily="34"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1800">
                          <a:solidFill>
                            <a:srgbClr val="000000"/>
                          </a:solidFill>
                          <a:latin typeface="Arial" pitchFamily="34" charset="0"/>
                          <a:ea typeface="Times New Roman"/>
                          <a:cs typeface="Arial" pitchFamily="34" charset="0"/>
                        </a:rPr>
                        <a:t>(x,3)</a:t>
                      </a:r>
                      <a:endParaRPr lang="id-ID" sz="1800">
                        <a:latin typeface="Arial" pitchFamily="34" charset="0"/>
                        <a:ea typeface="Times New Roman"/>
                        <a:cs typeface="Arial" pitchFamily="34" charset="0"/>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1800" dirty="0">
                          <a:solidFill>
                            <a:srgbClr val="000000"/>
                          </a:solidFill>
                          <a:latin typeface="Arial" pitchFamily="34" charset="0"/>
                          <a:ea typeface="Times New Roman"/>
                          <a:cs typeface="Arial" pitchFamily="34" charset="0"/>
                        </a:rPr>
                        <a:t>Isi </a:t>
                      </a:r>
                      <a:r>
                        <a:rPr lang="en-US" sz="1800" dirty="0" err="1">
                          <a:solidFill>
                            <a:srgbClr val="000000"/>
                          </a:solidFill>
                          <a:latin typeface="Arial" pitchFamily="34" charset="0"/>
                          <a:ea typeface="Times New Roman"/>
                          <a:cs typeface="Arial" pitchFamily="34" charset="0"/>
                        </a:rPr>
                        <a:t>penuh</a:t>
                      </a:r>
                      <a:r>
                        <a:rPr lang="en-US" sz="1800" dirty="0">
                          <a:solidFill>
                            <a:srgbClr val="000000"/>
                          </a:solidFill>
                          <a:latin typeface="Arial" pitchFamily="34" charset="0"/>
                          <a:ea typeface="Times New Roman"/>
                          <a:cs typeface="Arial" pitchFamily="34" charset="0"/>
                        </a:rPr>
                        <a:t> </a:t>
                      </a:r>
                      <a:r>
                        <a:rPr lang="en-US" sz="1800" dirty="0" err="1">
                          <a:solidFill>
                            <a:srgbClr val="000000"/>
                          </a:solidFill>
                          <a:latin typeface="Arial" pitchFamily="34" charset="0"/>
                          <a:ea typeface="Times New Roman"/>
                          <a:cs typeface="Arial" pitchFamily="34" charset="0"/>
                        </a:rPr>
                        <a:t>jurigen</a:t>
                      </a:r>
                      <a:r>
                        <a:rPr lang="en-US" sz="1800" dirty="0">
                          <a:solidFill>
                            <a:srgbClr val="000000"/>
                          </a:solidFill>
                          <a:latin typeface="Arial" pitchFamily="34" charset="0"/>
                          <a:ea typeface="Times New Roman"/>
                          <a:cs typeface="Arial" pitchFamily="34" charset="0"/>
                        </a:rPr>
                        <a:t> y </a:t>
                      </a:r>
                      <a:r>
                        <a:rPr lang="en-US" sz="1800" dirty="0" err="1">
                          <a:solidFill>
                            <a:srgbClr val="000000"/>
                          </a:solidFill>
                          <a:latin typeface="Arial" pitchFamily="34" charset="0"/>
                          <a:ea typeface="Times New Roman"/>
                          <a:cs typeface="Arial" pitchFamily="34" charset="0"/>
                        </a:rPr>
                        <a:t>dengan</a:t>
                      </a:r>
                      <a:r>
                        <a:rPr lang="en-US" sz="1800" dirty="0">
                          <a:solidFill>
                            <a:srgbClr val="000000"/>
                          </a:solidFill>
                          <a:latin typeface="Arial" pitchFamily="34" charset="0"/>
                          <a:ea typeface="Times New Roman"/>
                          <a:cs typeface="Arial" pitchFamily="34" charset="0"/>
                        </a:rPr>
                        <a:t> 3 </a:t>
                      </a:r>
                      <a:r>
                        <a:rPr lang="en-US" sz="1800" dirty="0" err="1">
                          <a:solidFill>
                            <a:srgbClr val="000000"/>
                          </a:solidFill>
                          <a:latin typeface="Arial" pitchFamily="34" charset="0"/>
                          <a:ea typeface="Times New Roman"/>
                          <a:cs typeface="Arial" pitchFamily="34" charset="0"/>
                        </a:rPr>
                        <a:t>galon</a:t>
                      </a:r>
                      <a:endParaRPr lang="id-ID" sz="1800" dirty="0">
                        <a:latin typeface="Arial" pitchFamily="34" charset="0"/>
                        <a:ea typeface="Times New Roman"/>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825500">
                <a:tc>
                  <a:txBody>
                    <a:bodyPr/>
                    <a:lstStyle/>
                    <a:p>
                      <a:pPr marL="342900" lvl="0" indent="-342900" algn="ctr">
                        <a:lnSpc>
                          <a:spcPct val="150000"/>
                        </a:lnSpc>
                        <a:spcAft>
                          <a:spcPts val="0"/>
                        </a:spcAft>
                        <a:buFont typeface="+mj-lt"/>
                        <a:buNone/>
                        <a:tabLst>
                          <a:tab pos="228600" algn="l"/>
                        </a:tabLst>
                      </a:pPr>
                      <a:r>
                        <a:rPr lang="en-US" sz="1800" dirty="0">
                          <a:solidFill>
                            <a:srgbClr val="000000"/>
                          </a:solidFill>
                          <a:latin typeface="Arial" pitchFamily="34" charset="0"/>
                          <a:ea typeface="Times New Roman"/>
                          <a:cs typeface="Arial" pitchFamily="34" charset="0"/>
                        </a:rPr>
                        <a:t>3</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1800" dirty="0">
                          <a:solidFill>
                            <a:srgbClr val="000000"/>
                          </a:solidFill>
                          <a:latin typeface="Arial" pitchFamily="34" charset="0"/>
                          <a:ea typeface="Times New Roman"/>
                          <a:cs typeface="Arial" pitchFamily="34" charset="0"/>
                        </a:rPr>
                        <a:t>(</a:t>
                      </a:r>
                      <a:r>
                        <a:rPr lang="en-US" sz="1800" dirty="0" err="1">
                          <a:solidFill>
                            <a:srgbClr val="000000"/>
                          </a:solidFill>
                          <a:latin typeface="Arial" pitchFamily="34" charset="0"/>
                          <a:ea typeface="Times New Roman"/>
                          <a:cs typeface="Arial" pitchFamily="34" charset="0"/>
                        </a:rPr>
                        <a:t>x,y</a:t>
                      </a:r>
                      <a:r>
                        <a:rPr lang="en-US" sz="1800" dirty="0">
                          <a:solidFill>
                            <a:srgbClr val="000000"/>
                          </a:solidFill>
                          <a:latin typeface="Arial" pitchFamily="34" charset="0"/>
                          <a:ea typeface="Times New Roman"/>
                          <a:cs typeface="Arial" pitchFamily="34" charset="0"/>
                        </a:rPr>
                        <a:t>)</a:t>
                      </a:r>
                      <a:endParaRPr lang="id-ID" sz="1800" dirty="0">
                        <a:latin typeface="Arial" pitchFamily="34" charset="0"/>
                        <a:ea typeface="Times New Roman"/>
                        <a:cs typeface="Arial" pitchFamily="34" charset="0"/>
                      </a:endParaRPr>
                    </a:p>
                    <a:p>
                      <a:pPr algn="just">
                        <a:lnSpc>
                          <a:spcPct val="150000"/>
                        </a:lnSpc>
                        <a:spcAft>
                          <a:spcPts val="0"/>
                        </a:spcAft>
                      </a:pPr>
                      <a:r>
                        <a:rPr lang="en-US" sz="1800" dirty="0">
                          <a:solidFill>
                            <a:srgbClr val="000000"/>
                          </a:solidFill>
                          <a:latin typeface="Arial" pitchFamily="34" charset="0"/>
                          <a:ea typeface="Times New Roman"/>
                          <a:cs typeface="Arial" pitchFamily="34" charset="0"/>
                        </a:rPr>
                        <a:t>If x &gt; 0</a:t>
                      </a:r>
                      <a:endParaRPr lang="id-ID" sz="1800" dirty="0">
                        <a:latin typeface="Arial" pitchFamily="34" charset="0"/>
                        <a:ea typeface="Times New Roman"/>
                        <a:cs typeface="Arial" pitchFamily="34" charset="0"/>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1800" dirty="0">
                          <a:solidFill>
                            <a:srgbClr val="000000"/>
                          </a:solidFill>
                          <a:latin typeface="Arial" pitchFamily="34" charset="0"/>
                          <a:ea typeface="Times New Roman"/>
                          <a:cs typeface="Arial" pitchFamily="34" charset="0"/>
                          <a:sym typeface="Symbol"/>
                        </a:rPr>
                        <a:t></a:t>
                      </a:r>
                      <a:endParaRPr lang="id-ID" sz="1800" dirty="0">
                        <a:latin typeface="Arial" pitchFamily="34" charset="0"/>
                        <a:ea typeface="Times New Roman"/>
                        <a:cs typeface="Arial" pitchFamily="34"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1800" dirty="0">
                          <a:solidFill>
                            <a:srgbClr val="000000"/>
                          </a:solidFill>
                          <a:latin typeface="Arial" pitchFamily="34" charset="0"/>
                          <a:ea typeface="Times New Roman"/>
                          <a:cs typeface="Arial" pitchFamily="34" charset="0"/>
                        </a:rPr>
                        <a:t>(x-</a:t>
                      </a:r>
                      <a:r>
                        <a:rPr lang="en-US" sz="1800" dirty="0" err="1">
                          <a:solidFill>
                            <a:srgbClr val="000000"/>
                          </a:solidFill>
                          <a:latin typeface="Arial" pitchFamily="34" charset="0"/>
                          <a:ea typeface="Times New Roman"/>
                          <a:cs typeface="Arial" pitchFamily="34" charset="0"/>
                        </a:rPr>
                        <a:t>d,y</a:t>
                      </a:r>
                      <a:r>
                        <a:rPr lang="en-US" sz="1800" dirty="0">
                          <a:solidFill>
                            <a:srgbClr val="000000"/>
                          </a:solidFill>
                          <a:latin typeface="Arial" pitchFamily="34" charset="0"/>
                          <a:ea typeface="Times New Roman"/>
                          <a:cs typeface="Arial" pitchFamily="34" charset="0"/>
                        </a:rPr>
                        <a:t>)</a:t>
                      </a:r>
                      <a:endParaRPr lang="id-ID" sz="1800" dirty="0">
                        <a:latin typeface="Arial" pitchFamily="34" charset="0"/>
                        <a:ea typeface="Times New Roman"/>
                        <a:cs typeface="Arial" pitchFamily="34" charset="0"/>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id-ID" sz="1800" dirty="0">
                          <a:solidFill>
                            <a:srgbClr val="000000"/>
                          </a:solidFill>
                          <a:latin typeface="Arial" pitchFamily="34" charset="0"/>
                          <a:ea typeface="Times New Roman"/>
                          <a:cs typeface="Arial" pitchFamily="34" charset="0"/>
                        </a:rPr>
                        <a:t>Buang sebagian air dari jurigen 4 galon</a:t>
                      </a:r>
                      <a:endParaRPr lang="id-ID" sz="1800" dirty="0">
                        <a:latin typeface="Arial" pitchFamily="34" charset="0"/>
                        <a:ea typeface="Times New Roman"/>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825500">
                <a:tc>
                  <a:txBody>
                    <a:bodyPr/>
                    <a:lstStyle/>
                    <a:p>
                      <a:pPr marL="342900" lvl="0" indent="-342900" algn="ctr">
                        <a:lnSpc>
                          <a:spcPct val="150000"/>
                        </a:lnSpc>
                        <a:spcAft>
                          <a:spcPts val="0"/>
                        </a:spcAft>
                        <a:buFont typeface="+mj-lt"/>
                        <a:buNone/>
                        <a:tabLst>
                          <a:tab pos="228600" algn="l"/>
                        </a:tabLst>
                      </a:pPr>
                      <a:r>
                        <a:rPr lang="en-US" sz="1800" dirty="0">
                          <a:solidFill>
                            <a:srgbClr val="000000"/>
                          </a:solidFill>
                          <a:latin typeface="Arial" pitchFamily="34" charset="0"/>
                          <a:ea typeface="Times New Roman"/>
                          <a:cs typeface="Arial" pitchFamily="34" charset="0"/>
                        </a:rPr>
                        <a:t>4</a:t>
                      </a:r>
                      <a:endParaRPr lang="id-ID" sz="1800" dirty="0">
                        <a:solidFill>
                          <a:srgbClr val="000000"/>
                        </a:solidFill>
                        <a:latin typeface="Arial" pitchFamily="34" charset="0"/>
                        <a:ea typeface="Times New Roman"/>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1800" dirty="0">
                          <a:solidFill>
                            <a:srgbClr val="000000"/>
                          </a:solidFill>
                          <a:latin typeface="Arial" pitchFamily="34" charset="0"/>
                          <a:ea typeface="Times New Roman"/>
                          <a:cs typeface="Arial" pitchFamily="34" charset="0"/>
                        </a:rPr>
                        <a:t>(</a:t>
                      </a:r>
                      <a:r>
                        <a:rPr lang="en-US" sz="1800" dirty="0" err="1">
                          <a:solidFill>
                            <a:srgbClr val="000000"/>
                          </a:solidFill>
                          <a:latin typeface="Arial" pitchFamily="34" charset="0"/>
                          <a:ea typeface="Times New Roman"/>
                          <a:cs typeface="Arial" pitchFamily="34" charset="0"/>
                        </a:rPr>
                        <a:t>x,y</a:t>
                      </a:r>
                      <a:r>
                        <a:rPr lang="en-US" sz="1800" dirty="0">
                          <a:solidFill>
                            <a:srgbClr val="000000"/>
                          </a:solidFill>
                          <a:latin typeface="Arial" pitchFamily="34" charset="0"/>
                          <a:ea typeface="Times New Roman"/>
                          <a:cs typeface="Arial" pitchFamily="34" charset="0"/>
                        </a:rPr>
                        <a:t>)</a:t>
                      </a:r>
                      <a:endParaRPr lang="id-ID" sz="1800" dirty="0">
                        <a:latin typeface="Arial" pitchFamily="34" charset="0"/>
                        <a:ea typeface="Times New Roman"/>
                        <a:cs typeface="Arial" pitchFamily="34" charset="0"/>
                      </a:endParaRPr>
                    </a:p>
                    <a:p>
                      <a:pPr algn="just">
                        <a:lnSpc>
                          <a:spcPct val="150000"/>
                        </a:lnSpc>
                        <a:spcAft>
                          <a:spcPts val="0"/>
                        </a:spcAft>
                      </a:pPr>
                      <a:r>
                        <a:rPr lang="en-US" sz="1800" dirty="0">
                          <a:solidFill>
                            <a:srgbClr val="000000"/>
                          </a:solidFill>
                          <a:latin typeface="Arial" pitchFamily="34" charset="0"/>
                          <a:ea typeface="Times New Roman"/>
                          <a:cs typeface="Arial" pitchFamily="34" charset="0"/>
                        </a:rPr>
                        <a:t>If y &gt; 0</a:t>
                      </a:r>
                      <a:endParaRPr lang="id-ID" sz="1800" dirty="0">
                        <a:latin typeface="Arial" pitchFamily="34" charset="0"/>
                        <a:ea typeface="Times New Roman"/>
                        <a:cs typeface="Arial" pitchFamily="34" charset="0"/>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1800">
                          <a:solidFill>
                            <a:srgbClr val="000000"/>
                          </a:solidFill>
                          <a:latin typeface="Arial" pitchFamily="34" charset="0"/>
                          <a:ea typeface="Times New Roman"/>
                          <a:cs typeface="Arial" pitchFamily="34" charset="0"/>
                          <a:sym typeface="Symbol"/>
                        </a:rPr>
                        <a:t></a:t>
                      </a:r>
                      <a:endParaRPr lang="id-ID" sz="1800">
                        <a:latin typeface="Arial" pitchFamily="34" charset="0"/>
                        <a:ea typeface="Times New Roman"/>
                        <a:cs typeface="Arial" pitchFamily="34"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1800" dirty="0">
                          <a:solidFill>
                            <a:srgbClr val="000000"/>
                          </a:solidFill>
                          <a:latin typeface="Arial" pitchFamily="34" charset="0"/>
                          <a:ea typeface="Times New Roman"/>
                          <a:cs typeface="Arial" pitchFamily="34" charset="0"/>
                        </a:rPr>
                        <a:t>(</a:t>
                      </a:r>
                      <a:r>
                        <a:rPr lang="en-US" sz="1800" dirty="0" err="1">
                          <a:solidFill>
                            <a:srgbClr val="000000"/>
                          </a:solidFill>
                          <a:latin typeface="Arial" pitchFamily="34" charset="0"/>
                          <a:ea typeface="Times New Roman"/>
                          <a:cs typeface="Arial" pitchFamily="34" charset="0"/>
                        </a:rPr>
                        <a:t>x,y</a:t>
                      </a:r>
                      <a:r>
                        <a:rPr lang="en-US" sz="1800" dirty="0">
                          <a:solidFill>
                            <a:srgbClr val="000000"/>
                          </a:solidFill>
                          <a:latin typeface="Arial" pitchFamily="34" charset="0"/>
                          <a:ea typeface="Times New Roman"/>
                          <a:cs typeface="Arial" pitchFamily="34" charset="0"/>
                        </a:rPr>
                        <a:t>-d)</a:t>
                      </a:r>
                      <a:endParaRPr lang="id-ID" sz="1800" dirty="0">
                        <a:latin typeface="Arial" pitchFamily="34" charset="0"/>
                        <a:ea typeface="Times New Roman"/>
                        <a:cs typeface="Arial" pitchFamily="34" charset="0"/>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id-ID" sz="1800" dirty="0">
                          <a:solidFill>
                            <a:srgbClr val="000000"/>
                          </a:solidFill>
                          <a:latin typeface="Arial" pitchFamily="34" charset="0"/>
                          <a:ea typeface="Times New Roman"/>
                          <a:cs typeface="Arial" pitchFamily="34" charset="0"/>
                        </a:rPr>
                        <a:t>Buang sebagian air dari jurigen 3 galon</a:t>
                      </a:r>
                      <a:endParaRPr lang="id-ID" sz="1800" dirty="0">
                        <a:latin typeface="Arial" pitchFamily="34" charset="0"/>
                        <a:ea typeface="Times New Roman"/>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825500">
                <a:tc>
                  <a:txBody>
                    <a:bodyPr/>
                    <a:lstStyle/>
                    <a:p>
                      <a:pPr marL="342900" lvl="0" indent="-342900" algn="ctr">
                        <a:lnSpc>
                          <a:spcPct val="150000"/>
                        </a:lnSpc>
                        <a:spcAft>
                          <a:spcPts val="0"/>
                        </a:spcAft>
                        <a:buFont typeface="+mj-lt"/>
                        <a:buNone/>
                        <a:tabLst>
                          <a:tab pos="228600" algn="l"/>
                        </a:tabLst>
                      </a:pPr>
                      <a:r>
                        <a:rPr lang="en-US" sz="1800" dirty="0">
                          <a:solidFill>
                            <a:srgbClr val="000000"/>
                          </a:solidFill>
                          <a:latin typeface="Arial" pitchFamily="34" charset="0"/>
                          <a:ea typeface="Times New Roman"/>
                          <a:cs typeface="Arial" pitchFamily="34" charset="0"/>
                        </a:rPr>
                        <a:t>5</a:t>
                      </a:r>
                      <a:endParaRPr lang="id-ID" sz="1800" dirty="0">
                        <a:solidFill>
                          <a:srgbClr val="000000"/>
                        </a:solidFill>
                        <a:latin typeface="Arial" pitchFamily="34" charset="0"/>
                        <a:ea typeface="Times New Roman"/>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1800" dirty="0">
                          <a:solidFill>
                            <a:srgbClr val="000000"/>
                          </a:solidFill>
                          <a:latin typeface="Arial" pitchFamily="34" charset="0"/>
                          <a:ea typeface="Times New Roman"/>
                          <a:cs typeface="Arial" pitchFamily="34" charset="0"/>
                        </a:rPr>
                        <a:t>(</a:t>
                      </a:r>
                      <a:r>
                        <a:rPr lang="en-US" sz="1800" dirty="0" err="1">
                          <a:solidFill>
                            <a:srgbClr val="000000"/>
                          </a:solidFill>
                          <a:latin typeface="Arial" pitchFamily="34" charset="0"/>
                          <a:ea typeface="Times New Roman"/>
                          <a:cs typeface="Arial" pitchFamily="34" charset="0"/>
                        </a:rPr>
                        <a:t>x,y</a:t>
                      </a:r>
                      <a:r>
                        <a:rPr lang="en-US" sz="1800" dirty="0">
                          <a:solidFill>
                            <a:srgbClr val="000000"/>
                          </a:solidFill>
                          <a:latin typeface="Arial" pitchFamily="34" charset="0"/>
                          <a:ea typeface="Times New Roman"/>
                          <a:cs typeface="Arial" pitchFamily="34" charset="0"/>
                        </a:rPr>
                        <a:t>)</a:t>
                      </a:r>
                      <a:endParaRPr lang="id-ID" sz="1800" dirty="0">
                        <a:latin typeface="Arial" pitchFamily="34" charset="0"/>
                        <a:ea typeface="Times New Roman"/>
                        <a:cs typeface="Arial" pitchFamily="34" charset="0"/>
                      </a:endParaRPr>
                    </a:p>
                    <a:p>
                      <a:pPr algn="just">
                        <a:lnSpc>
                          <a:spcPct val="150000"/>
                        </a:lnSpc>
                        <a:spcAft>
                          <a:spcPts val="0"/>
                        </a:spcAft>
                      </a:pPr>
                      <a:r>
                        <a:rPr lang="en-US" sz="1800" dirty="0">
                          <a:solidFill>
                            <a:srgbClr val="000000"/>
                          </a:solidFill>
                          <a:latin typeface="Arial" pitchFamily="34" charset="0"/>
                          <a:ea typeface="Times New Roman"/>
                          <a:cs typeface="Arial" pitchFamily="34" charset="0"/>
                        </a:rPr>
                        <a:t>If x &gt; 0</a:t>
                      </a:r>
                      <a:endParaRPr lang="id-ID" sz="1800" dirty="0">
                        <a:latin typeface="Arial" pitchFamily="34" charset="0"/>
                        <a:ea typeface="Times New Roman"/>
                        <a:cs typeface="Arial" pitchFamily="34" charset="0"/>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1800">
                          <a:solidFill>
                            <a:srgbClr val="000000"/>
                          </a:solidFill>
                          <a:latin typeface="Arial" pitchFamily="34" charset="0"/>
                          <a:ea typeface="Times New Roman"/>
                          <a:cs typeface="Arial" pitchFamily="34" charset="0"/>
                          <a:sym typeface="Symbol"/>
                        </a:rPr>
                        <a:t></a:t>
                      </a:r>
                      <a:endParaRPr lang="id-ID" sz="1800">
                        <a:latin typeface="Arial" pitchFamily="34" charset="0"/>
                        <a:ea typeface="Times New Roman"/>
                        <a:cs typeface="Arial" pitchFamily="34"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1800">
                          <a:solidFill>
                            <a:srgbClr val="000000"/>
                          </a:solidFill>
                          <a:latin typeface="Arial" pitchFamily="34" charset="0"/>
                          <a:ea typeface="Times New Roman"/>
                          <a:cs typeface="Arial" pitchFamily="34" charset="0"/>
                        </a:rPr>
                        <a:t>(0,y)</a:t>
                      </a:r>
                      <a:endParaRPr lang="id-ID" sz="1800">
                        <a:latin typeface="Arial" pitchFamily="34" charset="0"/>
                        <a:ea typeface="Times New Roman"/>
                        <a:cs typeface="Arial" pitchFamily="34" charset="0"/>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1800" dirty="0" err="1">
                          <a:solidFill>
                            <a:srgbClr val="000000"/>
                          </a:solidFill>
                          <a:latin typeface="Arial" pitchFamily="34" charset="0"/>
                          <a:ea typeface="Times New Roman"/>
                          <a:cs typeface="Arial" pitchFamily="34" charset="0"/>
                        </a:rPr>
                        <a:t>Kosongkan</a:t>
                      </a:r>
                      <a:r>
                        <a:rPr lang="en-US" sz="1800" dirty="0">
                          <a:solidFill>
                            <a:srgbClr val="000000"/>
                          </a:solidFill>
                          <a:latin typeface="Arial" pitchFamily="34" charset="0"/>
                          <a:ea typeface="Times New Roman"/>
                          <a:cs typeface="Arial" pitchFamily="34" charset="0"/>
                        </a:rPr>
                        <a:t> </a:t>
                      </a:r>
                      <a:r>
                        <a:rPr lang="en-US" sz="1800" dirty="0" err="1">
                          <a:solidFill>
                            <a:srgbClr val="000000"/>
                          </a:solidFill>
                          <a:latin typeface="Arial" pitchFamily="34" charset="0"/>
                          <a:ea typeface="Times New Roman"/>
                          <a:cs typeface="Arial" pitchFamily="34" charset="0"/>
                        </a:rPr>
                        <a:t>jurigen</a:t>
                      </a:r>
                      <a:r>
                        <a:rPr lang="en-US" sz="1800" dirty="0">
                          <a:solidFill>
                            <a:srgbClr val="000000"/>
                          </a:solidFill>
                          <a:latin typeface="Arial" pitchFamily="34" charset="0"/>
                          <a:ea typeface="Times New Roman"/>
                          <a:cs typeface="Arial" pitchFamily="34" charset="0"/>
                        </a:rPr>
                        <a:t> 4 </a:t>
                      </a:r>
                      <a:r>
                        <a:rPr lang="en-US" sz="1800" dirty="0" err="1">
                          <a:solidFill>
                            <a:srgbClr val="000000"/>
                          </a:solidFill>
                          <a:latin typeface="Arial" pitchFamily="34" charset="0"/>
                          <a:ea typeface="Times New Roman"/>
                          <a:cs typeface="Arial" pitchFamily="34" charset="0"/>
                        </a:rPr>
                        <a:t>galon</a:t>
                      </a:r>
                      <a:endParaRPr lang="id-ID" sz="1800" dirty="0">
                        <a:latin typeface="Arial" pitchFamily="34" charset="0"/>
                        <a:ea typeface="Times New Roman"/>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825500">
                <a:tc>
                  <a:txBody>
                    <a:bodyPr/>
                    <a:lstStyle/>
                    <a:p>
                      <a:pPr marL="342900" lvl="0" indent="-342900" algn="ctr">
                        <a:lnSpc>
                          <a:spcPct val="150000"/>
                        </a:lnSpc>
                        <a:spcAft>
                          <a:spcPts val="0"/>
                        </a:spcAft>
                        <a:buFont typeface="+mj-lt"/>
                        <a:buNone/>
                        <a:tabLst>
                          <a:tab pos="228600" algn="l"/>
                        </a:tabLst>
                      </a:pPr>
                      <a:r>
                        <a:rPr lang="en-US" sz="1800" dirty="0">
                          <a:solidFill>
                            <a:srgbClr val="000000"/>
                          </a:solidFill>
                          <a:latin typeface="Arial" pitchFamily="34" charset="0"/>
                          <a:ea typeface="Times New Roman"/>
                          <a:cs typeface="Arial" pitchFamily="34" charset="0"/>
                        </a:rPr>
                        <a:t>6</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1800" dirty="0">
                          <a:solidFill>
                            <a:srgbClr val="000000"/>
                          </a:solidFill>
                          <a:latin typeface="Arial" pitchFamily="34" charset="0"/>
                          <a:ea typeface="Times New Roman"/>
                          <a:cs typeface="Arial" pitchFamily="34" charset="0"/>
                        </a:rPr>
                        <a:t>(</a:t>
                      </a:r>
                      <a:r>
                        <a:rPr lang="en-US" sz="1800" dirty="0" err="1">
                          <a:solidFill>
                            <a:srgbClr val="000000"/>
                          </a:solidFill>
                          <a:latin typeface="Arial" pitchFamily="34" charset="0"/>
                          <a:ea typeface="Times New Roman"/>
                          <a:cs typeface="Arial" pitchFamily="34" charset="0"/>
                        </a:rPr>
                        <a:t>x,y</a:t>
                      </a:r>
                      <a:r>
                        <a:rPr lang="en-US" sz="1800" dirty="0">
                          <a:solidFill>
                            <a:srgbClr val="000000"/>
                          </a:solidFill>
                          <a:latin typeface="Arial" pitchFamily="34" charset="0"/>
                          <a:ea typeface="Times New Roman"/>
                          <a:cs typeface="Arial" pitchFamily="34" charset="0"/>
                        </a:rPr>
                        <a:t>)</a:t>
                      </a:r>
                      <a:endParaRPr lang="id-ID" sz="1800" dirty="0">
                        <a:latin typeface="Arial" pitchFamily="34" charset="0"/>
                        <a:ea typeface="Times New Roman"/>
                        <a:cs typeface="Arial" pitchFamily="34" charset="0"/>
                      </a:endParaRPr>
                    </a:p>
                    <a:p>
                      <a:pPr algn="just">
                        <a:lnSpc>
                          <a:spcPct val="150000"/>
                        </a:lnSpc>
                        <a:spcAft>
                          <a:spcPts val="0"/>
                        </a:spcAft>
                      </a:pPr>
                      <a:r>
                        <a:rPr lang="en-US" sz="1800" dirty="0">
                          <a:solidFill>
                            <a:srgbClr val="000000"/>
                          </a:solidFill>
                          <a:latin typeface="Arial" pitchFamily="34" charset="0"/>
                          <a:ea typeface="Times New Roman"/>
                          <a:cs typeface="Arial" pitchFamily="34" charset="0"/>
                        </a:rPr>
                        <a:t>If y &gt; 0</a:t>
                      </a:r>
                      <a:endParaRPr lang="id-ID" sz="1800" dirty="0">
                        <a:latin typeface="Arial" pitchFamily="34" charset="0"/>
                        <a:ea typeface="Times New Roman"/>
                        <a:cs typeface="Arial" pitchFamily="34" charset="0"/>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1800" dirty="0">
                          <a:solidFill>
                            <a:srgbClr val="000000"/>
                          </a:solidFill>
                          <a:latin typeface="Arial" pitchFamily="34" charset="0"/>
                          <a:ea typeface="Times New Roman"/>
                          <a:cs typeface="Arial" pitchFamily="34" charset="0"/>
                          <a:sym typeface="Symbol"/>
                        </a:rPr>
                        <a:t></a:t>
                      </a:r>
                      <a:endParaRPr lang="id-ID" sz="1800" dirty="0">
                        <a:latin typeface="Arial" pitchFamily="34" charset="0"/>
                        <a:ea typeface="Times New Roman"/>
                        <a:cs typeface="Arial" pitchFamily="34"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1800" dirty="0">
                          <a:solidFill>
                            <a:srgbClr val="000000"/>
                          </a:solidFill>
                          <a:latin typeface="Arial" pitchFamily="34" charset="0"/>
                          <a:ea typeface="Times New Roman"/>
                          <a:cs typeface="Arial" pitchFamily="34" charset="0"/>
                        </a:rPr>
                        <a:t>(x,0)</a:t>
                      </a:r>
                      <a:endParaRPr lang="id-ID" sz="1800" dirty="0">
                        <a:latin typeface="Arial" pitchFamily="34" charset="0"/>
                        <a:ea typeface="Times New Roman"/>
                        <a:cs typeface="Arial" pitchFamily="34" charset="0"/>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1800" dirty="0" err="1">
                          <a:solidFill>
                            <a:srgbClr val="000000"/>
                          </a:solidFill>
                          <a:latin typeface="Arial" pitchFamily="34" charset="0"/>
                          <a:ea typeface="Times New Roman"/>
                          <a:cs typeface="Arial" pitchFamily="34" charset="0"/>
                        </a:rPr>
                        <a:t>Kosongkan</a:t>
                      </a:r>
                      <a:r>
                        <a:rPr lang="en-US" sz="1800" dirty="0">
                          <a:solidFill>
                            <a:srgbClr val="000000"/>
                          </a:solidFill>
                          <a:latin typeface="Arial" pitchFamily="34" charset="0"/>
                          <a:ea typeface="Times New Roman"/>
                          <a:cs typeface="Arial" pitchFamily="34" charset="0"/>
                        </a:rPr>
                        <a:t> </a:t>
                      </a:r>
                      <a:r>
                        <a:rPr lang="en-US" sz="1800" dirty="0" err="1">
                          <a:solidFill>
                            <a:srgbClr val="000000"/>
                          </a:solidFill>
                          <a:latin typeface="Arial" pitchFamily="34" charset="0"/>
                          <a:ea typeface="Times New Roman"/>
                          <a:cs typeface="Arial" pitchFamily="34" charset="0"/>
                        </a:rPr>
                        <a:t>jurigen</a:t>
                      </a:r>
                      <a:r>
                        <a:rPr lang="en-US" sz="1800" dirty="0">
                          <a:solidFill>
                            <a:srgbClr val="000000"/>
                          </a:solidFill>
                          <a:latin typeface="Arial" pitchFamily="34" charset="0"/>
                          <a:ea typeface="Times New Roman"/>
                          <a:cs typeface="Arial" pitchFamily="34" charset="0"/>
                        </a:rPr>
                        <a:t> 3 </a:t>
                      </a:r>
                      <a:r>
                        <a:rPr lang="en-US" sz="1800" dirty="0" err="1">
                          <a:solidFill>
                            <a:srgbClr val="000000"/>
                          </a:solidFill>
                          <a:latin typeface="Arial" pitchFamily="34" charset="0"/>
                          <a:ea typeface="Times New Roman"/>
                          <a:cs typeface="Arial" pitchFamily="34" charset="0"/>
                        </a:rPr>
                        <a:t>galon</a:t>
                      </a:r>
                      <a:endParaRPr lang="id-ID" sz="1800" dirty="0">
                        <a:latin typeface="Arial" pitchFamily="34" charset="0"/>
                        <a:ea typeface="Times New Roman"/>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3" name="Title 1">
            <a:extLst>
              <a:ext uri="{FF2B5EF4-FFF2-40B4-BE49-F238E27FC236}">
                <a16:creationId xmlns:a16="http://schemas.microsoft.com/office/drawing/2014/main" id="{CC7322FC-884D-474F-B269-98D69B8BC5E4}"/>
              </a:ext>
            </a:extLst>
          </p:cNvPr>
          <p:cNvSpPr txBox="1">
            <a:spLocks/>
          </p:cNvSpPr>
          <p:nvPr/>
        </p:nvSpPr>
        <p:spPr>
          <a:xfrm>
            <a:off x="609599" y="609600"/>
            <a:ext cx="7543801" cy="685800"/>
          </a:xfrm>
          <a:prstGeom prst="rect">
            <a:avLst/>
          </a:prstGeom>
        </p:spPr>
        <p:txBody>
          <a:bodyPr/>
          <a:lstStyle>
            <a:lvl1pPr algn="l" defTabSz="457200" rtl="0" eaLnBrk="1" latinLnBrk="0" hangingPunct="1">
              <a:spcBef>
                <a:spcPct val="0"/>
              </a:spcBef>
              <a:buNone/>
              <a:defRPr sz="3600" kern="1200">
                <a:solidFill>
                  <a:schemeClr val="accent1">
                    <a:lumMod val="7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000" dirty="0" err="1"/>
              <a:t>Aturan-aturan</a:t>
            </a:r>
            <a:r>
              <a:rPr lang="en-US" sz="2000" dirty="0"/>
              <a:t> </a:t>
            </a:r>
            <a:r>
              <a:rPr lang="en-US" sz="2000" dirty="0" err="1"/>
              <a:t>produksi</a:t>
            </a:r>
            <a:r>
              <a:rPr lang="en-US" sz="2000" dirty="0"/>
              <a:t> yang </a:t>
            </a:r>
            <a:r>
              <a:rPr lang="en-US" sz="2000" dirty="0" err="1"/>
              <a:t>lengkap</a:t>
            </a:r>
            <a:r>
              <a:rPr lang="en-US" sz="2000" dirty="0"/>
              <a:t> dan  </a:t>
            </a:r>
            <a:r>
              <a:rPr lang="en-US" sz="2000" dirty="0" err="1"/>
              <a:t>dapat</a:t>
            </a:r>
            <a:r>
              <a:rPr lang="en-US" sz="2000" dirty="0"/>
              <a:t> </a:t>
            </a:r>
            <a:r>
              <a:rPr lang="en-US" sz="2000" dirty="0" err="1"/>
              <a:t>digunakan</a:t>
            </a:r>
            <a:r>
              <a:rPr lang="en-US" sz="2000" dirty="0"/>
              <a:t> </a:t>
            </a:r>
            <a:r>
              <a:rPr lang="en-US" sz="2000" dirty="0" err="1"/>
              <a:t>untuk</a:t>
            </a:r>
            <a:r>
              <a:rPr lang="en-US" sz="2000" dirty="0"/>
              <a:t> </a:t>
            </a:r>
            <a:r>
              <a:rPr lang="en-US" sz="2000" dirty="0" err="1"/>
              <a:t>memecahkan</a:t>
            </a:r>
            <a:r>
              <a:rPr lang="en-US" sz="2000" dirty="0"/>
              <a:t> </a:t>
            </a:r>
            <a:r>
              <a:rPr lang="en-US" sz="2000" dirty="0" err="1"/>
              <a:t>masalaha</a:t>
            </a:r>
            <a:r>
              <a:rPr lang="en-US" sz="2000" dirty="0"/>
              <a:t> </a:t>
            </a:r>
            <a:r>
              <a:rPr lang="en-US" sz="2000" dirty="0" err="1"/>
              <a:t>jurigen</a:t>
            </a:r>
            <a:r>
              <a:rPr lang="en-US" sz="2000" dirty="0"/>
              <a:t> </a:t>
            </a:r>
            <a:r>
              <a:rPr lang="en-US" sz="2000" dirty="0" err="1"/>
              <a:t>adalah</a:t>
            </a:r>
            <a:r>
              <a:rPr lang="en-US" sz="2000" dirty="0"/>
              <a:t> :</a:t>
            </a:r>
            <a:endParaRPr lang="en-ID" sz="2000" dirty="0"/>
          </a:p>
        </p:txBody>
      </p:sp>
      <p:sp>
        <p:nvSpPr>
          <p:cNvPr id="4" name="Slide Number Placeholder 3">
            <a:extLst>
              <a:ext uri="{FF2B5EF4-FFF2-40B4-BE49-F238E27FC236}">
                <a16:creationId xmlns:a16="http://schemas.microsoft.com/office/drawing/2014/main" id="{2190AE1C-D8C7-4BF6-B615-8E02D29C4241}"/>
              </a:ext>
            </a:extLst>
          </p:cNvPr>
          <p:cNvSpPr>
            <a:spLocks noGrp="1"/>
          </p:cNvSpPr>
          <p:nvPr>
            <p:ph type="sldNum" sz="quarter" idx="12"/>
          </p:nvPr>
        </p:nvSpPr>
        <p:spPr/>
        <p:txBody>
          <a:bodyPr/>
          <a:lstStyle/>
          <a:p>
            <a:pPr>
              <a:defRPr/>
            </a:pPr>
            <a:fld id="{318510C0-C023-46DB-8927-270F0F88F706}" type="slidenum">
              <a:rPr lang="en-US" smtClean="0"/>
              <a:pPr>
                <a:defRPr/>
              </a:pPr>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2142687247"/>
              </p:ext>
            </p:extLst>
          </p:nvPr>
        </p:nvGraphicFramePr>
        <p:xfrm>
          <a:off x="533400" y="609600"/>
          <a:ext cx="8458200" cy="6019800"/>
        </p:xfrm>
        <a:graphic>
          <a:graphicData uri="http://schemas.openxmlformats.org/drawingml/2006/table">
            <a:tbl>
              <a:tblPr/>
              <a:tblGrid>
                <a:gridCol w="481222">
                  <a:extLst>
                    <a:ext uri="{9D8B030D-6E8A-4147-A177-3AD203B41FA5}">
                      <a16:colId xmlns:a16="http://schemas.microsoft.com/office/drawing/2014/main" val="20000"/>
                    </a:ext>
                  </a:extLst>
                </a:gridCol>
                <a:gridCol w="2105578">
                  <a:extLst>
                    <a:ext uri="{9D8B030D-6E8A-4147-A177-3AD203B41FA5}">
                      <a16:colId xmlns:a16="http://schemas.microsoft.com/office/drawing/2014/main" val="20001"/>
                    </a:ext>
                  </a:extLst>
                </a:gridCol>
                <a:gridCol w="418806">
                  <a:extLst>
                    <a:ext uri="{9D8B030D-6E8A-4147-A177-3AD203B41FA5}">
                      <a16:colId xmlns:a16="http://schemas.microsoft.com/office/drawing/2014/main" val="20002"/>
                    </a:ext>
                  </a:extLst>
                </a:gridCol>
                <a:gridCol w="1183392">
                  <a:extLst>
                    <a:ext uri="{9D8B030D-6E8A-4147-A177-3AD203B41FA5}">
                      <a16:colId xmlns:a16="http://schemas.microsoft.com/office/drawing/2014/main" val="20003"/>
                    </a:ext>
                  </a:extLst>
                </a:gridCol>
                <a:gridCol w="4269202">
                  <a:extLst>
                    <a:ext uri="{9D8B030D-6E8A-4147-A177-3AD203B41FA5}">
                      <a16:colId xmlns:a16="http://schemas.microsoft.com/office/drawing/2014/main" val="20004"/>
                    </a:ext>
                  </a:extLst>
                </a:gridCol>
              </a:tblGrid>
              <a:tr h="1220230">
                <a:tc>
                  <a:txBody>
                    <a:bodyPr/>
                    <a:lstStyle/>
                    <a:p>
                      <a:pPr marL="342900" lvl="0" indent="-342900" algn="ctr">
                        <a:lnSpc>
                          <a:spcPct val="150000"/>
                        </a:lnSpc>
                        <a:spcAft>
                          <a:spcPts val="0"/>
                        </a:spcAft>
                        <a:buFont typeface="+mj-lt"/>
                        <a:buNone/>
                        <a:tabLst>
                          <a:tab pos="228600" algn="l"/>
                        </a:tabLst>
                      </a:pPr>
                      <a:r>
                        <a:rPr lang="en-US" sz="1800" dirty="0">
                          <a:solidFill>
                            <a:srgbClr val="000000"/>
                          </a:solidFill>
                          <a:latin typeface="Arial" pitchFamily="34" charset="0"/>
                          <a:ea typeface="Times New Roman"/>
                          <a:cs typeface="Arial" pitchFamily="34" charset="0"/>
                        </a:rPr>
                        <a:t>7</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1800" dirty="0">
                          <a:solidFill>
                            <a:srgbClr val="000000"/>
                          </a:solidFill>
                          <a:latin typeface="Arial" pitchFamily="34" charset="0"/>
                          <a:ea typeface="Times New Roman"/>
                          <a:cs typeface="Arial" pitchFamily="34" charset="0"/>
                        </a:rPr>
                        <a:t>(</a:t>
                      </a:r>
                      <a:r>
                        <a:rPr lang="en-US" sz="1800" dirty="0" err="1">
                          <a:solidFill>
                            <a:srgbClr val="000000"/>
                          </a:solidFill>
                          <a:latin typeface="Arial" pitchFamily="34" charset="0"/>
                          <a:ea typeface="Times New Roman"/>
                          <a:cs typeface="Arial" pitchFamily="34" charset="0"/>
                        </a:rPr>
                        <a:t>x,y</a:t>
                      </a:r>
                      <a:r>
                        <a:rPr lang="en-US" sz="1800" dirty="0">
                          <a:solidFill>
                            <a:srgbClr val="000000"/>
                          </a:solidFill>
                          <a:latin typeface="Arial" pitchFamily="34" charset="0"/>
                          <a:ea typeface="Times New Roman"/>
                          <a:cs typeface="Arial" pitchFamily="34" charset="0"/>
                        </a:rPr>
                        <a:t>)</a:t>
                      </a:r>
                      <a:endParaRPr lang="id-ID" sz="1800" dirty="0">
                        <a:latin typeface="Arial" pitchFamily="34" charset="0"/>
                        <a:ea typeface="Times New Roman"/>
                        <a:cs typeface="Arial" pitchFamily="34" charset="0"/>
                      </a:endParaRPr>
                    </a:p>
                    <a:p>
                      <a:pPr algn="just">
                        <a:lnSpc>
                          <a:spcPct val="150000"/>
                        </a:lnSpc>
                        <a:spcAft>
                          <a:spcPts val="0"/>
                        </a:spcAft>
                      </a:pPr>
                      <a:r>
                        <a:rPr lang="en-US" sz="1800" dirty="0">
                          <a:solidFill>
                            <a:srgbClr val="000000"/>
                          </a:solidFill>
                          <a:latin typeface="Arial" pitchFamily="34" charset="0"/>
                          <a:ea typeface="Times New Roman"/>
                          <a:cs typeface="Arial" pitchFamily="34" charset="0"/>
                        </a:rPr>
                        <a:t>If </a:t>
                      </a:r>
                      <a:r>
                        <a:rPr lang="en-US" sz="1800" dirty="0" err="1">
                          <a:solidFill>
                            <a:srgbClr val="000000"/>
                          </a:solidFill>
                          <a:latin typeface="Arial" pitchFamily="34" charset="0"/>
                          <a:ea typeface="Times New Roman"/>
                          <a:cs typeface="Arial" pitchFamily="34" charset="0"/>
                        </a:rPr>
                        <a:t>x+y</a:t>
                      </a:r>
                      <a:r>
                        <a:rPr lang="en-US" sz="1800" dirty="0">
                          <a:solidFill>
                            <a:srgbClr val="000000"/>
                          </a:solidFill>
                          <a:latin typeface="Arial" pitchFamily="34" charset="0"/>
                          <a:ea typeface="Times New Roman"/>
                          <a:cs typeface="Arial" pitchFamily="34" charset="0"/>
                        </a:rPr>
                        <a:t> </a:t>
                      </a:r>
                      <a:r>
                        <a:rPr lang="en-US" sz="1800" dirty="0">
                          <a:solidFill>
                            <a:srgbClr val="000000"/>
                          </a:solidFill>
                          <a:latin typeface="Arial" pitchFamily="34" charset="0"/>
                          <a:ea typeface="Times New Roman"/>
                          <a:cs typeface="Arial" pitchFamily="34" charset="0"/>
                          <a:sym typeface="Symbol"/>
                        </a:rPr>
                        <a:t></a:t>
                      </a:r>
                      <a:r>
                        <a:rPr lang="en-US" sz="1800" dirty="0">
                          <a:solidFill>
                            <a:srgbClr val="000000"/>
                          </a:solidFill>
                          <a:latin typeface="Arial" pitchFamily="34" charset="0"/>
                          <a:ea typeface="Times New Roman"/>
                          <a:cs typeface="Arial" pitchFamily="34" charset="0"/>
                        </a:rPr>
                        <a:t> 4 and y &gt; 0</a:t>
                      </a:r>
                      <a:endParaRPr lang="id-ID" sz="1800" dirty="0">
                        <a:latin typeface="Arial" pitchFamily="34" charset="0"/>
                        <a:ea typeface="Times New Roman"/>
                        <a:cs typeface="Arial" pitchFamily="34" charset="0"/>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1800" dirty="0">
                          <a:solidFill>
                            <a:srgbClr val="000000"/>
                          </a:solidFill>
                          <a:latin typeface="Arial" pitchFamily="34" charset="0"/>
                          <a:ea typeface="Times New Roman"/>
                          <a:cs typeface="Arial" pitchFamily="34" charset="0"/>
                          <a:sym typeface="Symbol"/>
                        </a:rPr>
                        <a:t></a:t>
                      </a:r>
                      <a:endParaRPr lang="id-ID" sz="1800" dirty="0">
                        <a:latin typeface="Arial" pitchFamily="34" charset="0"/>
                        <a:ea typeface="Times New Roman"/>
                        <a:cs typeface="Arial" pitchFamily="34"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1800" dirty="0">
                          <a:solidFill>
                            <a:srgbClr val="000000"/>
                          </a:solidFill>
                          <a:latin typeface="Arial" pitchFamily="34" charset="0"/>
                          <a:ea typeface="Times New Roman"/>
                          <a:cs typeface="Arial" pitchFamily="34" charset="0"/>
                        </a:rPr>
                        <a:t>(4,y-(4-x))</a:t>
                      </a:r>
                      <a:endParaRPr lang="id-ID" sz="1800" dirty="0">
                        <a:latin typeface="Arial" pitchFamily="34" charset="0"/>
                        <a:ea typeface="Times New Roman"/>
                        <a:cs typeface="Arial" pitchFamily="34" charset="0"/>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id-ID" sz="1800">
                          <a:solidFill>
                            <a:srgbClr val="000000"/>
                          </a:solidFill>
                          <a:latin typeface="Arial" pitchFamily="34" charset="0"/>
                          <a:ea typeface="Times New Roman"/>
                          <a:cs typeface="Arial" pitchFamily="34" charset="0"/>
                        </a:rPr>
                        <a:t>Tuangkan air dari jurigen 3 galon ke jurigen 4 galon sampai jurigen 4 galon penuh</a:t>
                      </a:r>
                      <a:endParaRPr lang="id-ID" sz="1800">
                        <a:latin typeface="Arial" pitchFamily="34" charset="0"/>
                        <a:ea typeface="Times New Roman"/>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1220230">
                <a:tc>
                  <a:txBody>
                    <a:bodyPr/>
                    <a:lstStyle/>
                    <a:p>
                      <a:pPr marL="342900" lvl="0" indent="-342900" algn="ctr">
                        <a:lnSpc>
                          <a:spcPct val="150000"/>
                        </a:lnSpc>
                        <a:spcAft>
                          <a:spcPts val="0"/>
                        </a:spcAft>
                        <a:buFont typeface="+mj-lt"/>
                        <a:buNone/>
                        <a:tabLst>
                          <a:tab pos="228600" algn="l"/>
                        </a:tabLst>
                      </a:pPr>
                      <a:r>
                        <a:rPr lang="en-US" sz="1800" dirty="0">
                          <a:solidFill>
                            <a:srgbClr val="000000"/>
                          </a:solidFill>
                          <a:latin typeface="Arial" pitchFamily="34" charset="0"/>
                          <a:ea typeface="Times New Roman"/>
                          <a:cs typeface="Arial" pitchFamily="34" charset="0"/>
                        </a:rPr>
                        <a:t>8</a:t>
                      </a:r>
                      <a:endParaRPr lang="id-ID" sz="1800" dirty="0">
                        <a:solidFill>
                          <a:srgbClr val="000000"/>
                        </a:solidFill>
                        <a:latin typeface="Arial" pitchFamily="34" charset="0"/>
                        <a:ea typeface="Times New Roman"/>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1800" dirty="0">
                          <a:solidFill>
                            <a:srgbClr val="000000"/>
                          </a:solidFill>
                          <a:latin typeface="Arial" pitchFamily="34" charset="0"/>
                          <a:ea typeface="Times New Roman"/>
                          <a:cs typeface="Arial" pitchFamily="34" charset="0"/>
                        </a:rPr>
                        <a:t>(</a:t>
                      </a:r>
                      <a:r>
                        <a:rPr lang="en-US" sz="1800" dirty="0" err="1">
                          <a:solidFill>
                            <a:srgbClr val="000000"/>
                          </a:solidFill>
                          <a:latin typeface="Arial" pitchFamily="34" charset="0"/>
                          <a:ea typeface="Times New Roman"/>
                          <a:cs typeface="Arial" pitchFamily="34" charset="0"/>
                        </a:rPr>
                        <a:t>x,y</a:t>
                      </a:r>
                      <a:r>
                        <a:rPr lang="en-US" sz="1800" dirty="0">
                          <a:solidFill>
                            <a:srgbClr val="000000"/>
                          </a:solidFill>
                          <a:latin typeface="Arial" pitchFamily="34" charset="0"/>
                          <a:ea typeface="Times New Roman"/>
                          <a:cs typeface="Arial" pitchFamily="34" charset="0"/>
                        </a:rPr>
                        <a:t>)</a:t>
                      </a:r>
                      <a:endParaRPr lang="id-ID" sz="1800" dirty="0">
                        <a:latin typeface="Arial" pitchFamily="34" charset="0"/>
                        <a:ea typeface="Times New Roman"/>
                        <a:cs typeface="Arial" pitchFamily="34" charset="0"/>
                      </a:endParaRPr>
                    </a:p>
                    <a:p>
                      <a:pPr algn="just">
                        <a:lnSpc>
                          <a:spcPct val="150000"/>
                        </a:lnSpc>
                        <a:spcAft>
                          <a:spcPts val="0"/>
                        </a:spcAft>
                      </a:pPr>
                      <a:r>
                        <a:rPr lang="en-US" sz="1800" dirty="0">
                          <a:solidFill>
                            <a:srgbClr val="000000"/>
                          </a:solidFill>
                          <a:latin typeface="Arial" pitchFamily="34" charset="0"/>
                          <a:ea typeface="Times New Roman"/>
                          <a:cs typeface="Arial" pitchFamily="34" charset="0"/>
                        </a:rPr>
                        <a:t>If </a:t>
                      </a:r>
                      <a:r>
                        <a:rPr lang="en-US" sz="1800" dirty="0" err="1">
                          <a:solidFill>
                            <a:srgbClr val="000000"/>
                          </a:solidFill>
                          <a:latin typeface="Arial" pitchFamily="34" charset="0"/>
                          <a:ea typeface="Times New Roman"/>
                          <a:cs typeface="Arial" pitchFamily="34" charset="0"/>
                        </a:rPr>
                        <a:t>x+y</a:t>
                      </a:r>
                      <a:r>
                        <a:rPr lang="en-US" sz="1800" dirty="0">
                          <a:solidFill>
                            <a:srgbClr val="000000"/>
                          </a:solidFill>
                          <a:latin typeface="Arial" pitchFamily="34" charset="0"/>
                          <a:ea typeface="Times New Roman"/>
                          <a:cs typeface="Arial" pitchFamily="34" charset="0"/>
                        </a:rPr>
                        <a:t> </a:t>
                      </a:r>
                      <a:r>
                        <a:rPr lang="en-US" sz="1800" dirty="0">
                          <a:solidFill>
                            <a:srgbClr val="000000"/>
                          </a:solidFill>
                          <a:latin typeface="Arial" pitchFamily="34" charset="0"/>
                          <a:ea typeface="Times New Roman"/>
                          <a:cs typeface="Arial" pitchFamily="34" charset="0"/>
                          <a:sym typeface="Symbol"/>
                        </a:rPr>
                        <a:t></a:t>
                      </a:r>
                      <a:r>
                        <a:rPr lang="en-US" sz="1800" dirty="0">
                          <a:solidFill>
                            <a:srgbClr val="000000"/>
                          </a:solidFill>
                          <a:latin typeface="Arial" pitchFamily="34" charset="0"/>
                          <a:ea typeface="Times New Roman"/>
                          <a:cs typeface="Arial" pitchFamily="34" charset="0"/>
                        </a:rPr>
                        <a:t> 3 and x &gt; 0</a:t>
                      </a:r>
                      <a:endParaRPr lang="id-ID" sz="1800" dirty="0">
                        <a:latin typeface="Arial" pitchFamily="34" charset="0"/>
                        <a:ea typeface="Times New Roman"/>
                        <a:cs typeface="Arial" pitchFamily="34" charset="0"/>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1800" dirty="0">
                          <a:solidFill>
                            <a:srgbClr val="000000"/>
                          </a:solidFill>
                          <a:latin typeface="Arial" pitchFamily="34" charset="0"/>
                          <a:ea typeface="Times New Roman"/>
                          <a:cs typeface="Arial" pitchFamily="34" charset="0"/>
                          <a:sym typeface="Symbol"/>
                        </a:rPr>
                        <a:t></a:t>
                      </a:r>
                      <a:endParaRPr lang="id-ID" sz="1800" dirty="0">
                        <a:latin typeface="Arial" pitchFamily="34" charset="0"/>
                        <a:ea typeface="Times New Roman"/>
                        <a:cs typeface="Arial" pitchFamily="34"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1800" dirty="0">
                          <a:solidFill>
                            <a:srgbClr val="000000"/>
                          </a:solidFill>
                          <a:latin typeface="Arial" pitchFamily="34" charset="0"/>
                          <a:ea typeface="Times New Roman"/>
                          <a:cs typeface="Arial" pitchFamily="34" charset="0"/>
                        </a:rPr>
                        <a:t>(x-(3-y),3)</a:t>
                      </a:r>
                      <a:endParaRPr lang="id-ID" sz="1800" dirty="0">
                        <a:latin typeface="Arial" pitchFamily="34" charset="0"/>
                        <a:ea typeface="Times New Roman"/>
                        <a:cs typeface="Arial" pitchFamily="34" charset="0"/>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id-ID" sz="1800" dirty="0">
                          <a:solidFill>
                            <a:srgbClr val="000000"/>
                          </a:solidFill>
                          <a:latin typeface="Arial" pitchFamily="34" charset="0"/>
                          <a:ea typeface="Times New Roman"/>
                          <a:cs typeface="Arial" pitchFamily="34" charset="0"/>
                        </a:rPr>
                        <a:t>Tuangkan air dari jurigen 4 galon ke jurigen 3 galon sampai jurigen 3 galon penuh</a:t>
                      </a:r>
                      <a:endParaRPr lang="id-ID" sz="1800" dirty="0">
                        <a:latin typeface="Arial" pitchFamily="34" charset="0"/>
                        <a:ea typeface="Times New Roman"/>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976184">
                <a:tc>
                  <a:txBody>
                    <a:bodyPr/>
                    <a:lstStyle/>
                    <a:p>
                      <a:pPr marL="342900" lvl="0" indent="-342900" algn="ctr">
                        <a:lnSpc>
                          <a:spcPct val="150000"/>
                        </a:lnSpc>
                        <a:spcAft>
                          <a:spcPts val="0"/>
                        </a:spcAft>
                        <a:buFont typeface="+mj-lt"/>
                        <a:buNone/>
                        <a:tabLst>
                          <a:tab pos="228600" algn="l"/>
                        </a:tabLst>
                      </a:pPr>
                      <a:r>
                        <a:rPr lang="en-US" sz="1800" dirty="0">
                          <a:solidFill>
                            <a:srgbClr val="000000"/>
                          </a:solidFill>
                          <a:latin typeface="Arial" pitchFamily="34" charset="0"/>
                          <a:ea typeface="Times New Roman"/>
                          <a:cs typeface="Arial" pitchFamily="34" charset="0"/>
                        </a:rPr>
                        <a:t>9</a:t>
                      </a:r>
                      <a:endParaRPr lang="id-ID" sz="1800" dirty="0">
                        <a:solidFill>
                          <a:srgbClr val="000000"/>
                        </a:solidFill>
                        <a:latin typeface="Arial" pitchFamily="34" charset="0"/>
                        <a:ea typeface="Times New Roman"/>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1800">
                          <a:solidFill>
                            <a:srgbClr val="000000"/>
                          </a:solidFill>
                          <a:latin typeface="Arial" pitchFamily="34" charset="0"/>
                          <a:ea typeface="Times New Roman"/>
                          <a:cs typeface="Arial" pitchFamily="34" charset="0"/>
                        </a:rPr>
                        <a:t>(x,y)</a:t>
                      </a:r>
                      <a:endParaRPr lang="id-ID" sz="1800">
                        <a:latin typeface="Arial" pitchFamily="34" charset="0"/>
                        <a:ea typeface="Times New Roman"/>
                        <a:cs typeface="Arial" pitchFamily="34" charset="0"/>
                      </a:endParaRPr>
                    </a:p>
                    <a:p>
                      <a:pPr algn="just">
                        <a:lnSpc>
                          <a:spcPct val="150000"/>
                        </a:lnSpc>
                        <a:spcAft>
                          <a:spcPts val="0"/>
                        </a:spcAft>
                      </a:pPr>
                      <a:r>
                        <a:rPr lang="en-US" sz="1800">
                          <a:solidFill>
                            <a:srgbClr val="000000"/>
                          </a:solidFill>
                          <a:latin typeface="Arial" pitchFamily="34" charset="0"/>
                          <a:ea typeface="Times New Roman"/>
                          <a:cs typeface="Arial" pitchFamily="34" charset="0"/>
                        </a:rPr>
                        <a:t>If x+y </a:t>
                      </a:r>
                      <a:r>
                        <a:rPr lang="en-US" sz="1800">
                          <a:solidFill>
                            <a:srgbClr val="000000"/>
                          </a:solidFill>
                          <a:latin typeface="Arial" pitchFamily="34" charset="0"/>
                          <a:ea typeface="Times New Roman"/>
                          <a:cs typeface="Arial" pitchFamily="34" charset="0"/>
                          <a:sym typeface="Symbol"/>
                        </a:rPr>
                        <a:t></a:t>
                      </a:r>
                      <a:r>
                        <a:rPr lang="en-US" sz="1800">
                          <a:solidFill>
                            <a:srgbClr val="000000"/>
                          </a:solidFill>
                          <a:latin typeface="Arial" pitchFamily="34" charset="0"/>
                          <a:ea typeface="Times New Roman"/>
                          <a:cs typeface="Arial" pitchFamily="34" charset="0"/>
                        </a:rPr>
                        <a:t> 4 and y &gt; 0</a:t>
                      </a:r>
                      <a:endParaRPr lang="id-ID" sz="1800">
                        <a:latin typeface="Arial" pitchFamily="34" charset="0"/>
                        <a:ea typeface="Times New Roman"/>
                        <a:cs typeface="Arial" pitchFamily="34" charset="0"/>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1800" dirty="0">
                          <a:solidFill>
                            <a:srgbClr val="000000"/>
                          </a:solidFill>
                          <a:latin typeface="Arial" pitchFamily="34" charset="0"/>
                          <a:ea typeface="Times New Roman"/>
                          <a:cs typeface="Arial" pitchFamily="34" charset="0"/>
                          <a:sym typeface="Symbol"/>
                        </a:rPr>
                        <a:t></a:t>
                      </a:r>
                      <a:endParaRPr lang="id-ID" sz="1800" dirty="0">
                        <a:latin typeface="Arial" pitchFamily="34" charset="0"/>
                        <a:ea typeface="Times New Roman"/>
                        <a:cs typeface="Arial" pitchFamily="34"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1800" dirty="0">
                          <a:solidFill>
                            <a:srgbClr val="000000"/>
                          </a:solidFill>
                          <a:latin typeface="Arial" pitchFamily="34" charset="0"/>
                          <a:ea typeface="Times New Roman"/>
                          <a:cs typeface="Arial" pitchFamily="34" charset="0"/>
                        </a:rPr>
                        <a:t>(x+y,0)</a:t>
                      </a:r>
                      <a:endParaRPr lang="id-ID" sz="1800" dirty="0">
                        <a:latin typeface="Arial" pitchFamily="34" charset="0"/>
                        <a:ea typeface="Times New Roman"/>
                        <a:cs typeface="Arial" pitchFamily="34" charset="0"/>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1800" dirty="0" err="1">
                          <a:solidFill>
                            <a:srgbClr val="000000"/>
                          </a:solidFill>
                          <a:latin typeface="Arial" pitchFamily="34" charset="0"/>
                          <a:ea typeface="Times New Roman"/>
                          <a:cs typeface="Arial" pitchFamily="34" charset="0"/>
                        </a:rPr>
                        <a:t>Tuangkan</a:t>
                      </a:r>
                      <a:r>
                        <a:rPr lang="en-US" sz="1800" dirty="0">
                          <a:solidFill>
                            <a:srgbClr val="000000"/>
                          </a:solidFill>
                          <a:latin typeface="Arial" pitchFamily="34" charset="0"/>
                          <a:ea typeface="Times New Roman"/>
                          <a:cs typeface="Arial" pitchFamily="34" charset="0"/>
                        </a:rPr>
                        <a:t> </a:t>
                      </a:r>
                      <a:r>
                        <a:rPr lang="en-US" sz="1800" dirty="0" err="1">
                          <a:solidFill>
                            <a:srgbClr val="000000"/>
                          </a:solidFill>
                          <a:latin typeface="Arial" pitchFamily="34" charset="0"/>
                          <a:ea typeface="Times New Roman"/>
                          <a:cs typeface="Arial" pitchFamily="34" charset="0"/>
                        </a:rPr>
                        <a:t>seluruh</a:t>
                      </a:r>
                      <a:r>
                        <a:rPr lang="en-US" sz="1800" dirty="0">
                          <a:solidFill>
                            <a:srgbClr val="000000"/>
                          </a:solidFill>
                          <a:latin typeface="Arial" pitchFamily="34" charset="0"/>
                          <a:ea typeface="Times New Roman"/>
                          <a:cs typeface="Arial" pitchFamily="34" charset="0"/>
                        </a:rPr>
                        <a:t> air </a:t>
                      </a:r>
                      <a:r>
                        <a:rPr lang="en-US" sz="1800" dirty="0" err="1">
                          <a:solidFill>
                            <a:srgbClr val="000000"/>
                          </a:solidFill>
                          <a:latin typeface="Arial" pitchFamily="34" charset="0"/>
                          <a:ea typeface="Times New Roman"/>
                          <a:cs typeface="Arial" pitchFamily="34" charset="0"/>
                        </a:rPr>
                        <a:t>dari</a:t>
                      </a:r>
                      <a:r>
                        <a:rPr lang="en-US" sz="1800" dirty="0">
                          <a:solidFill>
                            <a:srgbClr val="000000"/>
                          </a:solidFill>
                          <a:latin typeface="Arial" pitchFamily="34" charset="0"/>
                          <a:ea typeface="Times New Roman"/>
                          <a:cs typeface="Arial" pitchFamily="34" charset="0"/>
                        </a:rPr>
                        <a:t> </a:t>
                      </a:r>
                      <a:r>
                        <a:rPr lang="en-US" sz="1800" dirty="0" err="1">
                          <a:solidFill>
                            <a:srgbClr val="000000"/>
                          </a:solidFill>
                          <a:latin typeface="Arial" pitchFamily="34" charset="0"/>
                          <a:ea typeface="Times New Roman"/>
                          <a:cs typeface="Arial" pitchFamily="34" charset="0"/>
                        </a:rPr>
                        <a:t>jurigen</a:t>
                      </a:r>
                      <a:r>
                        <a:rPr lang="en-US" sz="1800" dirty="0">
                          <a:solidFill>
                            <a:srgbClr val="000000"/>
                          </a:solidFill>
                          <a:latin typeface="Arial" pitchFamily="34" charset="0"/>
                          <a:ea typeface="Times New Roman"/>
                          <a:cs typeface="Arial" pitchFamily="34" charset="0"/>
                        </a:rPr>
                        <a:t> 3 </a:t>
                      </a:r>
                      <a:r>
                        <a:rPr lang="en-US" sz="1800" dirty="0" err="1">
                          <a:solidFill>
                            <a:srgbClr val="000000"/>
                          </a:solidFill>
                          <a:latin typeface="Arial" pitchFamily="34" charset="0"/>
                          <a:ea typeface="Times New Roman"/>
                          <a:cs typeface="Arial" pitchFamily="34" charset="0"/>
                        </a:rPr>
                        <a:t>galon</a:t>
                      </a:r>
                      <a:r>
                        <a:rPr lang="en-US" sz="1800" dirty="0">
                          <a:solidFill>
                            <a:srgbClr val="000000"/>
                          </a:solidFill>
                          <a:latin typeface="Arial" pitchFamily="34" charset="0"/>
                          <a:ea typeface="Times New Roman"/>
                          <a:cs typeface="Arial" pitchFamily="34" charset="0"/>
                        </a:rPr>
                        <a:t> </a:t>
                      </a:r>
                      <a:r>
                        <a:rPr lang="en-US" sz="1800" dirty="0" err="1">
                          <a:solidFill>
                            <a:srgbClr val="000000"/>
                          </a:solidFill>
                          <a:latin typeface="Arial" pitchFamily="34" charset="0"/>
                          <a:ea typeface="Times New Roman"/>
                          <a:cs typeface="Arial" pitchFamily="34" charset="0"/>
                        </a:rPr>
                        <a:t>ke</a:t>
                      </a:r>
                      <a:r>
                        <a:rPr lang="en-US" sz="1800" dirty="0">
                          <a:solidFill>
                            <a:srgbClr val="000000"/>
                          </a:solidFill>
                          <a:latin typeface="Arial" pitchFamily="34" charset="0"/>
                          <a:ea typeface="Times New Roman"/>
                          <a:cs typeface="Arial" pitchFamily="34" charset="0"/>
                        </a:rPr>
                        <a:t> </a:t>
                      </a:r>
                      <a:r>
                        <a:rPr lang="en-US" sz="1800" dirty="0" err="1">
                          <a:solidFill>
                            <a:srgbClr val="000000"/>
                          </a:solidFill>
                          <a:latin typeface="Arial" pitchFamily="34" charset="0"/>
                          <a:ea typeface="Times New Roman"/>
                          <a:cs typeface="Arial" pitchFamily="34" charset="0"/>
                        </a:rPr>
                        <a:t>jurigen</a:t>
                      </a:r>
                      <a:r>
                        <a:rPr lang="en-US" sz="1800" dirty="0">
                          <a:solidFill>
                            <a:srgbClr val="000000"/>
                          </a:solidFill>
                          <a:latin typeface="Arial" pitchFamily="34" charset="0"/>
                          <a:ea typeface="Times New Roman"/>
                          <a:cs typeface="Arial" pitchFamily="34" charset="0"/>
                        </a:rPr>
                        <a:t> 4 </a:t>
                      </a:r>
                      <a:r>
                        <a:rPr lang="en-US" sz="1800" dirty="0" err="1">
                          <a:solidFill>
                            <a:srgbClr val="000000"/>
                          </a:solidFill>
                          <a:latin typeface="Arial" pitchFamily="34" charset="0"/>
                          <a:ea typeface="Times New Roman"/>
                          <a:cs typeface="Arial" pitchFamily="34" charset="0"/>
                        </a:rPr>
                        <a:t>galon</a:t>
                      </a:r>
                      <a:endParaRPr lang="id-ID" sz="1800" dirty="0">
                        <a:latin typeface="Arial" pitchFamily="34" charset="0"/>
                        <a:ea typeface="Times New Roman"/>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976184">
                <a:tc>
                  <a:txBody>
                    <a:bodyPr/>
                    <a:lstStyle/>
                    <a:p>
                      <a:pPr marL="342900" lvl="0" indent="-342900" algn="ctr">
                        <a:lnSpc>
                          <a:spcPct val="150000"/>
                        </a:lnSpc>
                        <a:spcAft>
                          <a:spcPts val="0"/>
                        </a:spcAft>
                        <a:buFont typeface="+mj-lt"/>
                        <a:buNone/>
                        <a:tabLst>
                          <a:tab pos="228600" algn="l"/>
                        </a:tabLst>
                      </a:pPr>
                      <a:r>
                        <a:rPr lang="en-US" sz="1800" dirty="0">
                          <a:solidFill>
                            <a:srgbClr val="000000"/>
                          </a:solidFill>
                          <a:latin typeface="Arial" pitchFamily="34" charset="0"/>
                          <a:ea typeface="Times New Roman"/>
                          <a:cs typeface="Arial" pitchFamily="34" charset="0"/>
                        </a:rPr>
                        <a:t>10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1800" dirty="0">
                          <a:solidFill>
                            <a:srgbClr val="000000"/>
                          </a:solidFill>
                          <a:latin typeface="Arial" pitchFamily="34" charset="0"/>
                          <a:ea typeface="Times New Roman"/>
                          <a:cs typeface="Arial" pitchFamily="34" charset="0"/>
                        </a:rPr>
                        <a:t>(</a:t>
                      </a:r>
                      <a:r>
                        <a:rPr lang="en-US" sz="1800" dirty="0" err="1">
                          <a:solidFill>
                            <a:srgbClr val="000000"/>
                          </a:solidFill>
                          <a:latin typeface="Arial" pitchFamily="34" charset="0"/>
                          <a:ea typeface="Times New Roman"/>
                          <a:cs typeface="Arial" pitchFamily="34" charset="0"/>
                        </a:rPr>
                        <a:t>x,y</a:t>
                      </a:r>
                      <a:r>
                        <a:rPr lang="en-US" sz="1800" dirty="0">
                          <a:solidFill>
                            <a:srgbClr val="000000"/>
                          </a:solidFill>
                          <a:latin typeface="Arial" pitchFamily="34" charset="0"/>
                          <a:ea typeface="Times New Roman"/>
                          <a:cs typeface="Arial" pitchFamily="34" charset="0"/>
                        </a:rPr>
                        <a:t>)</a:t>
                      </a:r>
                      <a:endParaRPr lang="id-ID" sz="1800" dirty="0">
                        <a:latin typeface="Arial" pitchFamily="34" charset="0"/>
                        <a:ea typeface="Times New Roman"/>
                        <a:cs typeface="Arial" pitchFamily="34" charset="0"/>
                      </a:endParaRPr>
                    </a:p>
                    <a:p>
                      <a:pPr algn="just">
                        <a:lnSpc>
                          <a:spcPct val="150000"/>
                        </a:lnSpc>
                        <a:spcAft>
                          <a:spcPts val="0"/>
                        </a:spcAft>
                      </a:pPr>
                      <a:r>
                        <a:rPr lang="en-US" sz="1800" dirty="0">
                          <a:solidFill>
                            <a:srgbClr val="000000"/>
                          </a:solidFill>
                          <a:latin typeface="Arial" pitchFamily="34" charset="0"/>
                          <a:ea typeface="Times New Roman"/>
                          <a:cs typeface="Arial" pitchFamily="34" charset="0"/>
                        </a:rPr>
                        <a:t>If </a:t>
                      </a:r>
                      <a:r>
                        <a:rPr lang="en-US" sz="1800" dirty="0" err="1">
                          <a:solidFill>
                            <a:srgbClr val="000000"/>
                          </a:solidFill>
                          <a:latin typeface="Arial" pitchFamily="34" charset="0"/>
                          <a:ea typeface="Times New Roman"/>
                          <a:cs typeface="Arial" pitchFamily="34" charset="0"/>
                        </a:rPr>
                        <a:t>x+y</a:t>
                      </a:r>
                      <a:r>
                        <a:rPr lang="en-US" sz="1800" dirty="0">
                          <a:solidFill>
                            <a:srgbClr val="000000"/>
                          </a:solidFill>
                          <a:latin typeface="Arial" pitchFamily="34" charset="0"/>
                          <a:ea typeface="Times New Roman"/>
                          <a:cs typeface="Arial" pitchFamily="34" charset="0"/>
                        </a:rPr>
                        <a:t> </a:t>
                      </a:r>
                      <a:r>
                        <a:rPr lang="en-US" sz="1800" dirty="0">
                          <a:solidFill>
                            <a:srgbClr val="000000"/>
                          </a:solidFill>
                          <a:latin typeface="Arial" pitchFamily="34" charset="0"/>
                          <a:ea typeface="Times New Roman"/>
                          <a:cs typeface="Arial" pitchFamily="34" charset="0"/>
                          <a:sym typeface="Symbol"/>
                        </a:rPr>
                        <a:t> </a:t>
                      </a:r>
                      <a:r>
                        <a:rPr lang="en-US" sz="1800" dirty="0">
                          <a:solidFill>
                            <a:srgbClr val="000000"/>
                          </a:solidFill>
                          <a:latin typeface="Arial" pitchFamily="34" charset="0"/>
                          <a:ea typeface="Times New Roman"/>
                          <a:cs typeface="Arial" pitchFamily="34" charset="0"/>
                        </a:rPr>
                        <a:t>3 and x &gt; 0</a:t>
                      </a:r>
                      <a:endParaRPr lang="id-ID" sz="1800" dirty="0">
                        <a:latin typeface="Arial" pitchFamily="34" charset="0"/>
                        <a:ea typeface="Times New Roman"/>
                        <a:cs typeface="Arial" pitchFamily="34" charset="0"/>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1800">
                          <a:solidFill>
                            <a:srgbClr val="000000"/>
                          </a:solidFill>
                          <a:latin typeface="Arial" pitchFamily="34" charset="0"/>
                          <a:ea typeface="Times New Roman"/>
                          <a:cs typeface="Arial" pitchFamily="34" charset="0"/>
                          <a:sym typeface="Symbol"/>
                        </a:rPr>
                        <a:t></a:t>
                      </a:r>
                      <a:endParaRPr lang="id-ID" sz="1800">
                        <a:latin typeface="Arial" pitchFamily="34" charset="0"/>
                        <a:ea typeface="Times New Roman"/>
                        <a:cs typeface="Arial" pitchFamily="34"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1800">
                          <a:solidFill>
                            <a:srgbClr val="000000"/>
                          </a:solidFill>
                          <a:latin typeface="Arial" pitchFamily="34" charset="0"/>
                          <a:ea typeface="Times New Roman"/>
                          <a:cs typeface="Arial" pitchFamily="34" charset="0"/>
                        </a:rPr>
                        <a:t>(0,x+y)</a:t>
                      </a:r>
                      <a:endParaRPr lang="id-ID" sz="1800">
                        <a:latin typeface="Arial" pitchFamily="34" charset="0"/>
                        <a:ea typeface="Times New Roman"/>
                        <a:cs typeface="Arial" pitchFamily="34" charset="0"/>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1800" dirty="0" err="1">
                          <a:solidFill>
                            <a:srgbClr val="000000"/>
                          </a:solidFill>
                          <a:latin typeface="Arial" pitchFamily="34" charset="0"/>
                          <a:ea typeface="Times New Roman"/>
                          <a:cs typeface="Arial" pitchFamily="34" charset="0"/>
                        </a:rPr>
                        <a:t>Tuangkan</a:t>
                      </a:r>
                      <a:r>
                        <a:rPr lang="en-US" sz="1800" dirty="0">
                          <a:solidFill>
                            <a:srgbClr val="000000"/>
                          </a:solidFill>
                          <a:latin typeface="Arial" pitchFamily="34" charset="0"/>
                          <a:ea typeface="Times New Roman"/>
                          <a:cs typeface="Arial" pitchFamily="34" charset="0"/>
                        </a:rPr>
                        <a:t> </a:t>
                      </a:r>
                      <a:r>
                        <a:rPr lang="en-US" sz="1800" dirty="0" err="1">
                          <a:solidFill>
                            <a:srgbClr val="000000"/>
                          </a:solidFill>
                          <a:latin typeface="Arial" pitchFamily="34" charset="0"/>
                          <a:ea typeface="Times New Roman"/>
                          <a:cs typeface="Arial" pitchFamily="34" charset="0"/>
                        </a:rPr>
                        <a:t>seluruh</a:t>
                      </a:r>
                      <a:r>
                        <a:rPr lang="en-US" sz="1800" dirty="0">
                          <a:solidFill>
                            <a:srgbClr val="000000"/>
                          </a:solidFill>
                          <a:latin typeface="Arial" pitchFamily="34" charset="0"/>
                          <a:ea typeface="Times New Roman"/>
                          <a:cs typeface="Arial" pitchFamily="34" charset="0"/>
                        </a:rPr>
                        <a:t> air </a:t>
                      </a:r>
                      <a:r>
                        <a:rPr lang="en-US" sz="1800" dirty="0" err="1">
                          <a:solidFill>
                            <a:srgbClr val="000000"/>
                          </a:solidFill>
                          <a:latin typeface="Arial" pitchFamily="34" charset="0"/>
                          <a:ea typeface="Times New Roman"/>
                          <a:cs typeface="Arial" pitchFamily="34" charset="0"/>
                        </a:rPr>
                        <a:t>dari</a:t>
                      </a:r>
                      <a:r>
                        <a:rPr lang="en-US" sz="1800" dirty="0">
                          <a:solidFill>
                            <a:srgbClr val="000000"/>
                          </a:solidFill>
                          <a:latin typeface="Arial" pitchFamily="34" charset="0"/>
                          <a:ea typeface="Times New Roman"/>
                          <a:cs typeface="Arial" pitchFamily="34" charset="0"/>
                        </a:rPr>
                        <a:t> </a:t>
                      </a:r>
                      <a:r>
                        <a:rPr lang="en-US" sz="1800" dirty="0" err="1">
                          <a:solidFill>
                            <a:srgbClr val="000000"/>
                          </a:solidFill>
                          <a:latin typeface="Arial" pitchFamily="34" charset="0"/>
                          <a:ea typeface="Times New Roman"/>
                          <a:cs typeface="Arial" pitchFamily="34" charset="0"/>
                        </a:rPr>
                        <a:t>jurigen</a:t>
                      </a:r>
                      <a:r>
                        <a:rPr lang="en-US" sz="1800" dirty="0">
                          <a:solidFill>
                            <a:srgbClr val="000000"/>
                          </a:solidFill>
                          <a:latin typeface="Arial" pitchFamily="34" charset="0"/>
                          <a:ea typeface="Times New Roman"/>
                          <a:cs typeface="Arial" pitchFamily="34" charset="0"/>
                        </a:rPr>
                        <a:t> 4 </a:t>
                      </a:r>
                      <a:r>
                        <a:rPr lang="en-US" sz="1800" dirty="0" err="1">
                          <a:solidFill>
                            <a:srgbClr val="000000"/>
                          </a:solidFill>
                          <a:latin typeface="Arial" pitchFamily="34" charset="0"/>
                          <a:ea typeface="Times New Roman"/>
                          <a:cs typeface="Arial" pitchFamily="34" charset="0"/>
                        </a:rPr>
                        <a:t>galon</a:t>
                      </a:r>
                      <a:r>
                        <a:rPr lang="en-US" sz="1800" dirty="0">
                          <a:solidFill>
                            <a:srgbClr val="000000"/>
                          </a:solidFill>
                          <a:latin typeface="Arial" pitchFamily="34" charset="0"/>
                          <a:ea typeface="Times New Roman"/>
                          <a:cs typeface="Arial" pitchFamily="34" charset="0"/>
                        </a:rPr>
                        <a:t> </a:t>
                      </a:r>
                      <a:r>
                        <a:rPr lang="en-US" sz="1800" dirty="0" err="1">
                          <a:solidFill>
                            <a:srgbClr val="000000"/>
                          </a:solidFill>
                          <a:latin typeface="Arial" pitchFamily="34" charset="0"/>
                          <a:ea typeface="Times New Roman"/>
                          <a:cs typeface="Arial" pitchFamily="34" charset="0"/>
                        </a:rPr>
                        <a:t>ke</a:t>
                      </a:r>
                      <a:r>
                        <a:rPr lang="en-US" sz="1800" dirty="0">
                          <a:solidFill>
                            <a:srgbClr val="000000"/>
                          </a:solidFill>
                          <a:latin typeface="Arial" pitchFamily="34" charset="0"/>
                          <a:ea typeface="Times New Roman"/>
                          <a:cs typeface="Arial" pitchFamily="34" charset="0"/>
                        </a:rPr>
                        <a:t> </a:t>
                      </a:r>
                      <a:r>
                        <a:rPr lang="en-US" sz="1800" dirty="0" err="1">
                          <a:solidFill>
                            <a:srgbClr val="000000"/>
                          </a:solidFill>
                          <a:latin typeface="Arial" pitchFamily="34" charset="0"/>
                          <a:ea typeface="Times New Roman"/>
                          <a:cs typeface="Arial" pitchFamily="34" charset="0"/>
                        </a:rPr>
                        <a:t>jurigen</a:t>
                      </a:r>
                      <a:r>
                        <a:rPr lang="en-US" sz="1800" dirty="0">
                          <a:solidFill>
                            <a:srgbClr val="000000"/>
                          </a:solidFill>
                          <a:latin typeface="Arial" pitchFamily="34" charset="0"/>
                          <a:ea typeface="Times New Roman"/>
                          <a:cs typeface="Arial" pitchFamily="34" charset="0"/>
                        </a:rPr>
                        <a:t> 3 </a:t>
                      </a:r>
                      <a:r>
                        <a:rPr lang="en-US" sz="1800" dirty="0" err="1">
                          <a:solidFill>
                            <a:srgbClr val="000000"/>
                          </a:solidFill>
                          <a:latin typeface="Arial" pitchFamily="34" charset="0"/>
                          <a:ea typeface="Times New Roman"/>
                          <a:cs typeface="Arial" pitchFamily="34" charset="0"/>
                        </a:rPr>
                        <a:t>galon</a:t>
                      </a:r>
                      <a:endParaRPr lang="id-ID" sz="1800" dirty="0">
                        <a:latin typeface="Arial" pitchFamily="34" charset="0"/>
                        <a:ea typeface="Times New Roman"/>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813486">
                <a:tc>
                  <a:txBody>
                    <a:bodyPr/>
                    <a:lstStyle/>
                    <a:p>
                      <a:pPr marL="342900" lvl="0" indent="-342900" algn="ctr">
                        <a:lnSpc>
                          <a:spcPct val="150000"/>
                        </a:lnSpc>
                        <a:spcAft>
                          <a:spcPts val="0"/>
                        </a:spcAft>
                        <a:buFont typeface="+mj-lt"/>
                        <a:buNone/>
                        <a:tabLst>
                          <a:tab pos="228600" algn="l"/>
                        </a:tabLst>
                      </a:pPr>
                      <a:r>
                        <a:rPr lang="en-US" sz="1800" dirty="0">
                          <a:solidFill>
                            <a:srgbClr val="000000"/>
                          </a:solidFill>
                          <a:latin typeface="Arial" pitchFamily="34" charset="0"/>
                          <a:ea typeface="Times New Roman"/>
                          <a:cs typeface="Arial" pitchFamily="34" charset="0"/>
                        </a:rPr>
                        <a:t>11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1800">
                          <a:solidFill>
                            <a:srgbClr val="000000"/>
                          </a:solidFill>
                          <a:latin typeface="Arial" pitchFamily="34" charset="0"/>
                          <a:ea typeface="Times New Roman"/>
                          <a:cs typeface="Arial" pitchFamily="34" charset="0"/>
                        </a:rPr>
                        <a:t>(0,2)</a:t>
                      </a:r>
                      <a:endParaRPr lang="id-ID" sz="1800">
                        <a:latin typeface="Arial" pitchFamily="34" charset="0"/>
                        <a:ea typeface="Times New Roman"/>
                        <a:cs typeface="Arial" pitchFamily="34" charset="0"/>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1800">
                          <a:solidFill>
                            <a:srgbClr val="000000"/>
                          </a:solidFill>
                          <a:latin typeface="Arial" pitchFamily="34" charset="0"/>
                          <a:ea typeface="Times New Roman"/>
                          <a:cs typeface="Arial" pitchFamily="34" charset="0"/>
                          <a:sym typeface="Symbol"/>
                        </a:rPr>
                        <a:t></a:t>
                      </a:r>
                      <a:endParaRPr lang="id-ID" sz="1800">
                        <a:latin typeface="Arial" pitchFamily="34" charset="0"/>
                        <a:ea typeface="Times New Roman"/>
                        <a:cs typeface="Arial" pitchFamily="34"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1800">
                          <a:solidFill>
                            <a:srgbClr val="000000"/>
                          </a:solidFill>
                          <a:latin typeface="Arial" pitchFamily="34" charset="0"/>
                          <a:ea typeface="Times New Roman"/>
                          <a:cs typeface="Arial" pitchFamily="34" charset="0"/>
                        </a:rPr>
                        <a:t>(2,0)</a:t>
                      </a:r>
                      <a:endParaRPr lang="id-ID" sz="1800">
                        <a:latin typeface="Arial" pitchFamily="34" charset="0"/>
                        <a:ea typeface="Times New Roman"/>
                        <a:cs typeface="Arial" pitchFamily="34" charset="0"/>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id-ID" sz="1800" dirty="0">
                          <a:solidFill>
                            <a:srgbClr val="000000"/>
                          </a:solidFill>
                          <a:latin typeface="Arial" pitchFamily="34" charset="0"/>
                          <a:ea typeface="Times New Roman"/>
                          <a:cs typeface="Arial" pitchFamily="34" charset="0"/>
                        </a:rPr>
                        <a:t>Tuangkan 2 galon air dari jurigen 3 galon ke jurigen 4 galon</a:t>
                      </a:r>
                      <a:endParaRPr lang="id-ID" sz="1800" dirty="0">
                        <a:latin typeface="Arial" pitchFamily="34" charset="0"/>
                        <a:ea typeface="Times New Roman"/>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813486">
                <a:tc>
                  <a:txBody>
                    <a:bodyPr/>
                    <a:lstStyle/>
                    <a:p>
                      <a:pPr marL="342900" lvl="0" indent="-342900" algn="ctr">
                        <a:lnSpc>
                          <a:spcPct val="150000"/>
                        </a:lnSpc>
                        <a:spcAft>
                          <a:spcPts val="0"/>
                        </a:spcAft>
                        <a:buFont typeface="+mj-lt"/>
                        <a:buNone/>
                        <a:tabLst>
                          <a:tab pos="228600" algn="l"/>
                        </a:tabLst>
                      </a:pPr>
                      <a:r>
                        <a:rPr lang="en-US" sz="1800" dirty="0">
                          <a:solidFill>
                            <a:srgbClr val="000000"/>
                          </a:solidFill>
                          <a:latin typeface="Arial" pitchFamily="34" charset="0"/>
                          <a:ea typeface="Times New Roman"/>
                          <a:cs typeface="Arial" pitchFamily="34" charset="0"/>
                        </a:rPr>
                        <a:t>12</a:t>
                      </a:r>
                      <a:endParaRPr lang="id-ID" sz="1800" dirty="0">
                        <a:solidFill>
                          <a:srgbClr val="000000"/>
                        </a:solidFill>
                        <a:latin typeface="Arial" pitchFamily="34" charset="0"/>
                        <a:ea typeface="Times New Roman"/>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1800" dirty="0">
                          <a:solidFill>
                            <a:srgbClr val="000000"/>
                          </a:solidFill>
                          <a:latin typeface="Arial" pitchFamily="34" charset="0"/>
                          <a:ea typeface="Times New Roman"/>
                          <a:cs typeface="Arial" pitchFamily="34" charset="0"/>
                        </a:rPr>
                        <a:t>(2,y)</a:t>
                      </a:r>
                      <a:endParaRPr lang="id-ID" sz="1800" dirty="0">
                        <a:latin typeface="Arial" pitchFamily="34" charset="0"/>
                        <a:ea typeface="Times New Roman"/>
                        <a:cs typeface="Arial" pitchFamily="34" charset="0"/>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1800">
                          <a:solidFill>
                            <a:srgbClr val="000000"/>
                          </a:solidFill>
                          <a:latin typeface="Arial" pitchFamily="34" charset="0"/>
                          <a:ea typeface="Times New Roman"/>
                          <a:cs typeface="Arial" pitchFamily="34" charset="0"/>
                          <a:sym typeface="Symbol"/>
                        </a:rPr>
                        <a:t></a:t>
                      </a:r>
                      <a:endParaRPr lang="id-ID" sz="1800">
                        <a:latin typeface="Arial" pitchFamily="34" charset="0"/>
                        <a:ea typeface="Times New Roman"/>
                        <a:cs typeface="Arial" pitchFamily="34"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1800">
                          <a:solidFill>
                            <a:srgbClr val="000000"/>
                          </a:solidFill>
                          <a:latin typeface="Arial" pitchFamily="34" charset="0"/>
                          <a:ea typeface="Times New Roman"/>
                          <a:cs typeface="Arial" pitchFamily="34" charset="0"/>
                        </a:rPr>
                        <a:t>(0,y)</a:t>
                      </a:r>
                      <a:endParaRPr lang="id-ID" sz="1800">
                        <a:latin typeface="Arial" pitchFamily="34" charset="0"/>
                        <a:ea typeface="Times New Roman"/>
                        <a:cs typeface="Arial" pitchFamily="34" charset="0"/>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id-ID" sz="1800" dirty="0">
                          <a:solidFill>
                            <a:srgbClr val="000000"/>
                          </a:solidFill>
                          <a:latin typeface="Arial" pitchFamily="34" charset="0"/>
                          <a:ea typeface="Times New Roman"/>
                          <a:cs typeface="Arial" pitchFamily="34" charset="0"/>
                        </a:rPr>
                        <a:t>Buang 2 galon air dalam jurigen 4 galon sampai habis. </a:t>
                      </a:r>
                      <a:endParaRPr lang="id-ID" sz="1800" dirty="0">
                        <a:latin typeface="Arial" pitchFamily="34" charset="0"/>
                        <a:ea typeface="Times New Roman"/>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3" name="Slide Number Placeholder 2">
            <a:extLst>
              <a:ext uri="{FF2B5EF4-FFF2-40B4-BE49-F238E27FC236}">
                <a16:creationId xmlns:a16="http://schemas.microsoft.com/office/drawing/2014/main" id="{3DEF057D-4375-4C0F-9630-B322D39169C9}"/>
              </a:ext>
            </a:extLst>
          </p:cNvPr>
          <p:cNvSpPr>
            <a:spLocks noGrp="1"/>
          </p:cNvSpPr>
          <p:nvPr>
            <p:ph type="sldNum" sz="quarter" idx="12"/>
          </p:nvPr>
        </p:nvSpPr>
        <p:spPr/>
        <p:txBody>
          <a:bodyPr/>
          <a:lstStyle/>
          <a:p>
            <a:pPr>
              <a:defRPr/>
            </a:pPr>
            <a:fld id="{318510C0-C023-46DB-8927-270F0F88F706}" type="slidenum">
              <a:rPr lang="en-US" smtClean="0"/>
              <a:pPr>
                <a:defRPr/>
              </a:pPr>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598" y="609600"/>
            <a:ext cx="7010402" cy="990600"/>
          </a:xfrm>
        </p:spPr>
        <p:txBody>
          <a:bodyPr>
            <a:normAutofit/>
          </a:bodyPr>
          <a:lstStyle/>
          <a:p>
            <a:r>
              <a:rPr lang="en-US" dirty="0" err="1"/>
              <a:t>Solusi</a:t>
            </a:r>
            <a:r>
              <a:rPr lang="en-US" dirty="0"/>
              <a:t> </a:t>
            </a:r>
            <a:r>
              <a:rPr lang="en-US" dirty="0" err="1"/>
              <a:t>untuk</a:t>
            </a:r>
            <a:r>
              <a:rPr lang="en-US" dirty="0"/>
              <a:t> </a:t>
            </a:r>
            <a:r>
              <a:rPr lang="en-US" dirty="0" err="1"/>
              <a:t>Masalah</a:t>
            </a:r>
            <a:r>
              <a:rPr lang="en-US" dirty="0"/>
              <a:t> </a:t>
            </a:r>
            <a:r>
              <a:rPr lang="en-US" dirty="0" err="1"/>
              <a:t>Jurigen</a:t>
            </a:r>
            <a:r>
              <a:rPr lang="en-US" dirty="0"/>
              <a:t> Air</a:t>
            </a:r>
            <a:endParaRPr lang="id-ID" dirty="0"/>
          </a:p>
        </p:txBody>
      </p:sp>
      <p:graphicFrame>
        <p:nvGraphicFramePr>
          <p:cNvPr id="3" name="Table 2"/>
          <p:cNvGraphicFramePr>
            <a:graphicFrameLocks noGrp="1"/>
          </p:cNvGraphicFramePr>
          <p:nvPr>
            <p:extLst>
              <p:ext uri="{D42A27DB-BD31-4B8C-83A1-F6EECF244321}">
                <p14:modId xmlns:p14="http://schemas.microsoft.com/office/powerpoint/2010/main" val="2305170488"/>
              </p:ext>
            </p:extLst>
          </p:nvPr>
        </p:nvGraphicFramePr>
        <p:xfrm>
          <a:off x="592474" y="1828800"/>
          <a:ext cx="8077201" cy="4038601"/>
        </p:xfrm>
        <a:graphic>
          <a:graphicData uri="http://schemas.openxmlformats.org/drawingml/2006/table">
            <a:tbl>
              <a:tblPr/>
              <a:tblGrid>
                <a:gridCol w="2656056">
                  <a:extLst>
                    <a:ext uri="{9D8B030D-6E8A-4147-A177-3AD203B41FA5}">
                      <a16:colId xmlns:a16="http://schemas.microsoft.com/office/drawing/2014/main" val="20000"/>
                    </a:ext>
                  </a:extLst>
                </a:gridCol>
                <a:gridCol w="2656056">
                  <a:extLst>
                    <a:ext uri="{9D8B030D-6E8A-4147-A177-3AD203B41FA5}">
                      <a16:colId xmlns:a16="http://schemas.microsoft.com/office/drawing/2014/main" val="20001"/>
                    </a:ext>
                  </a:extLst>
                </a:gridCol>
                <a:gridCol w="2765089">
                  <a:extLst>
                    <a:ext uri="{9D8B030D-6E8A-4147-A177-3AD203B41FA5}">
                      <a16:colId xmlns:a16="http://schemas.microsoft.com/office/drawing/2014/main" val="20002"/>
                    </a:ext>
                  </a:extLst>
                </a:gridCol>
              </a:tblGrid>
              <a:tr h="1153886">
                <a:tc>
                  <a:txBody>
                    <a:bodyPr/>
                    <a:lstStyle/>
                    <a:p>
                      <a:pPr algn="ctr">
                        <a:lnSpc>
                          <a:spcPct val="150000"/>
                        </a:lnSpc>
                        <a:spcAft>
                          <a:spcPts val="0"/>
                        </a:spcAft>
                      </a:pPr>
                      <a:r>
                        <a:rPr lang="id-ID" sz="2400" dirty="0">
                          <a:solidFill>
                            <a:srgbClr val="000000"/>
                          </a:solidFill>
                          <a:latin typeface="Arial Narrow" pitchFamily="34" charset="0"/>
                          <a:ea typeface="Times New Roman"/>
                          <a:cs typeface="Times New Roman"/>
                        </a:rPr>
                        <a:t>Jumlah air </a:t>
                      </a:r>
                      <a:endParaRPr lang="id-ID" sz="1600" dirty="0">
                        <a:latin typeface="Arial Narrow" pitchFamily="34" charset="0"/>
                        <a:ea typeface="Times New Roman"/>
                        <a:cs typeface="Times New Roman"/>
                      </a:endParaRPr>
                    </a:p>
                    <a:p>
                      <a:pPr algn="ctr">
                        <a:lnSpc>
                          <a:spcPct val="150000"/>
                        </a:lnSpc>
                        <a:spcAft>
                          <a:spcPts val="0"/>
                        </a:spcAft>
                      </a:pPr>
                      <a:r>
                        <a:rPr lang="id-ID" sz="2400" dirty="0">
                          <a:solidFill>
                            <a:srgbClr val="000000"/>
                          </a:solidFill>
                          <a:latin typeface="Arial Narrow" pitchFamily="34" charset="0"/>
                          <a:ea typeface="Times New Roman"/>
                          <a:cs typeface="Times New Roman"/>
                        </a:rPr>
                        <a:t>Dalam jurigen 4 galon</a:t>
                      </a:r>
                      <a:endParaRPr lang="id-ID" sz="1600" dirty="0">
                        <a:latin typeface="Arial Narrow" pitchFamily="34" charset="0"/>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id-ID" sz="2400">
                          <a:solidFill>
                            <a:srgbClr val="000000"/>
                          </a:solidFill>
                          <a:latin typeface="Arial Narrow" pitchFamily="34" charset="0"/>
                          <a:ea typeface="Times New Roman"/>
                          <a:cs typeface="Times New Roman"/>
                        </a:rPr>
                        <a:t>Jumlah air </a:t>
                      </a:r>
                      <a:endParaRPr lang="id-ID" sz="1600">
                        <a:latin typeface="Arial Narrow" pitchFamily="34" charset="0"/>
                        <a:ea typeface="Times New Roman"/>
                        <a:cs typeface="Times New Roman"/>
                      </a:endParaRPr>
                    </a:p>
                    <a:p>
                      <a:pPr algn="ctr">
                        <a:lnSpc>
                          <a:spcPct val="150000"/>
                        </a:lnSpc>
                        <a:spcAft>
                          <a:spcPts val="0"/>
                        </a:spcAft>
                      </a:pPr>
                      <a:r>
                        <a:rPr lang="id-ID" sz="2400">
                          <a:solidFill>
                            <a:srgbClr val="000000"/>
                          </a:solidFill>
                          <a:latin typeface="Arial Narrow" pitchFamily="34" charset="0"/>
                          <a:ea typeface="Times New Roman"/>
                          <a:cs typeface="Times New Roman"/>
                        </a:rPr>
                        <a:t>dalam jurigen 3 galon</a:t>
                      </a:r>
                      <a:endParaRPr lang="id-ID" sz="1600">
                        <a:latin typeface="Arial Narrow" pitchFamily="34" charset="0"/>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2400" dirty="0" err="1">
                          <a:solidFill>
                            <a:srgbClr val="000000"/>
                          </a:solidFill>
                          <a:latin typeface="Arial Narrow" pitchFamily="34" charset="0"/>
                          <a:ea typeface="Times New Roman"/>
                          <a:cs typeface="Times New Roman"/>
                        </a:rPr>
                        <a:t>Aturan</a:t>
                      </a:r>
                      <a:r>
                        <a:rPr lang="en-US" sz="2400" dirty="0">
                          <a:solidFill>
                            <a:srgbClr val="000000"/>
                          </a:solidFill>
                          <a:latin typeface="Arial Narrow" pitchFamily="34" charset="0"/>
                          <a:ea typeface="Times New Roman"/>
                          <a:cs typeface="Times New Roman"/>
                        </a:rPr>
                        <a:t> </a:t>
                      </a:r>
                      <a:r>
                        <a:rPr lang="en-US" sz="2400" dirty="0" err="1">
                          <a:solidFill>
                            <a:srgbClr val="000000"/>
                          </a:solidFill>
                          <a:latin typeface="Arial Narrow" pitchFamily="34" charset="0"/>
                          <a:ea typeface="Times New Roman"/>
                          <a:cs typeface="Times New Roman"/>
                        </a:rPr>
                        <a:t>produksi</a:t>
                      </a:r>
                      <a:r>
                        <a:rPr lang="en-US" sz="2400" dirty="0">
                          <a:solidFill>
                            <a:srgbClr val="000000"/>
                          </a:solidFill>
                          <a:latin typeface="Arial Narrow" pitchFamily="34" charset="0"/>
                          <a:ea typeface="Times New Roman"/>
                          <a:cs typeface="Times New Roman"/>
                        </a:rPr>
                        <a:t> yang </a:t>
                      </a:r>
                      <a:r>
                        <a:rPr lang="en-US" sz="2400" dirty="0" err="1">
                          <a:solidFill>
                            <a:srgbClr val="000000"/>
                          </a:solidFill>
                          <a:latin typeface="Arial Narrow" pitchFamily="34" charset="0"/>
                          <a:ea typeface="Times New Roman"/>
                          <a:cs typeface="Times New Roman"/>
                        </a:rPr>
                        <a:t>diaplikasikan</a:t>
                      </a:r>
                      <a:endParaRPr lang="id-ID" sz="1600" dirty="0">
                        <a:latin typeface="Arial Narrow" pitchFamily="34" charset="0"/>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576943">
                <a:tc>
                  <a:txBody>
                    <a:bodyPr/>
                    <a:lstStyle/>
                    <a:p>
                      <a:pPr algn="ctr">
                        <a:lnSpc>
                          <a:spcPct val="150000"/>
                        </a:lnSpc>
                        <a:spcAft>
                          <a:spcPts val="0"/>
                        </a:spcAft>
                      </a:pPr>
                      <a:r>
                        <a:rPr lang="en-US" sz="2400">
                          <a:solidFill>
                            <a:srgbClr val="000000"/>
                          </a:solidFill>
                          <a:latin typeface="Arial Narrow" pitchFamily="34" charset="0"/>
                          <a:ea typeface="Times New Roman"/>
                          <a:cs typeface="Times New Roman"/>
                        </a:rPr>
                        <a:t>0</a:t>
                      </a:r>
                      <a:endParaRPr lang="id-ID" sz="1600">
                        <a:latin typeface="Arial Narrow" pitchFamily="34" charset="0"/>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2400">
                          <a:solidFill>
                            <a:srgbClr val="000000"/>
                          </a:solidFill>
                          <a:latin typeface="Arial Narrow" pitchFamily="34" charset="0"/>
                          <a:ea typeface="Times New Roman"/>
                          <a:cs typeface="Times New Roman"/>
                        </a:rPr>
                        <a:t>0</a:t>
                      </a:r>
                      <a:endParaRPr lang="id-ID" sz="1600">
                        <a:latin typeface="Arial Narrow" pitchFamily="34" charset="0"/>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2400">
                          <a:solidFill>
                            <a:srgbClr val="000000"/>
                          </a:solidFill>
                          <a:latin typeface="Arial Narrow" pitchFamily="34" charset="0"/>
                          <a:ea typeface="Times New Roman"/>
                          <a:cs typeface="Times New Roman"/>
                        </a:rPr>
                        <a:t>-</a:t>
                      </a:r>
                      <a:endParaRPr lang="id-ID" sz="1600">
                        <a:latin typeface="Arial Narrow" pitchFamily="34" charset="0"/>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576943">
                <a:tc>
                  <a:txBody>
                    <a:bodyPr/>
                    <a:lstStyle/>
                    <a:p>
                      <a:pPr algn="ctr">
                        <a:lnSpc>
                          <a:spcPct val="150000"/>
                        </a:lnSpc>
                        <a:spcAft>
                          <a:spcPts val="0"/>
                        </a:spcAft>
                      </a:pPr>
                      <a:r>
                        <a:rPr lang="en-US" sz="2400">
                          <a:solidFill>
                            <a:srgbClr val="000000"/>
                          </a:solidFill>
                          <a:latin typeface="Arial Narrow" pitchFamily="34" charset="0"/>
                          <a:ea typeface="Times New Roman"/>
                          <a:cs typeface="Times New Roman"/>
                        </a:rPr>
                        <a:t>0</a:t>
                      </a:r>
                      <a:endParaRPr lang="id-ID" sz="1600">
                        <a:latin typeface="Arial Narrow" pitchFamily="34" charset="0"/>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2400">
                          <a:solidFill>
                            <a:srgbClr val="000000"/>
                          </a:solidFill>
                          <a:latin typeface="Arial Narrow" pitchFamily="34" charset="0"/>
                          <a:ea typeface="Times New Roman"/>
                          <a:cs typeface="Times New Roman"/>
                        </a:rPr>
                        <a:t>3</a:t>
                      </a:r>
                      <a:endParaRPr lang="id-ID" sz="1600">
                        <a:latin typeface="Arial Narrow" pitchFamily="34" charset="0"/>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2400">
                          <a:solidFill>
                            <a:srgbClr val="000000"/>
                          </a:solidFill>
                          <a:latin typeface="Arial Narrow" pitchFamily="34" charset="0"/>
                          <a:ea typeface="Times New Roman"/>
                          <a:cs typeface="Times New Roman"/>
                        </a:rPr>
                        <a:t>2</a:t>
                      </a:r>
                      <a:endParaRPr lang="id-ID" sz="1600">
                        <a:latin typeface="Arial Narrow" pitchFamily="34" charset="0"/>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576943">
                <a:tc>
                  <a:txBody>
                    <a:bodyPr/>
                    <a:lstStyle/>
                    <a:p>
                      <a:pPr algn="ctr">
                        <a:lnSpc>
                          <a:spcPct val="150000"/>
                        </a:lnSpc>
                        <a:spcAft>
                          <a:spcPts val="0"/>
                        </a:spcAft>
                      </a:pPr>
                      <a:r>
                        <a:rPr lang="en-US" sz="2400">
                          <a:solidFill>
                            <a:srgbClr val="000000"/>
                          </a:solidFill>
                          <a:latin typeface="Arial Narrow" pitchFamily="34" charset="0"/>
                          <a:ea typeface="Times New Roman"/>
                          <a:cs typeface="Times New Roman"/>
                        </a:rPr>
                        <a:t>3</a:t>
                      </a:r>
                      <a:endParaRPr lang="id-ID" sz="1600">
                        <a:latin typeface="Arial Narrow" pitchFamily="34" charset="0"/>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2400">
                          <a:solidFill>
                            <a:srgbClr val="000000"/>
                          </a:solidFill>
                          <a:latin typeface="Arial Narrow" pitchFamily="34" charset="0"/>
                          <a:ea typeface="Times New Roman"/>
                          <a:cs typeface="Times New Roman"/>
                        </a:rPr>
                        <a:t>0</a:t>
                      </a:r>
                      <a:endParaRPr lang="id-ID" sz="1600">
                        <a:latin typeface="Arial Narrow" pitchFamily="34" charset="0"/>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2400">
                          <a:solidFill>
                            <a:srgbClr val="000000"/>
                          </a:solidFill>
                          <a:latin typeface="Arial Narrow" pitchFamily="34" charset="0"/>
                          <a:ea typeface="Times New Roman"/>
                          <a:cs typeface="Times New Roman"/>
                        </a:rPr>
                        <a:t>9</a:t>
                      </a:r>
                      <a:endParaRPr lang="id-ID" sz="1600">
                        <a:latin typeface="Arial Narrow" pitchFamily="34" charset="0"/>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576943">
                <a:tc>
                  <a:txBody>
                    <a:bodyPr/>
                    <a:lstStyle/>
                    <a:p>
                      <a:pPr algn="ctr">
                        <a:lnSpc>
                          <a:spcPct val="150000"/>
                        </a:lnSpc>
                        <a:spcAft>
                          <a:spcPts val="0"/>
                        </a:spcAft>
                      </a:pPr>
                      <a:r>
                        <a:rPr lang="en-US" sz="2400">
                          <a:solidFill>
                            <a:srgbClr val="000000"/>
                          </a:solidFill>
                          <a:latin typeface="Arial Narrow" pitchFamily="34" charset="0"/>
                          <a:ea typeface="Times New Roman"/>
                          <a:cs typeface="Times New Roman"/>
                        </a:rPr>
                        <a:t>3</a:t>
                      </a:r>
                      <a:endParaRPr lang="id-ID" sz="1600">
                        <a:latin typeface="Arial Narrow" pitchFamily="34" charset="0"/>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2400">
                          <a:solidFill>
                            <a:srgbClr val="000000"/>
                          </a:solidFill>
                          <a:latin typeface="Arial Narrow" pitchFamily="34" charset="0"/>
                          <a:ea typeface="Times New Roman"/>
                          <a:cs typeface="Times New Roman"/>
                        </a:rPr>
                        <a:t>3</a:t>
                      </a:r>
                      <a:endParaRPr lang="id-ID" sz="1600">
                        <a:latin typeface="Arial Narrow" pitchFamily="34" charset="0"/>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2400">
                          <a:solidFill>
                            <a:srgbClr val="000000"/>
                          </a:solidFill>
                          <a:latin typeface="Arial Narrow" pitchFamily="34" charset="0"/>
                          <a:ea typeface="Times New Roman"/>
                          <a:cs typeface="Times New Roman"/>
                        </a:rPr>
                        <a:t>2</a:t>
                      </a:r>
                      <a:endParaRPr lang="id-ID" sz="1600">
                        <a:latin typeface="Arial Narrow" pitchFamily="34" charset="0"/>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576943">
                <a:tc>
                  <a:txBody>
                    <a:bodyPr/>
                    <a:lstStyle/>
                    <a:p>
                      <a:pPr algn="ctr">
                        <a:lnSpc>
                          <a:spcPct val="150000"/>
                        </a:lnSpc>
                        <a:spcAft>
                          <a:spcPts val="0"/>
                        </a:spcAft>
                      </a:pPr>
                      <a:r>
                        <a:rPr lang="en-US" sz="2400">
                          <a:solidFill>
                            <a:srgbClr val="000000"/>
                          </a:solidFill>
                          <a:latin typeface="Arial Narrow" pitchFamily="34" charset="0"/>
                          <a:ea typeface="Times New Roman"/>
                          <a:cs typeface="Times New Roman"/>
                        </a:rPr>
                        <a:t>4</a:t>
                      </a:r>
                      <a:endParaRPr lang="id-ID" sz="1600">
                        <a:latin typeface="Arial Narrow" pitchFamily="34" charset="0"/>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2400" dirty="0">
                          <a:solidFill>
                            <a:srgbClr val="000000"/>
                          </a:solidFill>
                          <a:latin typeface="Arial Narrow" pitchFamily="34" charset="0"/>
                          <a:ea typeface="Times New Roman"/>
                          <a:cs typeface="Times New Roman"/>
                        </a:rPr>
                        <a:t>2</a:t>
                      </a:r>
                      <a:endParaRPr lang="id-ID" sz="1600" dirty="0">
                        <a:latin typeface="Arial Narrow" pitchFamily="34" charset="0"/>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2400" dirty="0">
                          <a:solidFill>
                            <a:srgbClr val="000000"/>
                          </a:solidFill>
                          <a:latin typeface="Arial Narrow" pitchFamily="34" charset="0"/>
                          <a:ea typeface="Times New Roman"/>
                          <a:cs typeface="Times New Roman"/>
                        </a:rPr>
                        <a:t>7</a:t>
                      </a:r>
                      <a:endParaRPr lang="id-ID" sz="1600" dirty="0">
                        <a:latin typeface="Arial Narrow" pitchFamily="34" charset="0"/>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4" name="Slide Number Placeholder 3">
            <a:extLst>
              <a:ext uri="{FF2B5EF4-FFF2-40B4-BE49-F238E27FC236}">
                <a16:creationId xmlns:a16="http://schemas.microsoft.com/office/drawing/2014/main" id="{51196960-40B3-4172-8449-152B071AA848}"/>
              </a:ext>
            </a:extLst>
          </p:cNvPr>
          <p:cNvSpPr>
            <a:spLocks noGrp="1"/>
          </p:cNvSpPr>
          <p:nvPr>
            <p:ph type="sldNum" sz="quarter" idx="12"/>
          </p:nvPr>
        </p:nvSpPr>
        <p:spPr/>
        <p:txBody>
          <a:bodyPr/>
          <a:lstStyle/>
          <a:p>
            <a:pPr>
              <a:defRPr/>
            </a:pPr>
            <a:fld id="{B9B721A5-36D8-4C2F-A2B5-96132FA7B928}" type="slidenum">
              <a:rPr lang="en-US" smtClean="0"/>
              <a:pPr>
                <a:defRPr/>
              </a:pPr>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598" y="609600"/>
            <a:ext cx="6934201" cy="838200"/>
          </a:xfrm>
        </p:spPr>
        <p:txBody>
          <a:bodyPr>
            <a:normAutofit/>
          </a:bodyPr>
          <a:lstStyle/>
          <a:p>
            <a:r>
              <a:rPr lang="en-US" dirty="0" err="1"/>
              <a:t>Solusi</a:t>
            </a:r>
            <a:r>
              <a:rPr lang="en-US" dirty="0"/>
              <a:t> </a:t>
            </a:r>
            <a:r>
              <a:rPr lang="en-US" dirty="0" err="1"/>
              <a:t>untuk</a:t>
            </a:r>
            <a:r>
              <a:rPr lang="en-US" dirty="0"/>
              <a:t> </a:t>
            </a:r>
            <a:r>
              <a:rPr lang="en-US" dirty="0" err="1"/>
              <a:t>Masalah</a:t>
            </a:r>
            <a:r>
              <a:rPr lang="en-US" dirty="0"/>
              <a:t> </a:t>
            </a:r>
            <a:r>
              <a:rPr lang="en-US" dirty="0" err="1"/>
              <a:t>Jurigen</a:t>
            </a:r>
            <a:r>
              <a:rPr lang="en-US" dirty="0"/>
              <a:t> Air</a:t>
            </a:r>
            <a:endParaRPr lang="id-ID" dirty="0"/>
          </a:p>
        </p:txBody>
      </p:sp>
      <p:graphicFrame>
        <p:nvGraphicFramePr>
          <p:cNvPr id="3" name="Table 2"/>
          <p:cNvGraphicFramePr>
            <a:graphicFrameLocks noGrp="1"/>
          </p:cNvGraphicFramePr>
          <p:nvPr>
            <p:extLst>
              <p:ext uri="{D42A27DB-BD31-4B8C-83A1-F6EECF244321}">
                <p14:modId xmlns:p14="http://schemas.microsoft.com/office/powerpoint/2010/main" val="929136849"/>
              </p:ext>
            </p:extLst>
          </p:nvPr>
        </p:nvGraphicFramePr>
        <p:xfrm>
          <a:off x="685800" y="1752600"/>
          <a:ext cx="8077201" cy="4038601"/>
        </p:xfrm>
        <a:graphic>
          <a:graphicData uri="http://schemas.openxmlformats.org/drawingml/2006/table">
            <a:tbl>
              <a:tblPr/>
              <a:tblGrid>
                <a:gridCol w="2656056">
                  <a:extLst>
                    <a:ext uri="{9D8B030D-6E8A-4147-A177-3AD203B41FA5}">
                      <a16:colId xmlns:a16="http://schemas.microsoft.com/office/drawing/2014/main" val="20000"/>
                    </a:ext>
                  </a:extLst>
                </a:gridCol>
                <a:gridCol w="2656056">
                  <a:extLst>
                    <a:ext uri="{9D8B030D-6E8A-4147-A177-3AD203B41FA5}">
                      <a16:colId xmlns:a16="http://schemas.microsoft.com/office/drawing/2014/main" val="20001"/>
                    </a:ext>
                  </a:extLst>
                </a:gridCol>
                <a:gridCol w="2765089">
                  <a:extLst>
                    <a:ext uri="{9D8B030D-6E8A-4147-A177-3AD203B41FA5}">
                      <a16:colId xmlns:a16="http://schemas.microsoft.com/office/drawing/2014/main" val="20002"/>
                    </a:ext>
                  </a:extLst>
                </a:gridCol>
              </a:tblGrid>
              <a:tr h="1153886">
                <a:tc>
                  <a:txBody>
                    <a:bodyPr/>
                    <a:lstStyle/>
                    <a:p>
                      <a:pPr algn="ctr">
                        <a:lnSpc>
                          <a:spcPct val="150000"/>
                        </a:lnSpc>
                        <a:spcAft>
                          <a:spcPts val="0"/>
                        </a:spcAft>
                      </a:pPr>
                      <a:r>
                        <a:rPr lang="id-ID" sz="2400" b="0" dirty="0">
                          <a:solidFill>
                            <a:srgbClr val="000000"/>
                          </a:solidFill>
                          <a:latin typeface="Arial Narrow" pitchFamily="34" charset="0"/>
                          <a:ea typeface="Times New Roman"/>
                          <a:cs typeface="Times New Roman"/>
                        </a:rPr>
                        <a:t>Jumlah </a:t>
                      </a:r>
                      <a:r>
                        <a:rPr lang="en-US" sz="2400" b="0" dirty="0">
                          <a:solidFill>
                            <a:srgbClr val="000000"/>
                          </a:solidFill>
                          <a:latin typeface="Arial Narrow" pitchFamily="34" charset="0"/>
                          <a:ea typeface="Times New Roman"/>
                          <a:cs typeface="Times New Roman"/>
                        </a:rPr>
                        <a:t>A</a:t>
                      </a:r>
                      <a:r>
                        <a:rPr lang="id-ID" sz="2400" b="0" dirty="0">
                          <a:solidFill>
                            <a:srgbClr val="000000"/>
                          </a:solidFill>
                          <a:latin typeface="Arial Narrow" pitchFamily="34" charset="0"/>
                          <a:ea typeface="Times New Roman"/>
                          <a:cs typeface="Times New Roman"/>
                        </a:rPr>
                        <a:t>ir</a:t>
                      </a:r>
                      <a:endParaRPr lang="id-ID" sz="1600" b="0" dirty="0">
                        <a:latin typeface="Arial Narrow" pitchFamily="34" charset="0"/>
                        <a:ea typeface="Times New Roman"/>
                        <a:cs typeface="Times New Roman"/>
                      </a:endParaRPr>
                    </a:p>
                    <a:p>
                      <a:pPr algn="ctr">
                        <a:lnSpc>
                          <a:spcPct val="150000"/>
                        </a:lnSpc>
                        <a:spcAft>
                          <a:spcPts val="0"/>
                        </a:spcAft>
                      </a:pPr>
                      <a:r>
                        <a:rPr lang="en-US" sz="2400" b="0" dirty="0">
                          <a:solidFill>
                            <a:srgbClr val="000000"/>
                          </a:solidFill>
                          <a:latin typeface="Arial Narrow" pitchFamily="34" charset="0"/>
                          <a:ea typeface="Times New Roman"/>
                          <a:cs typeface="Times New Roman"/>
                        </a:rPr>
                        <a:t>d</a:t>
                      </a:r>
                      <a:r>
                        <a:rPr lang="id-ID" sz="2400" b="0" dirty="0">
                          <a:solidFill>
                            <a:srgbClr val="000000"/>
                          </a:solidFill>
                          <a:latin typeface="Arial Narrow" pitchFamily="34" charset="0"/>
                          <a:ea typeface="Times New Roman"/>
                          <a:cs typeface="Times New Roman"/>
                        </a:rPr>
                        <a:t>alam jurigen 4</a:t>
                      </a:r>
                      <a:r>
                        <a:rPr lang="en-US" sz="2400" b="0" dirty="0">
                          <a:solidFill>
                            <a:srgbClr val="000000"/>
                          </a:solidFill>
                          <a:latin typeface="Arial Narrow" pitchFamily="34" charset="0"/>
                          <a:ea typeface="Times New Roman"/>
                          <a:cs typeface="Times New Roman"/>
                        </a:rPr>
                        <a:t>-</a:t>
                      </a:r>
                      <a:r>
                        <a:rPr lang="id-ID" sz="2400" b="0" dirty="0">
                          <a:solidFill>
                            <a:srgbClr val="000000"/>
                          </a:solidFill>
                          <a:latin typeface="Arial Narrow" pitchFamily="34" charset="0"/>
                          <a:ea typeface="Times New Roman"/>
                          <a:cs typeface="Times New Roman"/>
                        </a:rPr>
                        <a:t>galon</a:t>
                      </a:r>
                      <a:endParaRPr lang="id-ID" sz="1600" b="0" dirty="0">
                        <a:latin typeface="Arial Narrow" pitchFamily="34" charset="0"/>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lnSpc>
                          <a:spcPct val="150000"/>
                        </a:lnSpc>
                        <a:spcAft>
                          <a:spcPts val="0"/>
                        </a:spcAft>
                      </a:pPr>
                      <a:r>
                        <a:rPr lang="id-ID" sz="2400" b="0" dirty="0">
                          <a:solidFill>
                            <a:srgbClr val="000000"/>
                          </a:solidFill>
                          <a:latin typeface="Arial Narrow" pitchFamily="34" charset="0"/>
                          <a:ea typeface="Times New Roman"/>
                          <a:cs typeface="Times New Roman"/>
                        </a:rPr>
                        <a:t>Jumlah </a:t>
                      </a:r>
                      <a:r>
                        <a:rPr lang="en-US" sz="2400" b="0" dirty="0">
                          <a:solidFill>
                            <a:srgbClr val="000000"/>
                          </a:solidFill>
                          <a:latin typeface="Arial Narrow" pitchFamily="34" charset="0"/>
                          <a:ea typeface="Times New Roman"/>
                          <a:cs typeface="Times New Roman"/>
                        </a:rPr>
                        <a:t>A</a:t>
                      </a:r>
                      <a:r>
                        <a:rPr lang="id-ID" sz="2400" b="0" dirty="0">
                          <a:solidFill>
                            <a:srgbClr val="000000"/>
                          </a:solidFill>
                          <a:latin typeface="Arial Narrow" pitchFamily="34" charset="0"/>
                          <a:ea typeface="Times New Roman"/>
                          <a:cs typeface="Times New Roman"/>
                        </a:rPr>
                        <a:t>ir </a:t>
                      </a:r>
                      <a:endParaRPr lang="id-ID" sz="1600" b="0" dirty="0">
                        <a:latin typeface="Arial Narrow" pitchFamily="34" charset="0"/>
                        <a:ea typeface="Times New Roman"/>
                        <a:cs typeface="Times New Roman"/>
                      </a:endParaRPr>
                    </a:p>
                    <a:p>
                      <a:pPr algn="ctr">
                        <a:lnSpc>
                          <a:spcPct val="150000"/>
                        </a:lnSpc>
                        <a:spcAft>
                          <a:spcPts val="0"/>
                        </a:spcAft>
                      </a:pPr>
                      <a:r>
                        <a:rPr lang="id-ID" sz="2400" b="0" dirty="0">
                          <a:solidFill>
                            <a:srgbClr val="000000"/>
                          </a:solidFill>
                          <a:latin typeface="Arial Narrow" pitchFamily="34" charset="0"/>
                          <a:ea typeface="Times New Roman"/>
                          <a:cs typeface="Times New Roman"/>
                        </a:rPr>
                        <a:t>dalam jurigen 3</a:t>
                      </a:r>
                      <a:r>
                        <a:rPr lang="en-US" sz="2400" b="0" dirty="0">
                          <a:solidFill>
                            <a:srgbClr val="000000"/>
                          </a:solidFill>
                          <a:latin typeface="Arial Narrow" pitchFamily="34" charset="0"/>
                          <a:ea typeface="Times New Roman"/>
                          <a:cs typeface="Times New Roman"/>
                        </a:rPr>
                        <a:t>-</a:t>
                      </a:r>
                      <a:r>
                        <a:rPr lang="id-ID" sz="2400" b="0" dirty="0">
                          <a:solidFill>
                            <a:srgbClr val="000000"/>
                          </a:solidFill>
                          <a:latin typeface="Arial Narrow" pitchFamily="34" charset="0"/>
                          <a:ea typeface="Times New Roman"/>
                          <a:cs typeface="Times New Roman"/>
                        </a:rPr>
                        <a:t>galon</a:t>
                      </a:r>
                      <a:endParaRPr lang="id-ID" sz="1600" b="0" dirty="0">
                        <a:latin typeface="Arial Narrow" pitchFamily="34" charset="0"/>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lnSpc>
                          <a:spcPct val="150000"/>
                        </a:lnSpc>
                        <a:spcAft>
                          <a:spcPts val="0"/>
                        </a:spcAft>
                      </a:pPr>
                      <a:r>
                        <a:rPr lang="en-US" sz="2400" b="0" dirty="0">
                          <a:solidFill>
                            <a:srgbClr val="000000"/>
                          </a:solidFill>
                          <a:latin typeface="Arial Narrow" pitchFamily="34" charset="0"/>
                          <a:ea typeface="Times New Roman"/>
                          <a:cs typeface="Times New Roman"/>
                        </a:rPr>
                        <a:t>Operator yang </a:t>
                      </a:r>
                      <a:r>
                        <a:rPr lang="en-US" sz="2400" b="0" dirty="0" err="1">
                          <a:solidFill>
                            <a:srgbClr val="000000"/>
                          </a:solidFill>
                          <a:latin typeface="Arial Narrow" pitchFamily="34" charset="0"/>
                          <a:ea typeface="Times New Roman"/>
                          <a:cs typeface="Times New Roman"/>
                        </a:rPr>
                        <a:t>diaplikasikan</a:t>
                      </a:r>
                      <a:endParaRPr lang="id-ID" sz="1600" b="0" dirty="0">
                        <a:latin typeface="Arial Narrow" pitchFamily="34" charset="0"/>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extLst>
                  <a:ext uri="{0D108BD9-81ED-4DB2-BD59-A6C34878D82A}">
                    <a16:rowId xmlns:a16="http://schemas.microsoft.com/office/drawing/2014/main" val="10000"/>
                  </a:ext>
                </a:extLst>
              </a:tr>
              <a:tr h="576943">
                <a:tc>
                  <a:txBody>
                    <a:bodyPr/>
                    <a:lstStyle/>
                    <a:p>
                      <a:pPr algn="ctr">
                        <a:lnSpc>
                          <a:spcPct val="150000"/>
                        </a:lnSpc>
                        <a:spcAft>
                          <a:spcPts val="0"/>
                        </a:spcAft>
                      </a:pPr>
                      <a:r>
                        <a:rPr lang="en-US" sz="2400">
                          <a:solidFill>
                            <a:srgbClr val="000000"/>
                          </a:solidFill>
                          <a:latin typeface="Arial Narrow" pitchFamily="34" charset="0"/>
                          <a:ea typeface="Times New Roman"/>
                          <a:cs typeface="Times New Roman"/>
                        </a:rPr>
                        <a:t>0</a:t>
                      </a:r>
                      <a:endParaRPr lang="id-ID" sz="1600">
                        <a:latin typeface="Arial Narrow" pitchFamily="34" charset="0"/>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2400" dirty="0">
                          <a:solidFill>
                            <a:srgbClr val="000000"/>
                          </a:solidFill>
                          <a:latin typeface="Arial Narrow" pitchFamily="34" charset="0"/>
                          <a:ea typeface="Times New Roman"/>
                          <a:cs typeface="Times New Roman"/>
                        </a:rPr>
                        <a:t>0</a:t>
                      </a:r>
                      <a:endParaRPr lang="id-ID" sz="1600" dirty="0">
                        <a:latin typeface="Arial Narrow" pitchFamily="34" charset="0"/>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2400" dirty="0">
                          <a:solidFill>
                            <a:srgbClr val="000000"/>
                          </a:solidFill>
                          <a:latin typeface="Arial Narrow" pitchFamily="34" charset="0"/>
                          <a:ea typeface="Times New Roman"/>
                          <a:cs typeface="Times New Roman"/>
                        </a:rPr>
                        <a:t>-</a:t>
                      </a:r>
                      <a:endParaRPr lang="id-ID" sz="1600" dirty="0">
                        <a:latin typeface="Arial Narrow" pitchFamily="34" charset="0"/>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576943">
                <a:tc>
                  <a:txBody>
                    <a:bodyPr/>
                    <a:lstStyle/>
                    <a:p>
                      <a:pPr algn="ctr">
                        <a:lnSpc>
                          <a:spcPct val="150000"/>
                        </a:lnSpc>
                        <a:spcAft>
                          <a:spcPts val="0"/>
                        </a:spcAft>
                      </a:pPr>
                      <a:r>
                        <a:rPr lang="en-US" sz="2400">
                          <a:solidFill>
                            <a:srgbClr val="000000"/>
                          </a:solidFill>
                          <a:latin typeface="Arial Narrow" pitchFamily="34" charset="0"/>
                          <a:ea typeface="Times New Roman"/>
                          <a:cs typeface="Times New Roman"/>
                        </a:rPr>
                        <a:t>0</a:t>
                      </a:r>
                      <a:endParaRPr lang="id-ID" sz="1600">
                        <a:latin typeface="Arial Narrow" pitchFamily="34" charset="0"/>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2400" dirty="0">
                          <a:solidFill>
                            <a:srgbClr val="000000"/>
                          </a:solidFill>
                          <a:latin typeface="Arial Narrow" pitchFamily="34" charset="0"/>
                          <a:ea typeface="Times New Roman"/>
                          <a:cs typeface="Times New Roman"/>
                        </a:rPr>
                        <a:t>3</a:t>
                      </a:r>
                      <a:endParaRPr lang="id-ID" sz="1600" dirty="0">
                        <a:latin typeface="Arial Narrow" pitchFamily="34" charset="0"/>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2400" dirty="0">
                          <a:solidFill>
                            <a:srgbClr val="000000"/>
                          </a:solidFill>
                          <a:latin typeface="Arial Narrow" pitchFamily="34" charset="0"/>
                          <a:ea typeface="Times New Roman"/>
                          <a:cs typeface="Times New Roman"/>
                        </a:rPr>
                        <a:t>2</a:t>
                      </a:r>
                      <a:endParaRPr lang="id-ID" sz="1600" dirty="0">
                        <a:latin typeface="Arial Narrow" pitchFamily="34" charset="0"/>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576943">
                <a:tc>
                  <a:txBody>
                    <a:bodyPr/>
                    <a:lstStyle/>
                    <a:p>
                      <a:pPr algn="ctr">
                        <a:lnSpc>
                          <a:spcPct val="150000"/>
                        </a:lnSpc>
                        <a:spcAft>
                          <a:spcPts val="0"/>
                        </a:spcAft>
                      </a:pPr>
                      <a:r>
                        <a:rPr lang="en-US" sz="2400">
                          <a:solidFill>
                            <a:srgbClr val="000000"/>
                          </a:solidFill>
                          <a:latin typeface="Arial Narrow" pitchFamily="34" charset="0"/>
                          <a:ea typeface="Times New Roman"/>
                          <a:cs typeface="Times New Roman"/>
                        </a:rPr>
                        <a:t>3</a:t>
                      </a:r>
                      <a:endParaRPr lang="id-ID" sz="1600">
                        <a:latin typeface="Arial Narrow" pitchFamily="34" charset="0"/>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2400">
                          <a:solidFill>
                            <a:srgbClr val="000000"/>
                          </a:solidFill>
                          <a:latin typeface="Arial Narrow" pitchFamily="34" charset="0"/>
                          <a:ea typeface="Times New Roman"/>
                          <a:cs typeface="Times New Roman"/>
                        </a:rPr>
                        <a:t>0</a:t>
                      </a:r>
                      <a:endParaRPr lang="id-ID" sz="1600">
                        <a:latin typeface="Arial Narrow" pitchFamily="34" charset="0"/>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2400" dirty="0">
                          <a:solidFill>
                            <a:srgbClr val="000000"/>
                          </a:solidFill>
                          <a:latin typeface="Arial Narrow" pitchFamily="34" charset="0"/>
                          <a:ea typeface="Times New Roman"/>
                          <a:cs typeface="Times New Roman"/>
                        </a:rPr>
                        <a:t>9</a:t>
                      </a:r>
                      <a:endParaRPr lang="id-ID" sz="1600" dirty="0">
                        <a:latin typeface="Arial Narrow" pitchFamily="34" charset="0"/>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576943">
                <a:tc>
                  <a:txBody>
                    <a:bodyPr/>
                    <a:lstStyle/>
                    <a:p>
                      <a:pPr algn="ctr">
                        <a:lnSpc>
                          <a:spcPct val="150000"/>
                        </a:lnSpc>
                        <a:spcAft>
                          <a:spcPts val="0"/>
                        </a:spcAft>
                      </a:pPr>
                      <a:r>
                        <a:rPr lang="en-US" sz="2400">
                          <a:solidFill>
                            <a:srgbClr val="000000"/>
                          </a:solidFill>
                          <a:latin typeface="Arial Narrow" pitchFamily="34" charset="0"/>
                          <a:ea typeface="Times New Roman"/>
                          <a:cs typeface="Times New Roman"/>
                        </a:rPr>
                        <a:t>3</a:t>
                      </a:r>
                      <a:endParaRPr lang="id-ID" sz="1600">
                        <a:latin typeface="Arial Narrow" pitchFamily="34" charset="0"/>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2400">
                          <a:solidFill>
                            <a:srgbClr val="000000"/>
                          </a:solidFill>
                          <a:latin typeface="Arial Narrow" pitchFamily="34" charset="0"/>
                          <a:ea typeface="Times New Roman"/>
                          <a:cs typeface="Times New Roman"/>
                        </a:rPr>
                        <a:t>3</a:t>
                      </a:r>
                      <a:endParaRPr lang="id-ID" sz="1600">
                        <a:latin typeface="Arial Narrow" pitchFamily="34" charset="0"/>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2400" dirty="0">
                          <a:solidFill>
                            <a:srgbClr val="000000"/>
                          </a:solidFill>
                          <a:latin typeface="Arial Narrow" pitchFamily="34" charset="0"/>
                          <a:ea typeface="Times New Roman"/>
                          <a:cs typeface="Times New Roman"/>
                        </a:rPr>
                        <a:t>2</a:t>
                      </a:r>
                      <a:endParaRPr lang="id-ID" sz="1600" dirty="0">
                        <a:latin typeface="Arial Narrow" pitchFamily="34" charset="0"/>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576943">
                <a:tc>
                  <a:txBody>
                    <a:bodyPr/>
                    <a:lstStyle/>
                    <a:p>
                      <a:pPr algn="ctr">
                        <a:lnSpc>
                          <a:spcPct val="150000"/>
                        </a:lnSpc>
                        <a:spcAft>
                          <a:spcPts val="0"/>
                        </a:spcAft>
                      </a:pPr>
                      <a:r>
                        <a:rPr lang="en-US" sz="2400">
                          <a:solidFill>
                            <a:srgbClr val="000000"/>
                          </a:solidFill>
                          <a:latin typeface="Arial Narrow" pitchFamily="34" charset="0"/>
                          <a:ea typeface="Times New Roman"/>
                          <a:cs typeface="Times New Roman"/>
                        </a:rPr>
                        <a:t>4</a:t>
                      </a:r>
                      <a:endParaRPr lang="id-ID" sz="1600">
                        <a:latin typeface="Arial Narrow" pitchFamily="34" charset="0"/>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2400" dirty="0">
                          <a:solidFill>
                            <a:srgbClr val="000000"/>
                          </a:solidFill>
                          <a:latin typeface="Arial Narrow" pitchFamily="34" charset="0"/>
                          <a:ea typeface="Times New Roman"/>
                          <a:cs typeface="Times New Roman"/>
                        </a:rPr>
                        <a:t>2</a:t>
                      </a:r>
                      <a:endParaRPr lang="id-ID" sz="1600" dirty="0">
                        <a:latin typeface="Arial Narrow" pitchFamily="34" charset="0"/>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2400" dirty="0">
                          <a:solidFill>
                            <a:srgbClr val="000000"/>
                          </a:solidFill>
                          <a:latin typeface="Arial Narrow" pitchFamily="34" charset="0"/>
                          <a:ea typeface="Times New Roman"/>
                          <a:cs typeface="Times New Roman"/>
                        </a:rPr>
                        <a:t>7</a:t>
                      </a:r>
                      <a:endParaRPr lang="id-ID" sz="1600" dirty="0">
                        <a:latin typeface="Arial Narrow" pitchFamily="34" charset="0"/>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4" name="Slide Number Placeholder 3">
            <a:extLst>
              <a:ext uri="{FF2B5EF4-FFF2-40B4-BE49-F238E27FC236}">
                <a16:creationId xmlns:a16="http://schemas.microsoft.com/office/drawing/2014/main" id="{58A2FB40-7A35-4A0A-9144-B750376A98E2}"/>
              </a:ext>
            </a:extLst>
          </p:cNvPr>
          <p:cNvSpPr>
            <a:spLocks noGrp="1"/>
          </p:cNvSpPr>
          <p:nvPr>
            <p:ph type="sldNum" sz="quarter" idx="12"/>
          </p:nvPr>
        </p:nvSpPr>
        <p:spPr/>
        <p:txBody>
          <a:bodyPr/>
          <a:lstStyle/>
          <a:p>
            <a:pPr>
              <a:defRPr/>
            </a:pPr>
            <a:fld id="{B9B721A5-36D8-4C2F-A2B5-96132FA7B928}" type="slidenum">
              <a:rPr lang="en-US" smtClean="0"/>
              <a:pPr>
                <a:defRPr/>
              </a:pPr>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2" name="Rectangle 3"/>
          <p:cNvSpPr>
            <a:spLocks noChangeArrowheads="1"/>
          </p:cNvSpPr>
          <p:nvPr/>
        </p:nvSpPr>
        <p:spPr bwMode="auto">
          <a:xfrm>
            <a:off x="1251347" y="-251222"/>
            <a:ext cx="1428750" cy="231457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buClr>
                <a:srgbClr val="000000"/>
              </a:buClr>
              <a:buSzPct val="100000"/>
              <a:buFont typeface="Times New Roman" panose="02020603050405020304" pitchFamily="18" charset="0"/>
              <a:buNone/>
            </a:pPr>
            <a:endParaRPr lang="en-US" altLang="en-US" sz="1350"/>
          </a:p>
        </p:txBody>
      </p:sp>
      <p:grpSp>
        <p:nvGrpSpPr>
          <p:cNvPr id="4" name="Group 3"/>
          <p:cNvGrpSpPr/>
          <p:nvPr/>
        </p:nvGrpSpPr>
        <p:grpSpPr>
          <a:xfrm>
            <a:off x="542331" y="2618910"/>
            <a:ext cx="2081212" cy="2115741"/>
            <a:chOff x="723108" y="2348880"/>
            <a:chExt cx="2774949" cy="2820988"/>
          </a:xfrm>
        </p:grpSpPr>
        <p:pic>
          <p:nvPicPr>
            <p:cNvPr id="17411"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3108" y="3701431"/>
              <a:ext cx="842963" cy="1468437"/>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17413"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47158" y="3002931"/>
              <a:ext cx="390525" cy="636587"/>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17414"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66071" y="2348880"/>
              <a:ext cx="1004887" cy="2582862"/>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17415" name="Picture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78895" y="3825255"/>
              <a:ext cx="919162" cy="1077912"/>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grpSp>
      <p:pic>
        <p:nvPicPr>
          <p:cNvPr id="17416" name="Picture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600450" y="1885951"/>
            <a:ext cx="4343400" cy="377071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7417" name="AutoShape 8"/>
          <p:cNvSpPr>
            <a:spLocks noChangeArrowheads="1"/>
          </p:cNvSpPr>
          <p:nvPr/>
        </p:nvSpPr>
        <p:spPr bwMode="auto">
          <a:xfrm>
            <a:off x="2846785" y="3941694"/>
            <a:ext cx="4012406" cy="377429"/>
          </a:xfrm>
          <a:prstGeom prst="rightArrow">
            <a:avLst>
              <a:gd name="adj1" fmla="val 50000"/>
              <a:gd name="adj2" fmla="val 50005"/>
            </a:avLst>
          </a:prstGeom>
          <a:solidFill>
            <a:schemeClr val="accent2"/>
          </a:solidFill>
          <a:ln w="25560" cap="sq">
            <a:solidFill>
              <a:schemeClr val="accent2"/>
            </a:solidFill>
            <a:miter lim="800000"/>
            <a:headEnd/>
            <a:tailEnd/>
          </a:ln>
          <a:effectLst/>
        </p:spPr>
        <p:txBody>
          <a:bodyPr wrap="none" anchor="ctr"/>
          <a:lstStyle/>
          <a:p>
            <a:pPr eaLnBrk="1" hangingPunct="1">
              <a:buClr>
                <a:srgbClr val="000000"/>
              </a:buClr>
              <a:buSzPct val="100000"/>
              <a:buFont typeface="Times New Roman" panose="02020603050405020304" pitchFamily="18" charset="0"/>
              <a:buNone/>
            </a:pPr>
            <a:endParaRPr lang="en-US" altLang="en-US" sz="1350"/>
          </a:p>
        </p:txBody>
      </p:sp>
      <p:sp>
        <p:nvSpPr>
          <p:cNvPr id="2" name="Title 1"/>
          <p:cNvSpPr>
            <a:spLocks noGrp="1"/>
          </p:cNvSpPr>
          <p:nvPr>
            <p:ph type="title"/>
          </p:nvPr>
        </p:nvSpPr>
        <p:spPr>
          <a:xfrm>
            <a:off x="609599" y="609600"/>
            <a:ext cx="7924801" cy="1320800"/>
          </a:xfrm>
        </p:spPr>
        <p:txBody>
          <a:bodyPr>
            <a:normAutofit/>
          </a:bodyPr>
          <a:lstStyle/>
          <a:p>
            <a:r>
              <a:rPr lang="en-US" sz="2800" dirty="0" err="1"/>
              <a:t>Contoh</a:t>
            </a:r>
            <a:r>
              <a:rPr lang="en-US" sz="2800" dirty="0"/>
              <a:t> 3 : Farmer, Wolf, Duck, and Corn Problem </a:t>
            </a:r>
            <a:endParaRPr lang="en-ID" sz="2800" dirty="0"/>
          </a:p>
        </p:txBody>
      </p:sp>
    </p:spTree>
    <p:extLst>
      <p:ext uri="{BB962C8B-B14F-4D97-AF65-F5344CB8AC3E}">
        <p14:creationId xmlns:p14="http://schemas.microsoft.com/office/powerpoint/2010/main" val="3393968743"/>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8" name="Picture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47664" y="2186862"/>
            <a:ext cx="1200150" cy="1277541"/>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9459" name="Rectangle 2"/>
          <p:cNvSpPr>
            <a:spLocks noChangeArrowheads="1"/>
          </p:cNvSpPr>
          <p:nvPr/>
        </p:nvSpPr>
        <p:spPr bwMode="auto">
          <a:xfrm>
            <a:off x="1251347" y="-582216"/>
            <a:ext cx="2543175" cy="300037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buClr>
                <a:srgbClr val="000000"/>
              </a:buClr>
              <a:buSzPct val="100000"/>
              <a:buFont typeface="Times New Roman" panose="02020603050405020304" pitchFamily="18" charset="0"/>
              <a:buNone/>
            </a:pPr>
            <a:endParaRPr lang="en-US" altLang="en-US" sz="1350"/>
          </a:p>
        </p:txBody>
      </p:sp>
      <p:pic>
        <p:nvPicPr>
          <p:cNvPr id="19460"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19264" y="2385698"/>
            <a:ext cx="400050" cy="472678"/>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9461" name="Freeform 4"/>
          <p:cNvSpPr>
            <a:spLocks noChangeArrowheads="1"/>
          </p:cNvSpPr>
          <p:nvPr/>
        </p:nvSpPr>
        <p:spPr bwMode="auto">
          <a:xfrm>
            <a:off x="3490764" y="2385698"/>
            <a:ext cx="1210866" cy="1078706"/>
          </a:xfrm>
          <a:custGeom>
            <a:avLst/>
            <a:gdLst>
              <a:gd name="T0" fmla="*/ 0 w 1614488"/>
              <a:gd name="T1" fmla="*/ 719138 h 1438275"/>
              <a:gd name="T2" fmla="*/ 807244 w 1614488"/>
              <a:gd name="T3" fmla="*/ 0 h 1438275"/>
              <a:gd name="T4" fmla="*/ 1614488 w 1614488"/>
              <a:gd name="T5" fmla="*/ 719138 h 1438275"/>
              <a:gd name="T6" fmla="*/ 807244 w 1614488"/>
              <a:gd name="T7" fmla="*/ 1438276 h 1438275"/>
              <a:gd name="T8" fmla="*/ 0 w 1614488"/>
              <a:gd name="T9" fmla="*/ 719138 h 1438275"/>
              <a:gd name="T10" fmla="*/ 1269531 w 1614488"/>
              <a:gd name="T11" fmla="*/ 948524 h 1438275"/>
              <a:gd name="T12" fmla="*/ 1128360 w 1614488"/>
              <a:gd name="T13" fmla="*/ 358679 h 1438275"/>
              <a:gd name="T14" fmla="*/ 550750 w 1614488"/>
              <a:gd name="T15" fmla="*/ 324139 h 1438275"/>
              <a:gd name="T16" fmla="*/ 1269531 w 1614488"/>
              <a:gd name="T17" fmla="*/ 948524 h 1438275"/>
              <a:gd name="T18" fmla="*/ 344957 w 1614488"/>
              <a:gd name="T19" fmla="*/ 489751 h 1438275"/>
              <a:gd name="T20" fmla="*/ 486128 w 1614488"/>
              <a:gd name="T21" fmla="*/ 1079596 h 1438275"/>
              <a:gd name="T22" fmla="*/ 1063738 w 1614488"/>
              <a:gd name="T23" fmla="*/ 1114136 h 1438275"/>
              <a:gd name="T24" fmla="*/ 344957 w 1614488"/>
              <a:gd name="T25" fmla="*/ 489751 h 143827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614488" h="1438275">
                <a:moveTo>
                  <a:pt x="0" y="719138"/>
                </a:moveTo>
                <a:cubicBezTo>
                  <a:pt x="0" y="321969"/>
                  <a:pt x="361415" y="0"/>
                  <a:pt x="807244" y="0"/>
                </a:cubicBezTo>
                <a:cubicBezTo>
                  <a:pt x="1253073" y="0"/>
                  <a:pt x="1614488" y="321969"/>
                  <a:pt x="1614488" y="719138"/>
                </a:cubicBezTo>
                <a:cubicBezTo>
                  <a:pt x="1614488" y="1116307"/>
                  <a:pt x="1253073" y="1438276"/>
                  <a:pt x="807244" y="1438276"/>
                </a:cubicBezTo>
                <a:cubicBezTo>
                  <a:pt x="361415" y="1438276"/>
                  <a:pt x="0" y="1116307"/>
                  <a:pt x="0" y="719138"/>
                </a:cubicBezTo>
                <a:close/>
                <a:moveTo>
                  <a:pt x="1269531" y="948524"/>
                </a:moveTo>
                <a:cubicBezTo>
                  <a:pt x="1409963" y="750677"/>
                  <a:pt x="1349036" y="496108"/>
                  <a:pt x="1128360" y="358679"/>
                </a:cubicBezTo>
                <a:cubicBezTo>
                  <a:pt x="960327" y="254033"/>
                  <a:pt x="734885" y="240552"/>
                  <a:pt x="550750" y="324139"/>
                </a:cubicBezTo>
                <a:lnTo>
                  <a:pt x="1269531" y="948524"/>
                </a:lnTo>
                <a:close/>
                <a:moveTo>
                  <a:pt x="344957" y="489751"/>
                </a:moveTo>
                <a:cubicBezTo>
                  <a:pt x="204525" y="687598"/>
                  <a:pt x="265452" y="942167"/>
                  <a:pt x="486128" y="1079596"/>
                </a:cubicBezTo>
                <a:cubicBezTo>
                  <a:pt x="654161" y="1184242"/>
                  <a:pt x="879603" y="1197723"/>
                  <a:pt x="1063738" y="1114136"/>
                </a:cubicBezTo>
                <a:lnTo>
                  <a:pt x="344957" y="489751"/>
                </a:lnTo>
                <a:close/>
              </a:path>
            </a:pathLst>
          </a:custGeom>
          <a:solidFill>
            <a:srgbClr val="FF0000"/>
          </a:solidFill>
          <a:ln>
            <a:noFill/>
          </a:ln>
          <a:effectLst/>
          <a:extLst>
            <a:ext uri="{91240B29-F687-4F45-9708-019B960494DF}">
              <a14:hiddenLine xmlns:a14="http://schemas.microsoft.com/office/drawing/2010/main" w="9525" cap="flat">
                <a:solidFill>
                  <a:srgbClr val="3465A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ID" sz="1350"/>
          </a:p>
        </p:txBody>
      </p:sp>
      <p:pic>
        <p:nvPicPr>
          <p:cNvPr id="19462"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38140" y="3958513"/>
            <a:ext cx="751285" cy="692944"/>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19463" name="Picture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98949" y="4187113"/>
            <a:ext cx="952500" cy="1117997"/>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9464" name="Freeform 7"/>
          <p:cNvSpPr>
            <a:spLocks noChangeArrowheads="1"/>
          </p:cNvSpPr>
          <p:nvPr/>
        </p:nvSpPr>
        <p:spPr bwMode="auto">
          <a:xfrm>
            <a:off x="3501481" y="3958513"/>
            <a:ext cx="1210865" cy="1078706"/>
          </a:xfrm>
          <a:custGeom>
            <a:avLst/>
            <a:gdLst>
              <a:gd name="T0" fmla="*/ 0 w 1614487"/>
              <a:gd name="T1" fmla="*/ 719138 h 1438275"/>
              <a:gd name="T2" fmla="*/ 807244 w 1614487"/>
              <a:gd name="T3" fmla="*/ 0 h 1438275"/>
              <a:gd name="T4" fmla="*/ 1614488 w 1614487"/>
              <a:gd name="T5" fmla="*/ 719138 h 1438275"/>
              <a:gd name="T6" fmla="*/ 807244 w 1614487"/>
              <a:gd name="T7" fmla="*/ 1438276 h 1438275"/>
              <a:gd name="T8" fmla="*/ 0 w 1614487"/>
              <a:gd name="T9" fmla="*/ 719138 h 1438275"/>
              <a:gd name="T10" fmla="*/ 1269530 w 1614487"/>
              <a:gd name="T11" fmla="*/ 948524 h 1438275"/>
              <a:gd name="T12" fmla="*/ 1128360 w 1614487"/>
              <a:gd name="T13" fmla="*/ 358679 h 1438275"/>
              <a:gd name="T14" fmla="*/ 550750 w 1614487"/>
              <a:gd name="T15" fmla="*/ 324138 h 1438275"/>
              <a:gd name="T16" fmla="*/ 1269530 w 1614487"/>
              <a:gd name="T17" fmla="*/ 948524 h 1438275"/>
              <a:gd name="T18" fmla="*/ 344957 w 1614487"/>
              <a:gd name="T19" fmla="*/ 489751 h 1438275"/>
              <a:gd name="T20" fmla="*/ 486127 w 1614487"/>
              <a:gd name="T21" fmla="*/ 1079596 h 1438275"/>
              <a:gd name="T22" fmla="*/ 1063737 w 1614487"/>
              <a:gd name="T23" fmla="*/ 1114137 h 1438275"/>
              <a:gd name="T24" fmla="*/ 344957 w 1614487"/>
              <a:gd name="T25" fmla="*/ 489751 h 143827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614487" h="1438275">
                <a:moveTo>
                  <a:pt x="0" y="719138"/>
                </a:moveTo>
                <a:cubicBezTo>
                  <a:pt x="0" y="321969"/>
                  <a:pt x="361415" y="0"/>
                  <a:pt x="807244" y="0"/>
                </a:cubicBezTo>
                <a:cubicBezTo>
                  <a:pt x="1253073" y="0"/>
                  <a:pt x="1614488" y="321969"/>
                  <a:pt x="1614488" y="719138"/>
                </a:cubicBezTo>
                <a:cubicBezTo>
                  <a:pt x="1614488" y="1116307"/>
                  <a:pt x="1253073" y="1438276"/>
                  <a:pt x="807244" y="1438276"/>
                </a:cubicBezTo>
                <a:cubicBezTo>
                  <a:pt x="361415" y="1438276"/>
                  <a:pt x="0" y="1116307"/>
                  <a:pt x="0" y="719138"/>
                </a:cubicBezTo>
                <a:close/>
                <a:moveTo>
                  <a:pt x="1269530" y="948524"/>
                </a:moveTo>
                <a:cubicBezTo>
                  <a:pt x="1409962" y="750677"/>
                  <a:pt x="1349035" y="496108"/>
                  <a:pt x="1128360" y="358679"/>
                </a:cubicBezTo>
                <a:cubicBezTo>
                  <a:pt x="960327" y="254033"/>
                  <a:pt x="734885" y="240552"/>
                  <a:pt x="550750" y="324138"/>
                </a:cubicBezTo>
                <a:lnTo>
                  <a:pt x="1269530" y="948524"/>
                </a:lnTo>
                <a:close/>
                <a:moveTo>
                  <a:pt x="344957" y="489751"/>
                </a:moveTo>
                <a:cubicBezTo>
                  <a:pt x="204525" y="687598"/>
                  <a:pt x="265452" y="942167"/>
                  <a:pt x="486127" y="1079596"/>
                </a:cubicBezTo>
                <a:cubicBezTo>
                  <a:pt x="654160" y="1184242"/>
                  <a:pt x="879602" y="1197723"/>
                  <a:pt x="1063737" y="1114137"/>
                </a:cubicBezTo>
                <a:lnTo>
                  <a:pt x="344957" y="489751"/>
                </a:lnTo>
                <a:close/>
              </a:path>
            </a:pathLst>
          </a:custGeom>
          <a:solidFill>
            <a:srgbClr val="FF0000"/>
          </a:solidFill>
          <a:ln>
            <a:noFill/>
          </a:ln>
          <a:effectLst/>
          <a:extLst>
            <a:ext uri="{91240B29-F687-4F45-9708-019B960494DF}">
              <a14:hiddenLine xmlns:a14="http://schemas.microsoft.com/office/drawing/2010/main" w="9525" cap="flat">
                <a:solidFill>
                  <a:srgbClr val="3465A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ID" sz="1350"/>
          </a:p>
        </p:txBody>
      </p:sp>
      <p:pic>
        <p:nvPicPr>
          <p:cNvPr id="19465" name="Picture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433864" y="2794082"/>
            <a:ext cx="857250" cy="1493044"/>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19466" name="Picture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348264" y="3384631"/>
            <a:ext cx="857250" cy="1006079"/>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9467" name="Freeform 10"/>
          <p:cNvSpPr>
            <a:spLocks noChangeArrowheads="1"/>
          </p:cNvSpPr>
          <p:nvPr/>
        </p:nvSpPr>
        <p:spPr bwMode="auto">
          <a:xfrm rot="2760000" flipH="1">
            <a:off x="6690570" y="2243417"/>
            <a:ext cx="626269" cy="1110854"/>
          </a:xfrm>
          <a:custGeom>
            <a:avLst/>
            <a:gdLst>
              <a:gd name="T0" fmla="*/ 0 w 835025"/>
              <a:gd name="T1" fmla="*/ 0 h 1481138"/>
              <a:gd name="T2" fmla="*/ 417513 w 835025"/>
              <a:gd name="T3" fmla="*/ 0 h 1481138"/>
              <a:gd name="T4" fmla="*/ 417513 w 835025"/>
              <a:gd name="T5" fmla="*/ 1063625 h 1481138"/>
              <a:gd name="T6" fmla="*/ 835025 w 835025"/>
              <a:gd name="T7" fmla="*/ 1063625 h 1481138"/>
              <a:gd name="T8" fmla="*/ 835025 w 835025"/>
              <a:gd name="T9" fmla="*/ 1481137 h 1481138"/>
              <a:gd name="T10" fmla="*/ 0 w 835025"/>
              <a:gd name="T11" fmla="*/ 1481137 h 1481138"/>
              <a:gd name="T12" fmla="*/ 0 w 835025"/>
              <a:gd name="T13" fmla="*/ 0 h 148113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5025" h="1481138">
                <a:moveTo>
                  <a:pt x="0" y="0"/>
                </a:moveTo>
                <a:lnTo>
                  <a:pt x="417513" y="0"/>
                </a:lnTo>
                <a:lnTo>
                  <a:pt x="417513" y="1063626"/>
                </a:lnTo>
                <a:lnTo>
                  <a:pt x="835025" y="1063626"/>
                </a:lnTo>
                <a:lnTo>
                  <a:pt x="835025" y="1481138"/>
                </a:lnTo>
                <a:lnTo>
                  <a:pt x="0" y="1481138"/>
                </a:lnTo>
                <a:lnTo>
                  <a:pt x="0" y="0"/>
                </a:lnTo>
                <a:close/>
              </a:path>
            </a:pathLst>
          </a:custGeom>
          <a:solidFill>
            <a:srgbClr val="00B050"/>
          </a:solidFill>
          <a:ln>
            <a:noFill/>
          </a:ln>
          <a:effectLst/>
          <a:extLst>
            <a:ext uri="{91240B29-F687-4F45-9708-019B960494DF}">
              <a14:hiddenLine xmlns:a14="http://schemas.microsoft.com/office/drawing/2010/main" w="9525" cap="flat">
                <a:solidFill>
                  <a:srgbClr val="3465A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ID" sz="1350"/>
          </a:p>
        </p:txBody>
      </p:sp>
      <p:sp>
        <p:nvSpPr>
          <p:cNvPr id="2" name="Title 1"/>
          <p:cNvSpPr>
            <a:spLocks noGrp="1"/>
          </p:cNvSpPr>
          <p:nvPr>
            <p:ph type="title"/>
          </p:nvPr>
        </p:nvSpPr>
        <p:spPr/>
        <p:txBody>
          <a:bodyPr/>
          <a:lstStyle/>
          <a:p>
            <a:r>
              <a:rPr lang="en-ID" dirty="0" err="1"/>
              <a:t>Contoh</a:t>
            </a:r>
            <a:r>
              <a:rPr lang="en-ID" dirty="0"/>
              <a:t> 3</a:t>
            </a:r>
          </a:p>
        </p:txBody>
      </p:sp>
    </p:spTree>
    <p:extLst>
      <p:ext uri="{BB962C8B-B14F-4D97-AF65-F5344CB8AC3E}">
        <p14:creationId xmlns:p14="http://schemas.microsoft.com/office/powerpoint/2010/main" val="1374717236"/>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D" dirty="0" err="1"/>
              <a:t>Contoh</a:t>
            </a:r>
            <a:r>
              <a:rPr lang="en-ID" dirty="0"/>
              <a:t> 3: </a:t>
            </a:r>
            <a:r>
              <a:rPr lang="en-ID" dirty="0" err="1"/>
              <a:t>Rancangan</a:t>
            </a:r>
            <a:r>
              <a:rPr lang="en-ID" dirty="0"/>
              <a:t> Solusi</a:t>
            </a:r>
          </a:p>
        </p:txBody>
      </p:sp>
      <p:sp>
        <p:nvSpPr>
          <p:cNvPr id="3" name="Content Placeholder 2"/>
          <p:cNvSpPr>
            <a:spLocks noGrp="1"/>
          </p:cNvSpPr>
          <p:nvPr>
            <p:ph idx="1"/>
          </p:nvPr>
        </p:nvSpPr>
        <p:spPr/>
        <p:txBody>
          <a:bodyPr/>
          <a:lstStyle/>
          <a:p>
            <a:r>
              <a:rPr lang="en-ID" b="1" dirty="0"/>
              <a:t>Initial state </a:t>
            </a:r>
            <a:r>
              <a:rPr lang="en-ID" dirty="0"/>
              <a:t>: </a:t>
            </a:r>
            <a:r>
              <a:rPr lang="en-ID" dirty="0" err="1"/>
              <a:t>asal</a:t>
            </a:r>
            <a:r>
              <a:rPr lang="en-ID" dirty="0"/>
              <a:t> (</a:t>
            </a:r>
            <a:r>
              <a:rPr lang="en-ID" dirty="0" err="1"/>
              <a:t>tweety</a:t>
            </a:r>
            <a:r>
              <a:rPr lang="en-ID" dirty="0"/>
              <a:t>, </a:t>
            </a:r>
            <a:r>
              <a:rPr lang="en-ID" dirty="0" err="1"/>
              <a:t>sylvester</a:t>
            </a:r>
            <a:r>
              <a:rPr lang="en-ID" dirty="0"/>
              <a:t>, </a:t>
            </a:r>
            <a:r>
              <a:rPr lang="en-ID" dirty="0" err="1"/>
              <a:t>jagung</a:t>
            </a:r>
            <a:r>
              <a:rPr lang="en-ID" dirty="0"/>
              <a:t>, </a:t>
            </a:r>
            <a:r>
              <a:rPr lang="en-ID" dirty="0" err="1"/>
              <a:t>nenek</a:t>
            </a:r>
            <a:r>
              <a:rPr lang="en-ID" dirty="0"/>
              <a:t>) </a:t>
            </a:r>
            <a:r>
              <a:rPr lang="en-ID" dirty="0">
                <a:sym typeface="Wingdings" panose="05000000000000000000" pitchFamily="2" charset="2"/>
              </a:rPr>
              <a:t></a:t>
            </a:r>
            <a:r>
              <a:rPr lang="en-ID" dirty="0"/>
              <a:t> </a:t>
            </a:r>
            <a:r>
              <a:rPr lang="en-ID" dirty="0" err="1"/>
              <a:t>asal</a:t>
            </a:r>
            <a:r>
              <a:rPr lang="en-ID" dirty="0"/>
              <a:t>(1,1,1,1)</a:t>
            </a:r>
          </a:p>
          <a:p>
            <a:r>
              <a:rPr lang="en-ID" b="1" dirty="0"/>
              <a:t>Action description </a:t>
            </a:r>
            <a:r>
              <a:rPr lang="en-ID" dirty="0"/>
              <a:t>: </a:t>
            </a:r>
            <a:r>
              <a:rPr lang="en-ID" dirty="0" err="1"/>
              <a:t>menyeberang</a:t>
            </a:r>
            <a:r>
              <a:rPr lang="en-ID" dirty="0"/>
              <a:t> (</a:t>
            </a:r>
            <a:r>
              <a:rPr lang="en-ID" dirty="0" err="1"/>
              <a:t>tweety</a:t>
            </a:r>
            <a:r>
              <a:rPr lang="en-ID" dirty="0"/>
              <a:t>), </a:t>
            </a:r>
            <a:r>
              <a:rPr lang="en-ID" dirty="0" err="1"/>
              <a:t>menyeberang</a:t>
            </a:r>
            <a:r>
              <a:rPr lang="en-ID" dirty="0"/>
              <a:t> (</a:t>
            </a:r>
            <a:r>
              <a:rPr lang="en-ID" dirty="0" err="1"/>
              <a:t>jagung</a:t>
            </a:r>
            <a:r>
              <a:rPr lang="en-ID" dirty="0"/>
              <a:t>), </a:t>
            </a:r>
            <a:r>
              <a:rPr lang="en-ID" dirty="0" err="1"/>
              <a:t>menyeberang</a:t>
            </a:r>
            <a:r>
              <a:rPr lang="en-ID" dirty="0"/>
              <a:t> (</a:t>
            </a:r>
            <a:r>
              <a:rPr lang="en-ID" dirty="0" err="1"/>
              <a:t>sylvester</a:t>
            </a:r>
            <a:r>
              <a:rPr lang="en-ID" dirty="0"/>
              <a:t>), </a:t>
            </a:r>
            <a:r>
              <a:rPr lang="en-ID" dirty="0" err="1"/>
              <a:t>kembali</a:t>
            </a:r>
            <a:r>
              <a:rPr lang="en-ID" dirty="0"/>
              <a:t> (</a:t>
            </a:r>
            <a:r>
              <a:rPr lang="en-ID" dirty="0" err="1"/>
              <a:t>tweety</a:t>
            </a:r>
            <a:r>
              <a:rPr lang="en-ID" dirty="0"/>
              <a:t>), </a:t>
            </a:r>
            <a:r>
              <a:rPr lang="en-ID" dirty="0" err="1"/>
              <a:t>kembali</a:t>
            </a:r>
            <a:r>
              <a:rPr lang="en-ID" dirty="0"/>
              <a:t> (</a:t>
            </a:r>
            <a:r>
              <a:rPr lang="en-ID" dirty="0" err="1"/>
              <a:t>jagung</a:t>
            </a:r>
            <a:r>
              <a:rPr lang="en-ID" dirty="0"/>
              <a:t>), </a:t>
            </a:r>
            <a:r>
              <a:rPr lang="en-ID" dirty="0" err="1"/>
              <a:t>kembali</a:t>
            </a:r>
            <a:r>
              <a:rPr lang="en-ID" dirty="0"/>
              <a:t> (</a:t>
            </a:r>
            <a:r>
              <a:rPr lang="en-ID" dirty="0" err="1"/>
              <a:t>sylvester</a:t>
            </a:r>
            <a:r>
              <a:rPr lang="en-ID" dirty="0"/>
              <a:t>), </a:t>
            </a:r>
            <a:r>
              <a:rPr lang="en-ID" dirty="0" err="1"/>
              <a:t>kembali</a:t>
            </a:r>
            <a:r>
              <a:rPr lang="en-ID" dirty="0"/>
              <a:t> (</a:t>
            </a:r>
            <a:r>
              <a:rPr lang="en-ID" dirty="0" err="1"/>
              <a:t>nenek</a:t>
            </a:r>
            <a:r>
              <a:rPr lang="en-ID" dirty="0"/>
              <a:t>)</a:t>
            </a:r>
          </a:p>
          <a:p>
            <a:r>
              <a:rPr lang="en-ID" b="1" dirty="0"/>
              <a:t>Transition model </a:t>
            </a:r>
            <a:r>
              <a:rPr lang="en-ID" dirty="0"/>
              <a:t>: RESULT (</a:t>
            </a:r>
            <a:r>
              <a:rPr lang="en-ID" dirty="0" err="1"/>
              <a:t>asal</a:t>
            </a:r>
            <a:r>
              <a:rPr lang="en-ID" dirty="0"/>
              <a:t>(0,0,0,0), </a:t>
            </a:r>
            <a:r>
              <a:rPr lang="en-ID" dirty="0" err="1"/>
              <a:t>menyeberang</a:t>
            </a:r>
            <a:r>
              <a:rPr lang="en-ID" dirty="0"/>
              <a:t>(</a:t>
            </a:r>
            <a:r>
              <a:rPr lang="en-ID" dirty="0" err="1"/>
              <a:t>tweety</a:t>
            </a:r>
            <a:r>
              <a:rPr lang="en-ID" dirty="0"/>
              <a:t>)) = </a:t>
            </a:r>
            <a:r>
              <a:rPr lang="en-ID" dirty="0" err="1"/>
              <a:t>asal</a:t>
            </a:r>
            <a:r>
              <a:rPr lang="en-ID" dirty="0"/>
              <a:t>(0,1,1,0)</a:t>
            </a:r>
          </a:p>
          <a:p>
            <a:r>
              <a:rPr lang="en-ID" b="1" dirty="0"/>
              <a:t>Goal test </a:t>
            </a:r>
            <a:r>
              <a:rPr lang="en-ID" dirty="0"/>
              <a:t>: </a:t>
            </a:r>
            <a:r>
              <a:rPr lang="en-ID" dirty="0" err="1"/>
              <a:t>asal</a:t>
            </a:r>
            <a:r>
              <a:rPr lang="en-ID" dirty="0"/>
              <a:t>(0,0,0,0) </a:t>
            </a:r>
          </a:p>
          <a:p>
            <a:r>
              <a:rPr lang="en-ID" b="1" dirty="0"/>
              <a:t>Path cost </a:t>
            </a:r>
            <a:r>
              <a:rPr lang="en-ID" dirty="0"/>
              <a:t>: 1 </a:t>
            </a:r>
          </a:p>
        </p:txBody>
      </p:sp>
    </p:spTree>
    <p:extLst>
      <p:ext uri="{BB962C8B-B14F-4D97-AF65-F5344CB8AC3E}">
        <p14:creationId xmlns:p14="http://schemas.microsoft.com/office/powerpoint/2010/main" val="1374705574"/>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D"/>
              <a:t>Contoh 2: Rancangan Solusi</a:t>
            </a:r>
          </a:p>
        </p:txBody>
      </p:sp>
      <p:sp>
        <p:nvSpPr>
          <p:cNvPr id="3" name="Content Placeholder 2"/>
          <p:cNvSpPr>
            <a:spLocks noGrp="1"/>
          </p:cNvSpPr>
          <p:nvPr>
            <p:ph idx="1"/>
          </p:nvPr>
        </p:nvSpPr>
        <p:spPr/>
        <p:txBody>
          <a:bodyPr/>
          <a:lstStyle/>
          <a:p>
            <a:r>
              <a:rPr lang="en-ID" b="1"/>
              <a:t>Initial state </a:t>
            </a:r>
            <a:r>
              <a:rPr lang="en-ID"/>
              <a:t>: asal (tweety, sylvester, jagung, nenek) -&gt; asal(1,1,1,1)</a:t>
            </a:r>
          </a:p>
          <a:p>
            <a:r>
              <a:rPr lang="en-ID" b="1"/>
              <a:t>Action description </a:t>
            </a:r>
            <a:r>
              <a:rPr lang="en-ID"/>
              <a:t>: menyeberang (tweety), menyeberang (jagung), menyeberang (sylvester), kembali (tweety), kembali (jagung), kembali (sylvester), kembali (nenek)</a:t>
            </a:r>
          </a:p>
          <a:p>
            <a:r>
              <a:rPr lang="en-ID" b="1"/>
              <a:t>Transition model </a:t>
            </a:r>
            <a:r>
              <a:rPr lang="en-ID"/>
              <a:t>: RESULT (asal(0,0,0,0), menyeberang(tweety)) = asal(0,1,1,0)</a:t>
            </a:r>
          </a:p>
          <a:p>
            <a:r>
              <a:rPr lang="en-ID" b="1"/>
              <a:t>Goal test </a:t>
            </a:r>
            <a:r>
              <a:rPr lang="en-ID"/>
              <a:t>: asal(0,0,0,0) </a:t>
            </a:r>
          </a:p>
          <a:p>
            <a:r>
              <a:rPr lang="en-ID" b="1"/>
              <a:t>Path cost </a:t>
            </a:r>
            <a:r>
              <a:rPr lang="en-ID"/>
              <a:t>: 1 </a:t>
            </a:r>
          </a:p>
        </p:txBody>
      </p:sp>
    </p:spTree>
    <p:extLst>
      <p:ext uri="{BB962C8B-B14F-4D97-AF65-F5344CB8AC3E}">
        <p14:creationId xmlns:p14="http://schemas.microsoft.com/office/powerpoint/2010/main" val="1154802231"/>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BA72C4-2E24-39A6-527A-DC0FE7A5263A}"/>
            </a:ext>
          </a:extLst>
        </p:cNvPr>
        <p:cNvGrpSpPr/>
        <p:nvPr/>
      </p:nvGrpSpPr>
      <p:grpSpPr>
        <a:xfrm>
          <a:off x="0" y="0"/>
          <a:ext cx="0" cy="0"/>
          <a:chOff x="0" y="0"/>
          <a:chExt cx="0" cy="0"/>
        </a:xfrm>
      </p:grpSpPr>
      <p:sp>
        <p:nvSpPr>
          <p:cNvPr id="37890" name="Rectangle 2">
            <a:extLst>
              <a:ext uri="{FF2B5EF4-FFF2-40B4-BE49-F238E27FC236}">
                <a16:creationId xmlns:a16="http://schemas.microsoft.com/office/drawing/2014/main" id="{4C03E194-59C9-4D63-8FBB-189053E0375B}"/>
              </a:ext>
            </a:extLst>
          </p:cNvPr>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id-ID"/>
          </a:p>
        </p:txBody>
      </p:sp>
      <p:graphicFrame>
        <p:nvGraphicFramePr>
          <p:cNvPr id="37889" name="Object 1">
            <a:extLst>
              <a:ext uri="{FF2B5EF4-FFF2-40B4-BE49-F238E27FC236}">
                <a16:creationId xmlns:a16="http://schemas.microsoft.com/office/drawing/2014/main" id="{18A253D9-87D6-D0DD-01D6-88E90E5DFC54}"/>
              </a:ext>
            </a:extLst>
          </p:cNvPr>
          <p:cNvGraphicFramePr>
            <a:graphicFrameLocks noChangeAspect="1"/>
          </p:cNvGraphicFramePr>
          <p:nvPr/>
        </p:nvGraphicFramePr>
        <p:xfrm>
          <a:off x="228600" y="76200"/>
          <a:ext cx="8534400" cy="6694763"/>
        </p:xfrm>
        <a:graphic>
          <a:graphicData uri="http://schemas.openxmlformats.org/presentationml/2006/ole">
            <mc:AlternateContent xmlns:mc="http://schemas.openxmlformats.org/markup-compatibility/2006">
              <mc:Choice xmlns:v="urn:schemas-microsoft-com:vml" Requires="v">
                <p:oleObj name="Visio" r:id="rId2" imgW="11271666" imgH="7775372" progId="Visio.Drawing.11">
                  <p:embed/>
                </p:oleObj>
              </mc:Choice>
              <mc:Fallback>
                <p:oleObj name="Visio" r:id="rId2" imgW="11271666" imgH="7775372" progId="Visio.Drawing.11">
                  <p:embed/>
                  <p:pic>
                    <p:nvPicPr>
                      <p:cNvPr id="37889" name="Object 1">
                        <a:extLst>
                          <a:ext uri="{FF2B5EF4-FFF2-40B4-BE49-F238E27FC236}">
                            <a16:creationId xmlns:a16="http://schemas.microsoft.com/office/drawing/2014/main" id="{18A253D9-87D6-D0DD-01D6-88E90E5DFC54}"/>
                          </a:ext>
                        </a:extLst>
                      </p:cNvPr>
                      <p:cNvPicPr>
                        <a:picLocks noChangeAspect="1" noChangeArrowheads="1"/>
                      </p:cNvPicPr>
                      <p:nvPr/>
                    </p:nvPicPr>
                    <p:blipFill>
                      <a:blip r:embed="rId3">
                        <a:grayscl/>
                        <a:extLst>
                          <a:ext uri="{28A0092B-C50C-407E-A947-70E740481C1C}">
                            <a14:useLocalDpi xmlns:a14="http://schemas.microsoft.com/office/drawing/2010/main" val="0"/>
                          </a:ext>
                        </a:extLst>
                      </a:blip>
                      <a:srcRect/>
                      <a:stretch>
                        <a:fillRect/>
                      </a:stretch>
                    </p:blipFill>
                    <p:spPr bwMode="auto">
                      <a:xfrm>
                        <a:off x="228600" y="76200"/>
                        <a:ext cx="8534400" cy="66947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Slide Number Placeholder 1">
            <a:extLst>
              <a:ext uri="{FF2B5EF4-FFF2-40B4-BE49-F238E27FC236}">
                <a16:creationId xmlns:a16="http://schemas.microsoft.com/office/drawing/2014/main" id="{6A8CD09F-A1A6-EB16-AF88-4443C3B6CEF8}"/>
              </a:ext>
            </a:extLst>
          </p:cNvPr>
          <p:cNvSpPr>
            <a:spLocks noGrp="1"/>
          </p:cNvSpPr>
          <p:nvPr>
            <p:ph type="sldNum" sz="quarter" idx="12"/>
          </p:nvPr>
        </p:nvSpPr>
        <p:spPr/>
        <p:txBody>
          <a:bodyPr/>
          <a:lstStyle/>
          <a:p>
            <a:pPr>
              <a:defRPr/>
            </a:pPr>
            <a:fld id="{318510C0-C023-46DB-8927-270F0F88F706}" type="slidenum">
              <a:rPr lang="en-US" smtClean="0"/>
              <a:pPr>
                <a:defRPr/>
              </a:pPr>
              <a:t>24</a:t>
            </a:fld>
            <a:endParaRPr lang="en-US"/>
          </a:p>
        </p:txBody>
      </p:sp>
    </p:spTree>
    <p:extLst>
      <p:ext uri="{BB962C8B-B14F-4D97-AF65-F5344CB8AC3E}">
        <p14:creationId xmlns:p14="http://schemas.microsoft.com/office/powerpoint/2010/main" val="194340190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Contoh</a:t>
            </a:r>
            <a:r>
              <a:rPr lang="en-US" dirty="0"/>
              <a:t> 4: 8-Puzzles</a:t>
            </a:r>
          </a:p>
        </p:txBody>
      </p:sp>
      <p:sp>
        <p:nvSpPr>
          <p:cNvPr id="3" name="Content Placeholder 2"/>
          <p:cNvSpPr>
            <a:spLocks noGrp="1"/>
          </p:cNvSpPr>
          <p:nvPr>
            <p:ph idx="1"/>
          </p:nvPr>
        </p:nvSpPr>
        <p:spPr>
          <a:xfrm>
            <a:off x="868680" y="2057401"/>
            <a:ext cx="3771900" cy="3394472"/>
          </a:xfrm>
        </p:spPr>
        <p:txBody>
          <a:bodyPr/>
          <a:lstStyle/>
          <a:p>
            <a:r>
              <a:rPr lang="en-US" dirty="0"/>
              <a:t>States : ?</a:t>
            </a:r>
          </a:p>
          <a:p>
            <a:r>
              <a:rPr lang="en-US" dirty="0"/>
              <a:t>Initial States : ?</a:t>
            </a:r>
          </a:p>
          <a:p>
            <a:r>
              <a:rPr lang="en-US" dirty="0"/>
              <a:t>Action : ?</a:t>
            </a:r>
          </a:p>
          <a:p>
            <a:r>
              <a:rPr lang="en-US" dirty="0"/>
              <a:t>Successor Function : ?</a:t>
            </a:r>
          </a:p>
          <a:p>
            <a:r>
              <a:rPr lang="en-US" dirty="0"/>
              <a:t>Goal test : ?</a:t>
            </a:r>
          </a:p>
          <a:p>
            <a:r>
              <a:rPr lang="en-US" dirty="0"/>
              <a:t>Path cost : ?</a:t>
            </a:r>
          </a:p>
          <a:p>
            <a:endParaRPr lang="en-US" dirty="0"/>
          </a:p>
          <a:p>
            <a:endParaRPr lang="en-US" dirty="0"/>
          </a:p>
        </p:txBody>
      </p:sp>
      <p:pic>
        <p:nvPicPr>
          <p:cNvPr id="4" name="Picture 4" descr="8puzzl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91000" y="1949796"/>
            <a:ext cx="3831908" cy="19459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1276191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Contoh</a:t>
            </a:r>
            <a:r>
              <a:rPr lang="en-US" dirty="0"/>
              <a:t> 4: 8-Puzzles</a:t>
            </a:r>
          </a:p>
        </p:txBody>
      </p:sp>
      <p:sp>
        <p:nvSpPr>
          <p:cNvPr id="3" name="Content Placeholder 2"/>
          <p:cNvSpPr>
            <a:spLocks noGrp="1"/>
          </p:cNvSpPr>
          <p:nvPr>
            <p:ph idx="1"/>
          </p:nvPr>
        </p:nvSpPr>
        <p:spPr>
          <a:xfrm>
            <a:off x="868680" y="2057401"/>
            <a:ext cx="3771900" cy="3394472"/>
          </a:xfrm>
        </p:spPr>
        <p:txBody>
          <a:bodyPr>
            <a:normAutofit/>
          </a:bodyPr>
          <a:lstStyle/>
          <a:p>
            <a:r>
              <a:rPr lang="en-US" dirty="0">
                <a:solidFill>
                  <a:srgbClr val="FF0000"/>
                </a:solidFill>
              </a:rPr>
              <a:t>States</a:t>
            </a:r>
            <a:r>
              <a:rPr lang="en-US" dirty="0"/>
              <a:t> : </a:t>
            </a:r>
          </a:p>
          <a:p>
            <a:pPr marL="411480" lvl="1" indent="0">
              <a:buNone/>
            </a:pPr>
            <a:r>
              <a:rPr lang="en-US" dirty="0" err="1"/>
              <a:t>lokasi</a:t>
            </a:r>
            <a:r>
              <a:rPr lang="en-US" dirty="0"/>
              <a:t> </a:t>
            </a:r>
            <a:r>
              <a:rPr lang="en-US" dirty="0" err="1"/>
              <a:t>dari</a:t>
            </a:r>
            <a:r>
              <a:rPr lang="en-US" dirty="0"/>
              <a:t> 8 </a:t>
            </a:r>
            <a:r>
              <a:rPr lang="en-US" dirty="0" err="1"/>
              <a:t>kotak</a:t>
            </a:r>
            <a:r>
              <a:rPr lang="en-US" dirty="0"/>
              <a:t> </a:t>
            </a:r>
            <a:r>
              <a:rPr lang="en-US" dirty="0" err="1"/>
              <a:t>angka</a:t>
            </a:r>
            <a:r>
              <a:rPr lang="en-US" dirty="0"/>
              <a:t> </a:t>
            </a:r>
            <a:r>
              <a:rPr lang="en-US" dirty="0" err="1"/>
              <a:t>dan</a:t>
            </a:r>
            <a:r>
              <a:rPr lang="en-US" dirty="0"/>
              <a:t> 1 </a:t>
            </a:r>
            <a:r>
              <a:rPr lang="en-US" dirty="0" err="1"/>
              <a:t>kotak</a:t>
            </a:r>
            <a:r>
              <a:rPr lang="en-US" dirty="0"/>
              <a:t> </a:t>
            </a:r>
            <a:r>
              <a:rPr lang="en-US" dirty="0" err="1"/>
              <a:t>kosong</a:t>
            </a:r>
            <a:endParaRPr lang="en-US" dirty="0"/>
          </a:p>
          <a:p>
            <a:r>
              <a:rPr lang="en-US" dirty="0"/>
              <a:t>Initial States : ?</a:t>
            </a:r>
          </a:p>
          <a:p>
            <a:r>
              <a:rPr lang="en-US" dirty="0"/>
              <a:t>Action : ?</a:t>
            </a:r>
          </a:p>
          <a:p>
            <a:r>
              <a:rPr lang="en-US" dirty="0"/>
              <a:t>Successor Function : ?</a:t>
            </a:r>
          </a:p>
          <a:p>
            <a:r>
              <a:rPr lang="en-US" dirty="0"/>
              <a:t>Goal test : ?</a:t>
            </a:r>
          </a:p>
          <a:p>
            <a:r>
              <a:rPr lang="en-US" dirty="0"/>
              <a:t>Path cost : ?</a:t>
            </a:r>
          </a:p>
          <a:p>
            <a:endParaRPr lang="en-US" dirty="0"/>
          </a:p>
          <a:p>
            <a:endParaRPr lang="en-US" dirty="0"/>
          </a:p>
        </p:txBody>
      </p:sp>
      <p:pic>
        <p:nvPicPr>
          <p:cNvPr id="4" name="Picture 4" descr="8puzzl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24400" y="2514600"/>
            <a:ext cx="3831908" cy="19459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4063690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Contoh</a:t>
            </a:r>
            <a:r>
              <a:rPr lang="en-US" dirty="0"/>
              <a:t> 4: 8-Puzzles</a:t>
            </a:r>
          </a:p>
        </p:txBody>
      </p:sp>
      <p:sp>
        <p:nvSpPr>
          <p:cNvPr id="3" name="Content Placeholder 2"/>
          <p:cNvSpPr>
            <a:spLocks noGrp="1"/>
          </p:cNvSpPr>
          <p:nvPr>
            <p:ph idx="1"/>
          </p:nvPr>
        </p:nvSpPr>
        <p:spPr>
          <a:xfrm>
            <a:off x="868680" y="2057401"/>
            <a:ext cx="3771900" cy="3394472"/>
          </a:xfrm>
        </p:spPr>
        <p:txBody>
          <a:bodyPr>
            <a:normAutofit/>
          </a:bodyPr>
          <a:lstStyle/>
          <a:p>
            <a:r>
              <a:rPr lang="en-US" dirty="0">
                <a:solidFill>
                  <a:srgbClr val="FF0000"/>
                </a:solidFill>
              </a:rPr>
              <a:t>States</a:t>
            </a:r>
            <a:r>
              <a:rPr lang="en-US" dirty="0"/>
              <a:t> : </a:t>
            </a:r>
          </a:p>
          <a:p>
            <a:pPr marL="411480" lvl="1" indent="0">
              <a:buNone/>
            </a:pPr>
            <a:r>
              <a:rPr lang="en-US" dirty="0" err="1"/>
              <a:t>lokasi</a:t>
            </a:r>
            <a:r>
              <a:rPr lang="en-US" dirty="0"/>
              <a:t> </a:t>
            </a:r>
            <a:r>
              <a:rPr lang="en-US" dirty="0" err="1"/>
              <a:t>dari</a:t>
            </a:r>
            <a:r>
              <a:rPr lang="en-US" dirty="0"/>
              <a:t> 8 </a:t>
            </a:r>
            <a:r>
              <a:rPr lang="en-US" dirty="0" err="1"/>
              <a:t>kotak</a:t>
            </a:r>
            <a:r>
              <a:rPr lang="en-US" dirty="0"/>
              <a:t> </a:t>
            </a:r>
            <a:r>
              <a:rPr lang="en-US" dirty="0" err="1"/>
              <a:t>angka</a:t>
            </a:r>
            <a:r>
              <a:rPr lang="en-US" dirty="0"/>
              <a:t> </a:t>
            </a:r>
            <a:r>
              <a:rPr lang="en-US" dirty="0" err="1"/>
              <a:t>dan</a:t>
            </a:r>
            <a:r>
              <a:rPr lang="en-US" dirty="0"/>
              <a:t> 1 </a:t>
            </a:r>
            <a:r>
              <a:rPr lang="en-US" dirty="0" err="1"/>
              <a:t>kotak</a:t>
            </a:r>
            <a:r>
              <a:rPr lang="en-US" dirty="0"/>
              <a:t> </a:t>
            </a:r>
            <a:r>
              <a:rPr lang="en-US" dirty="0" err="1"/>
              <a:t>kosong</a:t>
            </a:r>
            <a:endParaRPr lang="en-US" dirty="0"/>
          </a:p>
          <a:p>
            <a:r>
              <a:rPr lang="en-US" dirty="0">
                <a:solidFill>
                  <a:srgbClr val="FF0000"/>
                </a:solidFill>
              </a:rPr>
              <a:t>Initial States </a:t>
            </a:r>
            <a:r>
              <a:rPr lang="en-US" dirty="0"/>
              <a:t>: </a:t>
            </a:r>
          </a:p>
          <a:p>
            <a:pPr marL="411480" lvl="1" indent="0">
              <a:buNone/>
            </a:pPr>
            <a:r>
              <a:rPr lang="en-US" dirty="0" err="1"/>
              <a:t>Sembarang</a:t>
            </a:r>
            <a:r>
              <a:rPr lang="en-US" dirty="0"/>
              <a:t> state</a:t>
            </a:r>
          </a:p>
          <a:p>
            <a:r>
              <a:rPr lang="en-US" dirty="0"/>
              <a:t>Action : ?</a:t>
            </a:r>
          </a:p>
          <a:p>
            <a:r>
              <a:rPr lang="en-US" dirty="0"/>
              <a:t>Successor Function : ?</a:t>
            </a:r>
          </a:p>
          <a:p>
            <a:r>
              <a:rPr lang="en-US" dirty="0"/>
              <a:t>Goal test : ?</a:t>
            </a:r>
          </a:p>
          <a:p>
            <a:r>
              <a:rPr lang="en-US" dirty="0"/>
              <a:t>Path cost : ?</a:t>
            </a:r>
          </a:p>
          <a:p>
            <a:endParaRPr lang="en-US" dirty="0"/>
          </a:p>
          <a:p>
            <a:endParaRPr lang="en-US" dirty="0"/>
          </a:p>
        </p:txBody>
      </p:sp>
      <p:pic>
        <p:nvPicPr>
          <p:cNvPr id="4" name="Picture 4" descr="8puzzl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77741" y="3017519"/>
            <a:ext cx="3831908" cy="19459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3662093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Contoh</a:t>
            </a:r>
            <a:r>
              <a:rPr lang="en-US" dirty="0"/>
              <a:t> 4: 8-Puzzles</a:t>
            </a:r>
          </a:p>
        </p:txBody>
      </p:sp>
      <p:sp>
        <p:nvSpPr>
          <p:cNvPr id="3" name="Content Placeholder 2"/>
          <p:cNvSpPr>
            <a:spLocks noGrp="1"/>
          </p:cNvSpPr>
          <p:nvPr>
            <p:ph idx="1"/>
          </p:nvPr>
        </p:nvSpPr>
        <p:spPr>
          <a:xfrm>
            <a:off x="868680" y="2057401"/>
            <a:ext cx="3771900" cy="3394472"/>
          </a:xfrm>
        </p:spPr>
        <p:txBody>
          <a:bodyPr>
            <a:normAutofit fontScale="92500" lnSpcReduction="10000"/>
          </a:bodyPr>
          <a:lstStyle/>
          <a:p>
            <a:r>
              <a:rPr lang="en-US" dirty="0">
                <a:solidFill>
                  <a:srgbClr val="FF0000"/>
                </a:solidFill>
              </a:rPr>
              <a:t>States</a:t>
            </a:r>
            <a:r>
              <a:rPr lang="en-US" dirty="0"/>
              <a:t> : </a:t>
            </a:r>
          </a:p>
          <a:p>
            <a:pPr marL="411480" lvl="1" indent="0">
              <a:buNone/>
            </a:pPr>
            <a:r>
              <a:rPr lang="en-US" dirty="0" err="1"/>
              <a:t>lokasi</a:t>
            </a:r>
            <a:r>
              <a:rPr lang="en-US" dirty="0"/>
              <a:t> </a:t>
            </a:r>
            <a:r>
              <a:rPr lang="en-US" dirty="0" err="1"/>
              <a:t>dari</a:t>
            </a:r>
            <a:r>
              <a:rPr lang="en-US" dirty="0"/>
              <a:t> 8 </a:t>
            </a:r>
            <a:r>
              <a:rPr lang="en-US" dirty="0" err="1"/>
              <a:t>kotak</a:t>
            </a:r>
            <a:r>
              <a:rPr lang="en-US" dirty="0"/>
              <a:t> </a:t>
            </a:r>
            <a:r>
              <a:rPr lang="en-US" dirty="0" err="1"/>
              <a:t>angka</a:t>
            </a:r>
            <a:r>
              <a:rPr lang="en-US" dirty="0"/>
              <a:t> </a:t>
            </a:r>
            <a:r>
              <a:rPr lang="en-US" dirty="0" err="1"/>
              <a:t>dan</a:t>
            </a:r>
            <a:r>
              <a:rPr lang="en-US" dirty="0"/>
              <a:t> 1 </a:t>
            </a:r>
            <a:r>
              <a:rPr lang="en-US" dirty="0" err="1"/>
              <a:t>kotak</a:t>
            </a:r>
            <a:r>
              <a:rPr lang="en-US" dirty="0"/>
              <a:t> </a:t>
            </a:r>
            <a:r>
              <a:rPr lang="en-US" dirty="0" err="1"/>
              <a:t>kosong</a:t>
            </a:r>
            <a:endParaRPr lang="en-US" dirty="0"/>
          </a:p>
          <a:p>
            <a:r>
              <a:rPr lang="en-US" dirty="0">
                <a:solidFill>
                  <a:srgbClr val="FF0000"/>
                </a:solidFill>
              </a:rPr>
              <a:t>Initial States </a:t>
            </a:r>
            <a:r>
              <a:rPr lang="en-US" dirty="0"/>
              <a:t>: </a:t>
            </a:r>
          </a:p>
          <a:p>
            <a:pPr marL="411480" lvl="1" indent="0">
              <a:buNone/>
            </a:pPr>
            <a:r>
              <a:rPr lang="en-US" dirty="0" err="1"/>
              <a:t>Sembarang</a:t>
            </a:r>
            <a:r>
              <a:rPr lang="en-US" dirty="0"/>
              <a:t> state</a:t>
            </a:r>
          </a:p>
          <a:p>
            <a:r>
              <a:rPr lang="en-US" dirty="0">
                <a:solidFill>
                  <a:srgbClr val="FF0000"/>
                </a:solidFill>
              </a:rPr>
              <a:t>Action</a:t>
            </a:r>
            <a:r>
              <a:rPr lang="en-US" dirty="0"/>
              <a:t> : </a:t>
            </a:r>
          </a:p>
          <a:p>
            <a:pPr lvl="1"/>
            <a:r>
              <a:rPr lang="en-US" dirty="0"/>
              <a:t>Left, Right, Up, Down</a:t>
            </a:r>
          </a:p>
          <a:p>
            <a:r>
              <a:rPr lang="en-US" dirty="0"/>
              <a:t>Successor Function : ?</a:t>
            </a:r>
          </a:p>
          <a:p>
            <a:r>
              <a:rPr lang="en-US" dirty="0"/>
              <a:t>Goal test : ?</a:t>
            </a:r>
          </a:p>
          <a:p>
            <a:r>
              <a:rPr lang="en-US" dirty="0"/>
              <a:t>Path cost : ?</a:t>
            </a:r>
          </a:p>
          <a:p>
            <a:endParaRPr lang="en-US" dirty="0"/>
          </a:p>
          <a:p>
            <a:endParaRPr lang="en-US" dirty="0"/>
          </a:p>
        </p:txBody>
      </p:sp>
      <p:pic>
        <p:nvPicPr>
          <p:cNvPr id="4" name="Picture 4" descr="8puzzl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77741" y="3017519"/>
            <a:ext cx="3831908" cy="19459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6843613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Contoh</a:t>
            </a:r>
            <a:r>
              <a:rPr lang="en-US" dirty="0"/>
              <a:t> 4: 8-Puzzles</a:t>
            </a:r>
          </a:p>
        </p:txBody>
      </p:sp>
      <p:sp>
        <p:nvSpPr>
          <p:cNvPr id="3" name="Content Placeholder 2"/>
          <p:cNvSpPr>
            <a:spLocks noGrp="1"/>
          </p:cNvSpPr>
          <p:nvPr>
            <p:ph idx="1"/>
          </p:nvPr>
        </p:nvSpPr>
        <p:spPr>
          <a:xfrm>
            <a:off x="868680" y="2057400"/>
            <a:ext cx="3771900" cy="3840480"/>
          </a:xfrm>
        </p:spPr>
        <p:txBody>
          <a:bodyPr>
            <a:normAutofit/>
          </a:bodyPr>
          <a:lstStyle/>
          <a:p>
            <a:r>
              <a:rPr lang="en-US" dirty="0">
                <a:solidFill>
                  <a:srgbClr val="FF0000"/>
                </a:solidFill>
              </a:rPr>
              <a:t>Successor Function </a:t>
            </a:r>
            <a:r>
              <a:rPr lang="en-US" dirty="0"/>
              <a:t>: </a:t>
            </a:r>
          </a:p>
          <a:p>
            <a:pPr marL="411480" lvl="1" indent="0">
              <a:buNone/>
            </a:pPr>
            <a:r>
              <a:rPr lang="en-US" dirty="0" err="1"/>
              <a:t>Jika</a:t>
            </a:r>
            <a:r>
              <a:rPr lang="en-US" dirty="0"/>
              <a:t> </a:t>
            </a:r>
            <a:r>
              <a:rPr lang="en-US" dirty="0" err="1"/>
              <a:t>tindakan</a:t>
            </a:r>
            <a:r>
              <a:rPr lang="en-US" dirty="0"/>
              <a:t> yang </a:t>
            </a:r>
            <a:r>
              <a:rPr lang="en-US" dirty="0" err="1"/>
              <a:t>diambil</a:t>
            </a:r>
            <a:r>
              <a:rPr lang="en-US" dirty="0"/>
              <a:t> </a:t>
            </a:r>
            <a:r>
              <a:rPr lang="en-US" dirty="0" err="1"/>
              <a:t>adalah</a:t>
            </a:r>
            <a:r>
              <a:rPr lang="en-US" dirty="0"/>
              <a:t> </a:t>
            </a:r>
            <a:r>
              <a:rPr lang="en-US" dirty="0" err="1"/>
              <a:t>geser</a:t>
            </a:r>
            <a:r>
              <a:rPr lang="en-US" dirty="0"/>
              <a:t> </a:t>
            </a:r>
            <a:r>
              <a:rPr lang="en-US" dirty="0" err="1"/>
              <a:t>ke</a:t>
            </a:r>
            <a:r>
              <a:rPr lang="en-US" dirty="0"/>
              <a:t> </a:t>
            </a:r>
            <a:r>
              <a:rPr lang="en-US" dirty="0" err="1"/>
              <a:t>kiri</a:t>
            </a:r>
            <a:r>
              <a:rPr lang="en-US" dirty="0"/>
              <a:t>, </a:t>
            </a:r>
            <a:r>
              <a:rPr lang="en-US" dirty="0" err="1"/>
              <a:t>maka</a:t>
            </a:r>
            <a:r>
              <a:rPr lang="en-US" dirty="0"/>
              <a:t> </a:t>
            </a:r>
            <a:r>
              <a:rPr lang="en-US" dirty="0" err="1"/>
              <a:t>kotak</a:t>
            </a:r>
            <a:r>
              <a:rPr lang="en-US" dirty="0"/>
              <a:t> 5 </a:t>
            </a:r>
            <a:r>
              <a:rPr lang="en-US" dirty="0" err="1"/>
              <a:t>dan</a:t>
            </a:r>
            <a:r>
              <a:rPr lang="en-US" dirty="0"/>
              <a:t> </a:t>
            </a:r>
            <a:r>
              <a:rPr lang="en-US" dirty="0" err="1"/>
              <a:t>kotak</a:t>
            </a:r>
            <a:r>
              <a:rPr lang="en-US" dirty="0"/>
              <a:t> </a:t>
            </a:r>
            <a:r>
              <a:rPr lang="en-US" dirty="0" err="1"/>
              <a:t>kosong</a:t>
            </a:r>
            <a:r>
              <a:rPr lang="en-US" dirty="0"/>
              <a:t> </a:t>
            </a:r>
            <a:r>
              <a:rPr lang="en-US" dirty="0" err="1"/>
              <a:t>akan</a:t>
            </a:r>
            <a:r>
              <a:rPr lang="en-US" dirty="0"/>
              <a:t> </a:t>
            </a:r>
            <a:r>
              <a:rPr lang="en-US" dirty="0" err="1"/>
              <a:t>bertukar</a:t>
            </a:r>
            <a:r>
              <a:rPr lang="en-US" dirty="0"/>
              <a:t>.</a:t>
            </a:r>
          </a:p>
          <a:p>
            <a:r>
              <a:rPr lang="en-US" dirty="0">
                <a:solidFill>
                  <a:srgbClr val="FF0000"/>
                </a:solidFill>
              </a:rPr>
              <a:t>Goal test </a:t>
            </a:r>
            <a:r>
              <a:rPr lang="en-US" dirty="0"/>
              <a:t>: </a:t>
            </a:r>
          </a:p>
          <a:p>
            <a:pPr marL="411480" lvl="1" indent="0">
              <a:buNone/>
            </a:pPr>
            <a:r>
              <a:rPr lang="en-US" dirty="0" err="1"/>
              <a:t>Tersusun</a:t>
            </a:r>
            <a:r>
              <a:rPr lang="en-US" dirty="0"/>
              <a:t> </a:t>
            </a:r>
            <a:r>
              <a:rPr lang="en-US" dirty="0" err="1"/>
              <a:t>kotak</a:t>
            </a:r>
            <a:r>
              <a:rPr lang="en-US" dirty="0"/>
              <a:t> </a:t>
            </a:r>
            <a:r>
              <a:rPr lang="en-US" dirty="0" err="1"/>
              <a:t>angka</a:t>
            </a:r>
            <a:r>
              <a:rPr lang="en-US" dirty="0"/>
              <a:t> yang </a:t>
            </a:r>
            <a:r>
              <a:rPr lang="en-US" dirty="0" err="1"/>
              <a:t>diinginkan</a:t>
            </a:r>
            <a:endParaRPr lang="en-US" dirty="0"/>
          </a:p>
          <a:p>
            <a:r>
              <a:rPr lang="en-US" dirty="0">
                <a:solidFill>
                  <a:srgbClr val="FF0000"/>
                </a:solidFill>
              </a:rPr>
              <a:t>Path cost </a:t>
            </a:r>
            <a:r>
              <a:rPr lang="en-US" dirty="0"/>
              <a:t>: </a:t>
            </a:r>
          </a:p>
          <a:p>
            <a:pPr marL="411480" lvl="1" indent="0">
              <a:buNone/>
            </a:pPr>
            <a:r>
              <a:rPr lang="en-US" dirty="0" err="1"/>
              <a:t>Setiap</a:t>
            </a:r>
            <a:r>
              <a:rPr lang="en-US" dirty="0"/>
              <a:t> </a:t>
            </a:r>
            <a:r>
              <a:rPr lang="en-US" dirty="0" err="1"/>
              <a:t>gerakan</a:t>
            </a:r>
            <a:r>
              <a:rPr lang="en-US" dirty="0"/>
              <a:t> </a:t>
            </a:r>
            <a:r>
              <a:rPr lang="en-US" dirty="0" err="1"/>
              <a:t>bernilai</a:t>
            </a:r>
            <a:r>
              <a:rPr lang="en-US" dirty="0"/>
              <a:t> 1. </a:t>
            </a:r>
            <a:r>
              <a:rPr lang="en-US" dirty="0" err="1"/>
              <a:t>Jadi</a:t>
            </a:r>
            <a:r>
              <a:rPr lang="en-US" dirty="0"/>
              <a:t> path cost : </a:t>
            </a:r>
            <a:r>
              <a:rPr lang="en-US" dirty="0" err="1"/>
              <a:t>banyaknya</a:t>
            </a:r>
            <a:r>
              <a:rPr lang="en-US" dirty="0"/>
              <a:t> </a:t>
            </a:r>
            <a:r>
              <a:rPr lang="en-US" dirty="0" err="1"/>
              <a:t>langkah</a:t>
            </a:r>
            <a:r>
              <a:rPr lang="en-US" dirty="0"/>
              <a:t> </a:t>
            </a:r>
            <a:r>
              <a:rPr lang="en-US" dirty="0" err="1"/>
              <a:t>pada</a:t>
            </a:r>
            <a:r>
              <a:rPr lang="en-US" dirty="0"/>
              <a:t> path</a:t>
            </a:r>
          </a:p>
          <a:p>
            <a:endParaRPr lang="en-US" dirty="0"/>
          </a:p>
          <a:p>
            <a:endParaRPr lang="en-US" dirty="0"/>
          </a:p>
        </p:txBody>
      </p:sp>
      <p:pic>
        <p:nvPicPr>
          <p:cNvPr id="4" name="Picture 4" descr="8puzzl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77741" y="3017519"/>
            <a:ext cx="3831908" cy="19459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9673308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D"/>
              <a:t>Representasi Ruang Keadaan</a:t>
            </a:r>
          </a:p>
        </p:txBody>
      </p:sp>
      <p:sp>
        <p:nvSpPr>
          <p:cNvPr id="3" name="Content Placeholder 2"/>
          <p:cNvSpPr>
            <a:spLocks noGrp="1"/>
          </p:cNvSpPr>
          <p:nvPr>
            <p:ph idx="1"/>
          </p:nvPr>
        </p:nvSpPr>
        <p:spPr>
          <a:xfrm>
            <a:off x="457200" y="1885950"/>
            <a:ext cx="8003232" cy="3714750"/>
          </a:xfrm>
        </p:spPr>
        <p:txBody>
          <a:bodyPr/>
          <a:lstStyle/>
          <a:p>
            <a:r>
              <a:rPr lang="en-ID" sz="2400"/>
              <a:t>Graph Keadaan </a:t>
            </a:r>
          </a:p>
          <a:p>
            <a:pPr lvl="1"/>
            <a:r>
              <a:rPr lang="en-ID" sz="2100"/>
              <a:t>Node-node keadaan awal dan keadaan baru yang akan dicapai dengan menggunakan operator. </a:t>
            </a:r>
          </a:p>
          <a:p>
            <a:pPr lvl="1"/>
            <a:r>
              <a:rPr lang="en-ID" sz="2100"/>
              <a:t>Node-node saling dihubungkan dengan menggunakan arc (busur) yang diberi panah untuk menunjukkan arah dari suatu keadaan ke keadaan berikutnya. </a:t>
            </a:r>
          </a:p>
        </p:txBody>
      </p:sp>
    </p:spTree>
    <p:extLst>
      <p:ext uri="{BB962C8B-B14F-4D97-AF65-F5344CB8AC3E}">
        <p14:creationId xmlns:p14="http://schemas.microsoft.com/office/powerpoint/2010/main" val="2012539264"/>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ext Box 2"/>
          <p:cNvSpPr txBox="1">
            <a:spLocks noChangeArrowheads="1"/>
          </p:cNvSpPr>
          <p:nvPr/>
        </p:nvSpPr>
        <p:spPr bwMode="auto">
          <a:xfrm>
            <a:off x="4762500" y="2294874"/>
            <a:ext cx="3805944" cy="264629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67500" tIns="35100" rIns="67500" bIns="35100"/>
          <a:lstStyle>
            <a:lvl1pPr marL="331788" indent="-331788">
              <a:tabLst>
                <a:tab pos="331788" algn="l"/>
                <a:tab pos="788988" algn="l"/>
                <a:tab pos="1246188" algn="l"/>
                <a:tab pos="1703388" algn="l"/>
                <a:tab pos="2160588" algn="l"/>
                <a:tab pos="2617788" algn="l"/>
                <a:tab pos="3074988" algn="l"/>
                <a:tab pos="3532188" algn="l"/>
                <a:tab pos="3989388" algn="l"/>
                <a:tab pos="4446588" algn="l"/>
                <a:tab pos="4903788" algn="l"/>
                <a:tab pos="5360988" algn="l"/>
                <a:tab pos="5818188" algn="l"/>
                <a:tab pos="6275388" algn="l"/>
                <a:tab pos="6732588" algn="l"/>
                <a:tab pos="7189788" algn="l"/>
                <a:tab pos="7646988" algn="l"/>
                <a:tab pos="8104188" algn="l"/>
                <a:tab pos="8561388" algn="l"/>
                <a:tab pos="9018588" algn="l"/>
                <a:tab pos="9475788" algn="l"/>
              </a:tabLst>
              <a:defRPr>
                <a:solidFill>
                  <a:srgbClr val="FFFFFF"/>
                </a:solidFill>
                <a:latin typeface="Calibri" panose="020F0502020204030204" pitchFamily="34" charset="0"/>
                <a:ea typeface="DejaVu Sans" charset="0"/>
                <a:cs typeface="DejaVu Sans" charset="0"/>
              </a:defRPr>
            </a:lvl1pPr>
            <a:lvl2pPr marL="731838" indent="-274638">
              <a:tabLst>
                <a:tab pos="331788" algn="l"/>
                <a:tab pos="788988" algn="l"/>
                <a:tab pos="1246188" algn="l"/>
                <a:tab pos="1703388" algn="l"/>
                <a:tab pos="2160588" algn="l"/>
                <a:tab pos="2617788" algn="l"/>
                <a:tab pos="3074988" algn="l"/>
                <a:tab pos="3532188" algn="l"/>
                <a:tab pos="3989388" algn="l"/>
                <a:tab pos="4446588" algn="l"/>
                <a:tab pos="4903788" algn="l"/>
                <a:tab pos="5360988" algn="l"/>
                <a:tab pos="5818188" algn="l"/>
                <a:tab pos="6275388" algn="l"/>
                <a:tab pos="6732588" algn="l"/>
                <a:tab pos="7189788" algn="l"/>
                <a:tab pos="7646988" algn="l"/>
                <a:tab pos="8104188" algn="l"/>
                <a:tab pos="8561388" algn="l"/>
                <a:tab pos="9018588" algn="l"/>
                <a:tab pos="9475788" algn="l"/>
              </a:tabLst>
              <a:defRPr>
                <a:solidFill>
                  <a:srgbClr val="FFFFFF"/>
                </a:solidFill>
                <a:latin typeface="Calibri" panose="020F0502020204030204" pitchFamily="34" charset="0"/>
                <a:ea typeface="DejaVu Sans" charset="0"/>
                <a:cs typeface="DejaVu Sans" charset="0"/>
              </a:defRPr>
            </a:lvl2pPr>
            <a:lvl3pPr>
              <a:tabLst>
                <a:tab pos="331788" algn="l"/>
                <a:tab pos="788988" algn="l"/>
                <a:tab pos="1246188" algn="l"/>
                <a:tab pos="1703388" algn="l"/>
                <a:tab pos="2160588" algn="l"/>
                <a:tab pos="2617788" algn="l"/>
                <a:tab pos="3074988" algn="l"/>
                <a:tab pos="3532188" algn="l"/>
                <a:tab pos="3989388" algn="l"/>
                <a:tab pos="4446588" algn="l"/>
                <a:tab pos="4903788" algn="l"/>
                <a:tab pos="5360988" algn="l"/>
                <a:tab pos="5818188" algn="l"/>
                <a:tab pos="6275388" algn="l"/>
                <a:tab pos="6732588" algn="l"/>
                <a:tab pos="7189788" algn="l"/>
                <a:tab pos="7646988" algn="l"/>
                <a:tab pos="8104188" algn="l"/>
                <a:tab pos="8561388" algn="l"/>
                <a:tab pos="9018588" algn="l"/>
                <a:tab pos="9475788" algn="l"/>
              </a:tabLst>
              <a:defRPr>
                <a:solidFill>
                  <a:srgbClr val="FFFFFF"/>
                </a:solidFill>
                <a:latin typeface="Calibri" panose="020F0502020204030204" pitchFamily="34" charset="0"/>
                <a:ea typeface="DejaVu Sans" charset="0"/>
                <a:cs typeface="DejaVu Sans" charset="0"/>
              </a:defRPr>
            </a:lvl3pPr>
            <a:lvl4pPr>
              <a:tabLst>
                <a:tab pos="331788" algn="l"/>
                <a:tab pos="788988" algn="l"/>
                <a:tab pos="1246188" algn="l"/>
                <a:tab pos="1703388" algn="l"/>
                <a:tab pos="2160588" algn="l"/>
                <a:tab pos="2617788" algn="l"/>
                <a:tab pos="3074988" algn="l"/>
                <a:tab pos="3532188" algn="l"/>
                <a:tab pos="3989388" algn="l"/>
                <a:tab pos="4446588" algn="l"/>
                <a:tab pos="4903788" algn="l"/>
                <a:tab pos="5360988" algn="l"/>
                <a:tab pos="5818188" algn="l"/>
                <a:tab pos="6275388" algn="l"/>
                <a:tab pos="6732588" algn="l"/>
                <a:tab pos="7189788" algn="l"/>
                <a:tab pos="7646988" algn="l"/>
                <a:tab pos="8104188" algn="l"/>
                <a:tab pos="8561388" algn="l"/>
                <a:tab pos="9018588" algn="l"/>
                <a:tab pos="9475788" algn="l"/>
              </a:tabLst>
              <a:defRPr>
                <a:solidFill>
                  <a:srgbClr val="FFFFFF"/>
                </a:solidFill>
                <a:latin typeface="Calibri" panose="020F0502020204030204" pitchFamily="34" charset="0"/>
                <a:ea typeface="DejaVu Sans" charset="0"/>
                <a:cs typeface="DejaVu Sans" charset="0"/>
              </a:defRPr>
            </a:lvl4pPr>
            <a:lvl5pPr>
              <a:tabLst>
                <a:tab pos="331788" algn="l"/>
                <a:tab pos="788988" algn="l"/>
                <a:tab pos="1246188" algn="l"/>
                <a:tab pos="1703388" algn="l"/>
                <a:tab pos="2160588" algn="l"/>
                <a:tab pos="2617788" algn="l"/>
                <a:tab pos="3074988" algn="l"/>
                <a:tab pos="3532188" algn="l"/>
                <a:tab pos="3989388" algn="l"/>
                <a:tab pos="4446588" algn="l"/>
                <a:tab pos="4903788" algn="l"/>
                <a:tab pos="5360988" algn="l"/>
                <a:tab pos="5818188" algn="l"/>
                <a:tab pos="6275388" algn="l"/>
                <a:tab pos="6732588" algn="l"/>
                <a:tab pos="7189788" algn="l"/>
                <a:tab pos="7646988" algn="l"/>
                <a:tab pos="8104188" algn="l"/>
                <a:tab pos="8561388" algn="l"/>
                <a:tab pos="9018588" algn="l"/>
                <a:tab pos="9475788" algn="l"/>
              </a:tabLst>
              <a:defRPr>
                <a:solidFill>
                  <a:srgbClr val="FFFFFF"/>
                </a:solidFill>
                <a:latin typeface="Calibri" panose="020F0502020204030204" pitchFamily="34" charset="0"/>
                <a:ea typeface="DejaVu Sans" charset="0"/>
                <a:cs typeface="DejaVu Sans" charset="0"/>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331788" algn="l"/>
                <a:tab pos="788988" algn="l"/>
                <a:tab pos="1246188" algn="l"/>
                <a:tab pos="1703388" algn="l"/>
                <a:tab pos="2160588" algn="l"/>
                <a:tab pos="2617788" algn="l"/>
                <a:tab pos="3074988" algn="l"/>
                <a:tab pos="3532188" algn="l"/>
                <a:tab pos="3989388" algn="l"/>
                <a:tab pos="4446588" algn="l"/>
                <a:tab pos="4903788" algn="l"/>
                <a:tab pos="5360988" algn="l"/>
                <a:tab pos="5818188" algn="l"/>
                <a:tab pos="6275388" algn="l"/>
                <a:tab pos="6732588" algn="l"/>
                <a:tab pos="7189788" algn="l"/>
                <a:tab pos="7646988" algn="l"/>
                <a:tab pos="8104188" algn="l"/>
                <a:tab pos="8561388" algn="l"/>
                <a:tab pos="9018588" algn="l"/>
                <a:tab pos="9475788" algn="l"/>
              </a:tabLst>
              <a:defRPr>
                <a:solidFill>
                  <a:srgbClr val="FFFFFF"/>
                </a:solidFill>
                <a:latin typeface="Calibri" panose="020F0502020204030204" pitchFamily="34" charset="0"/>
                <a:ea typeface="DejaVu Sans" charset="0"/>
                <a:cs typeface="DejaVu Sans" charset="0"/>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331788" algn="l"/>
                <a:tab pos="788988" algn="l"/>
                <a:tab pos="1246188" algn="l"/>
                <a:tab pos="1703388" algn="l"/>
                <a:tab pos="2160588" algn="l"/>
                <a:tab pos="2617788" algn="l"/>
                <a:tab pos="3074988" algn="l"/>
                <a:tab pos="3532188" algn="l"/>
                <a:tab pos="3989388" algn="l"/>
                <a:tab pos="4446588" algn="l"/>
                <a:tab pos="4903788" algn="l"/>
                <a:tab pos="5360988" algn="l"/>
                <a:tab pos="5818188" algn="l"/>
                <a:tab pos="6275388" algn="l"/>
                <a:tab pos="6732588" algn="l"/>
                <a:tab pos="7189788" algn="l"/>
                <a:tab pos="7646988" algn="l"/>
                <a:tab pos="8104188" algn="l"/>
                <a:tab pos="8561388" algn="l"/>
                <a:tab pos="9018588" algn="l"/>
                <a:tab pos="9475788" algn="l"/>
              </a:tabLst>
              <a:defRPr>
                <a:solidFill>
                  <a:srgbClr val="FFFFFF"/>
                </a:solidFill>
                <a:latin typeface="Calibri" panose="020F0502020204030204" pitchFamily="34" charset="0"/>
                <a:ea typeface="DejaVu Sans" charset="0"/>
                <a:cs typeface="DejaVu Sans" charset="0"/>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331788" algn="l"/>
                <a:tab pos="788988" algn="l"/>
                <a:tab pos="1246188" algn="l"/>
                <a:tab pos="1703388" algn="l"/>
                <a:tab pos="2160588" algn="l"/>
                <a:tab pos="2617788" algn="l"/>
                <a:tab pos="3074988" algn="l"/>
                <a:tab pos="3532188" algn="l"/>
                <a:tab pos="3989388" algn="l"/>
                <a:tab pos="4446588" algn="l"/>
                <a:tab pos="4903788" algn="l"/>
                <a:tab pos="5360988" algn="l"/>
                <a:tab pos="5818188" algn="l"/>
                <a:tab pos="6275388" algn="l"/>
                <a:tab pos="6732588" algn="l"/>
                <a:tab pos="7189788" algn="l"/>
                <a:tab pos="7646988" algn="l"/>
                <a:tab pos="8104188" algn="l"/>
                <a:tab pos="8561388" algn="l"/>
                <a:tab pos="9018588" algn="l"/>
                <a:tab pos="9475788" algn="l"/>
              </a:tabLst>
              <a:defRPr>
                <a:solidFill>
                  <a:srgbClr val="FFFFFF"/>
                </a:solidFill>
                <a:latin typeface="Calibri" panose="020F0502020204030204" pitchFamily="34" charset="0"/>
                <a:ea typeface="DejaVu Sans" charset="0"/>
                <a:cs typeface="DejaVu Sans" charset="0"/>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331788" algn="l"/>
                <a:tab pos="788988" algn="l"/>
                <a:tab pos="1246188" algn="l"/>
                <a:tab pos="1703388" algn="l"/>
                <a:tab pos="2160588" algn="l"/>
                <a:tab pos="2617788" algn="l"/>
                <a:tab pos="3074988" algn="l"/>
                <a:tab pos="3532188" algn="l"/>
                <a:tab pos="3989388" algn="l"/>
                <a:tab pos="4446588" algn="l"/>
                <a:tab pos="4903788" algn="l"/>
                <a:tab pos="5360988" algn="l"/>
                <a:tab pos="5818188" algn="l"/>
                <a:tab pos="6275388" algn="l"/>
                <a:tab pos="6732588" algn="l"/>
                <a:tab pos="7189788" algn="l"/>
                <a:tab pos="7646988" algn="l"/>
                <a:tab pos="8104188" algn="l"/>
                <a:tab pos="8561388" algn="l"/>
                <a:tab pos="9018588" algn="l"/>
                <a:tab pos="9475788" algn="l"/>
              </a:tabLst>
              <a:defRPr>
                <a:solidFill>
                  <a:srgbClr val="FFFFFF"/>
                </a:solidFill>
                <a:latin typeface="Calibri" panose="020F0502020204030204" pitchFamily="34" charset="0"/>
                <a:ea typeface="DejaVu Sans" charset="0"/>
                <a:cs typeface="DejaVu Sans" charset="0"/>
              </a:defRPr>
            </a:lvl9pPr>
          </a:lstStyle>
          <a:p>
            <a:pPr marL="257175" indent="-257175">
              <a:lnSpc>
                <a:spcPct val="80000"/>
              </a:lnSpc>
              <a:spcBef>
                <a:spcPts val="338"/>
              </a:spcBef>
              <a:buClr>
                <a:srgbClr val="000000"/>
              </a:buClr>
              <a:buSzPct val="100000"/>
              <a:buFont typeface="Wingdings" panose="05000000000000000000" pitchFamily="2" charset="2"/>
              <a:buChar char="q"/>
              <a:defRPr/>
            </a:pPr>
            <a:r>
              <a:rPr lang="en-US">
                <a:solidFill>
                  <a:srgbClr val="000000"/>
                </a:solidFill>
              </a:rPr>
              <a:t>Node M : awal, node T : tujuan. Ada 4 lintasan dari M ke T :</a:t>
            </a:r>
          </a:p>
          <a:p>
            <a:pPr lvl="1">
              <a:lnSpc>
                <a:spcPct val="80000"/>
              </a:lnSpc>
              <a:spcBef>
                <a:spcPts val="300"/>
              </a:spcBef>
              <a:buClr>
                <a:srgbClr val="000000"/>
              </a:buClr>
              <a:buSzPct val="100000"/>
              <a:buFont typeface="Arial" panose="020B0604020202020204" pitchFamily="34" charset="0"/>
              <a:buChar char="–"/>
              <a:defRPr/>
            </a:pPr>
            <a:r>
              <a:rPr lang="en-US" sz="1500">
                <a:solidFill>
                  <a:srgbClr val="000000"/>
                </a:solidFill>
              </a:rPr>
              <a:t>M-A-B-C-E-T</a:t>
            </a:r>
          </a:p>
          <a:p>
            <a:pPr lvl="1">
              <a:lnSpc>
                <a:spcPct val="80000"/>
              </a:lnSpc>
              <a:spcBef>
                <a:spcPts val="300"/>
              </a:spcBef>
              <a:buClr>
                <a:srgbClr val="000000"/>
              </a:buClr>
              <a:buSzPct val="100000"/>
              <a:buFont typeface="Arial" panose="020B0604020202020204" pitchFamily="34" charset="0"/>
              <a:buChar char="–"/>
              <a:defRPr/>
            </a:pPr>
            <a:r>
              <a:rPr lang="en-US" sz="1500">
                <a:solidFill>
                  <a:srgbClr val="000000"/>
                </a:solidFill>
              </a:rPr>
              <a:t>M-A-B-C-E-H-T </a:t>
            </a:r>
          </a:p>
          <a:p>
            <a:pPr lvl="1">
              <a:lnSpc>
                <a:spcPct val="80000"/>
              </a:lnSpc>
              <a:spcBef>
                <a:spcPts val="300"/>
              </a:spcBef>
              <a:buClr>
                <a:srgbClr val="000000"/>
              </a:buClr>
              <a:buSzPct val="100000"/>
              <a:buFont typeface="Arial" panose="020B0604020202020204" pitchFamily="34" charset="0"/>
              <a:buChar char="–"/>
              <a:defRPr/>
            </a:pPr>
            <a:r>
              <a:rPr lang="en-US" sz="1500">
                <a:solidFill>
                  <a:srgbClr val="000000"/>
                </a:solidFill>
              </a:rPr>
              <a:t>M-D-C-E-T </a:t>
            </a:r>
          </a:p>
          <a:p>
            <a:pPr lvl="1">
              <a:lnSpc>
                <a:spcPct val="80000"/>
              </a:lnSpc>
              <a:spcBef>
                <a:spcPts val="300"/>
              </a:spcBef>
              <a:buClr>
                <a:srgbClr val="000000"/>
              </a:buClr>
              <a:buSzPct val="100000"/>
              <a:buFont typeface="Arial" panose="020B0604020202020204" pitchFamily="34" charset="0"/>
              <a:buChar char="–"/>
              <a:defRPr/>
            </a:pPr>
            <a:r>
              <a:rPr lang="en-US" sz="1500">
                <a:solidFill>
                  <a:srgbClr val="000000"/>
                </a:solidFill>
              </a:rPr>
              <a:t>M-D-C-E-H-T </a:t>
            </a:r>
          </a:p>
          <a:p>
            <a:pPr marL="257175" indent="-257175">
              <a:lnSpc>
                <a:spcPct val="80000"/>
              </a:lnSpc>
              <a:spcBef>
                <a:spcPts val="338"/>
              </a:spcBef>
              <a:buClr>
                <a:srgbClr val="000000"/>
              </a:buClr>
              <a:buSzPct val="100000"/>
              <a:buFont typeface="Wingdings" panose="05000000000000000000" pitchFamily="2" charset="2"/>
              <a:buChar char="q"/>
              <a:defRPr/>
            </a:pPr>
            <a:r>
              <a:rPr lang="fi-FI">
                <a:solidFill>
                  <a:srgbClr val="000000"/>
                </a:solidFill>
              </a:rPr>
              <a:t>Lintasan buntu atau lintasan yang tidak sampai ke tujuan :</a:t>
            </a:r>
          </a:p>
          <a:p>
            <a:pPr lvl="1">
              <a:lnSpc>
                <a:spcPct val="80000"/>
              </a:lnSpc>
              <a:spcBef>
                <a:spcPts val="300"/>
              </a:spcBef>
              <a:buClr>
                <a:srgbClr val="000000"/>
              </a:buClr>
              <a:buSzPct val="100000"/>
              <a:buFont typeface="Arial" panose="020B0604020202020204" pitchFamily="34" charset="0"/>
              <a:buChar char="–"/>
              <a:defRPr/>
            </a:pPr>
            <a:r>
              <a:rPr lang="it-IT" sz="1500">
                <a:solidFill>
                  <a:srgbClr val="000000"/>
                </a:solidFill>
              </a:rPr>
              <a:t>M-A-B-C-E-F-G </a:t>
            </a:r>
          </a:p>
          <a:p>
            <a:pPr lvl="1">
              <a:lnSpc>
                <a:spcPct val="80000"/>
              </a:lnSpc>
              <a:spcBef>
                <a:spcPts val="300"/>
              </a:spcBef>
              <a:buClr>
                <a:srgbClr val="000000"/>
              </a:buClr>
              <a:buSzPct val="100000"/>
              <a:buFont typeface="Arial" panose="020B0604020202020204" pitchFamily="34" charset="0"/>
              <a:buChar char="–"/>
              <a:defRPr/>
            </a:pPr>
            <a:r>
              <a:rPr lang="it-IT" sz="1500">
                <a:solidFill>
                  <a:srgbClr val="000000"/>
                </a:solidFill>
              </a:rPr>
              <a:t>M-A-B-C-E-I-J </a:t>
            </a:r>
          </a:p>
          <a:p>
            <a:pPr lvl="1">
              <a:lnSpc>
                <a:spcPct val="80000"/>
              </a:lnSpc>
              <a:spcBef>
                <a:spcPts val="300"/>
              </a:spcBef>
              <a:buClr>
                <a:srgbClr val="000000"/>
              </a:buClr>
              <a:buSzPct val="100000"/>
              <a:buFont typeface="Arial" panose="020B0604020202020204" pitchFamily="34" charset="0"/>
              <a:buChar char="–"/>
              <a:defRPr/>
            </a:pPr>
            <a:r>
              <a:rPr lang="it-IT" sz="1500">
                <a:solidFill>
                  <a:srgbClr val="000000"/>
                </a:solidFill>
              </a:rPr>
              <a:t>M-D-C-E-F-G </a:t>
            </a:r>
          </a:p>
          <a:p>
            <a:pPr lvl="1">
              <a:lnSpc>
                <a:spcPct val="80000"/>
              </a:lnSpc>
              <a:spcBef>
                <a:spcPts val="300"/>
              </a:spcBef>
              <a:buClr>
                <a:srgbClr val="000000"/>
              </a:buClr>
              <a:buSzPct val="100000"/>
              <a:buFont typeface="Arial" panose="020B0604020202020204" pitchFamily="34" charset="0"/>
              <a:buChar char="–"/>
              <a:defRPr/>
            </a:pPr>
            <a:r>
              <a:rPr lang="it-IT" sz="1500">
                <a:solidFill>
                  <a:srgbClr val="000000"/>
                </a:solidFill>
              </a:rPr>
              <a:t>M-D-C-E-I-J </a:t>
            </a:r>
          </a:p>
          <a:p>
            <a:pPr lvl="1">
              <a:lnSpc>
                <a:spcPct val="80000"/>
              </a:lnSpc>
              <a:spcBef>
                <a:spcPts val="300"/>
              </a:spcBef>
              <a:buClr>
                <a:srgbClr val="000000"/>
              </a:buClr>
              <a:buSzPct val="100000"/>
              <a:buFont typeface="Arial" panose="020B0604020202020204" pitchFamily="34" charset="0"/>
              <a:buChar char="–"/>
              <a:defRPr/>
            </a:pPr>
            <a:r>
              <a:rPr lang="it-IT" sz="1500">
                <a:solidFill>
                  <a:srgbClr val="000000"/>
                </a:solidFill>
              </a:rPr>
              <a:t>M-D-I-J</a:t>
            </a:r>
          </a:p>
        </p:txBody>
      </p:sp>
      <p:sp>
        <p:nvSpPr>
          <p:cNvPr id="2" name="Title 1"/>
          <p:cNvSpPr>
            <a:spLocks noGrp="1"/>
          </p:cNvSpPr>
          <p:nvPr>
            <p:ph type="title"/>
          </p:nvPr>
        </p:nvSpPr>
        <p:spPr/>
        <p:txBody>
          <a:bodyPr/>
          <a:lstStyle/>
          <a:p>
            <a:r>
              <a:rPr lang="en-US" altLang="en-US"/>
              <a:t>Graph Keadaan</a:t>
            </a:r>
            <a:endParaRPr lang="en-ID"/>
          </a:p>
        </p:txBody>
      </p:sp>
      <p:pic>
        <p:nvPicPr>
          <p:cNvPr id="7" name="Picture 3"/>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359532" y="2489151"/>
            <a:ext cx="4192857" cy="225774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553798572"/>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D"/>
              <a:t>Pohon Pelacakan / Pencarian</a:t>
            </a:r>
          </a:p>
        </p:txBody>
      </p:sp>
      <p:sp>
        <p:nvSpPr>
          <p:cNvPr id="3" name="Content Placeholder 2"/>
          <p:cNvSpPr>
            <a:spLocks noGrp="1"/>
          </p:cNvSpPr>
          <p:nvPr>
            <p:ph idx="1"/>
          </p:nvPr>
        </p:nvSpPr>
        <p:spPr/>
        <p:txBody>
          <a:bodyPr/>
          <a:lstStyle/>
          <a:p>
            <a:r>
              <a:rPr lang="en-ID"/>
              <a:t>Menggambarkan keadaan secara hirarkis</a:t>
            </a:r>
          </a:p>
          <a:p>
            <a:r>
              <a:rPr lang="en-ID"/>
              <a:t>Node pada level-0 disebut ’akar/root’ - menunjukkan keadaan awal &amp; memiliki beberapa percabangan yang terdiri atas beberapa node yg disebut ’anak/child’</a:t>
            </a:r>
          </a:p>
          <a:p>
            <a:r>
              <a:rPr lang="en-ID"/>
              <a:t>Node yg tidak memiliki anak disebut ’daun/leaf’ -  menunjukkan akhir dari suatu pencarian, dapat berupa tujuan yang diharapkan (goal) atau jalan buntu (dead end). </a:t>
            </a:r>
          </a:p>
        </p:txBody>
      </p:sp>
    </p:spTree>
    <p:extLst>
      <p:ext uri="{BB962C8B-B14F-4D97-AF65-F5344CB8AC3E}">
        <p14:creationId xmlns:p14="http://schemas.microsoft.com/office/powerpoint/2010/main" val="1986427462"/>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D"/>
              <a:t>Pohon Pelacakan / Pencarian</a:t>
            </a:r>
          </a:p>
        </p:txBody>
      </p:sp>
      <p:pic>
        <p:nvPicPr>
          <p:cNvPr id="6" name="Picture 2"/>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1723002" y="1885950"/>
            <a:ext cx="5697996" cy="371475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2994890987"/>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D"/>
              <a:t>Pohon AND / OR</a:t>
            </a:r>
          </a:p>
        </p:txBody>
      </p:sp>
      <p:sp>
        <p:nvSpPr>
          <p:cNvPr id="3" name="Content Placeholder 2"/>
          <p:cNvSpPr>
            <a:spLocks noGrp="1"/>
          </p:cNvSpPr>
          <p:nvPr>
            <p:ph idx="1"/>
          </p:nvPr>
        </p:nvSpPr>
        <p:spPr/>
        <p:txBody>
          <a:bodyPr/>
          <a:lstStyle/>
          <a:p>
            <a:r>
              <a:rPr lang="en-ID"/>
              <a:t>Pohon OR</a:t>
            </a:r>
          </a:p>
          <a:p>
            <a:endParaRPr lang="en-ID"/>
          </a:p>
          <a:p>
            <a:endParaRPr lang="en-ID"/>
          </a:p>
          <a:p>
            <a:endParaRPr lang="en-ID"/>
          </a:p>
          <a:p>
            <a:endParaRPr lang="en-ID"/>
          </a:p>
          <a:p>
            <a:r>
              <a:rPr lang="en-ID"/>
              <a:t>Pohon AND</a:t>
            </a:r>
          </a:p>
        </p:txBody>
      </p:sp>
      <p:pic>
        <p:nvPicPr>
          <p:cNvPr id="4"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95736" y="2132856"/>
            <a:ext cx="2171700" cy="1262063"/>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5"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95736" y="4185084"/>
            <a:ext cx="2249910" cy="1296144"/>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6" name="Rectangle 5"/>
          <p:cNvSpPr/>
          <p:nvPr/>
        </p:nvSpPr>
        <p:spPr>
          <a:xfrm>
            <a:off x="5004048" y="2287987"/>
            <a:ext cx="2916324" cy="968470"/>
          </a:xfrm>
          <a:prstGeom prst="rect">
            <a:avLst/>
          </a:prstGeom>
        </p:spPr>
        <p:txBody>
          <a:bodyPr wrap="square">
            <a:spAutoFit/>
          </a:bodyPr>
          <a:lstStyle/>
          <a:p>
            <a:pPr marL="0" lvl="1">
              <a:lnSpc>
                <a:spcPct val="90000"/>
              </a:lnSpc>
              <a:spcBef>
                <a:spcPts val="525"/>
              </a:spcBef>
              <a:buClr>
                <a:srgbClr val="000000"/>
              </a:buClr>
              <a:buSzPct val="100000"/>
              <a:defRPr/>
            </a:pPr>
            <a:r>
              <a:rPr lang="en-US">
                <a:solidFill>
                  <a:srgbClr val="000000"/>
                </a:solidFill>
                <a:latin typeface="Calibri" panose="020F0502020204030204" pitchFamily="34" charset="0"/>
                <a:cs typeface="Calibri" panose="020F0502020204030204" pitchFamily="34" charset="0"/>
              </a:rPr>
              <a:t>Solusi masalah M </a:t>
            </a:r>
          </a:p>
          <a:p>
            <a:pPr marL="0" lvl="1">
              <a:lnSpc>
                <a:spcPct val="90000"/>
              </a:lnSpc>
              <a:spcBef>
                <a:spcPts val="525"/>
              </a:spcBef>
              <a:buClr>
                <a:srgbClr val="000000"/>
              </a:buClr>
              <a:buSzPct val="100000"/>
              <a:defRPr/>
            </a:pPr>
            <a:r>
              <a:rPr lang="en-US">
                <a:solidFill>
                  <a:srgbClr val="000000"/>
                </a:solidFill>
                <a:latin typeface="Calibri" panose="020F0502020204030204" pitchFamily="34" charset="0"/>
                <a:cs typeface="Calibri" panose="020F0502020204030204" pitchFamily="34" charset="0"/>
              </a:rPr>
              <a:t>– 4 kemungkinan </a:t>
            </a:r>
          </a:p>
          <a:p>
            <a:pPr marL="0" lvl="1">
              <a:lnSpc>
                <a:spcPct val="90000"/>
              </a:lnSpc>
              <a:spcBef>
                <a:spcPts val="525"/>
              </a:spcBef>
              <a:buClr>
                <a:srgbClr val="000000"/>
              </a:buClr>
              <a:buSzPct val="100000"/>
              <a:defRPr/>
            </a:pPr>
            <a:r>
              <a:rPr lang="en-US">
                <a:solidFill>
                  <a:srgbClr val="000000"/>
                </a:solidFill>
                <a:latin typeface="Calibri" panose="020F0502020204030204" pitchFamily="34" charset="0"/>
                <a:cs typeface="Calibri" panose="020F0502020204030204" pitchFamily="34" charset="0"/>
              </a:rPr>
              <a:t>– A or B or C or D</a:t>
            </a:r>
          </a:p>
        </p:txBody>
      </p:sp>
      <p:sp>
        <p:nvSpPr>
          <p:cNvPr id="7" name="Rectangle 6"/>
          <p:cNvSpPr/>
          <p:nvPr/>
        </p:nvSpPr>
        <p:spPr>
          <a:xfrm>
            <a:off x="5004048" y="4210559"/>
            <a:ext cx="2916324" cy="655051"/>
          </a:xfrm>
          <a:prstGeom prst="rect">
            <a:avLst/>
          </a:prstGeom>
        </p:spPr>
        <p:txBody>
          <a:bodyPr wrap="square">
            <a:spAutoFit/>
          </a:bodyPr>
          <a:lstStyle/>
          <a:p>
            <a:pPr marL="0" lvl="1">
              <a:lnSpc>
                <a:spcPct val="90000"/>
              </a:lnSpc>
              <a:spcBef>
                <a:spcPts val="525"/>
              </a:spcBef>
              <a:buClr>
                <a:srgbClr val="000000"/>
              </a:buClr>
              <a:buSzPct val="100000"/>
              <a:defRPr/>
            </a:pPr>
            <a:r>
              <a:rPr lang="en-US">
                <a:solidFill>
                  <a:srgbClr val="000000"/>
                </a:solidFill>
                <a:latin typeface="Calibri" panose="020F0502020204030204" pitchFamily="34" charset="0"/>
                <a:cs typeface="Calibri" panose="020F0502020204030204" pitchFamily="34" charset="0"/>
              </a:rPr>
              <a:t>Solusi masalah M </a:t>
            </a:r>
          </a:p>
          <a:p>
            <a:pPr marL="0" lvl="1">
              <a:lnSpc>
                <a:spcPct val="90000"/>
              </a:lnSpc>
              <a:spcBef>
                <a:spcPts val="525"/>
              </a:spcBef>
              <a:buClr>
                <a:srgbClr val="000000"/>
              </a:buClr>
              <a:buSzPct val="100000"/>
              <a:defRPr/>
            </a:pPr>
            <a:r>
              <a:rPr lang="en-US">
                <a:solidFill>
                  <a:srgbClr val="000000"/>
                </a:solidFill>
                <a:latin typeface="Calibri" panose="020F0502020204030204" pitchFamily="34" charset="0"/>
                <a:cs typeface="Calibri" panose="020F0502020204030204" pitchFamily="34" charset="0"/>
              </a:rPr>
              <a:t>– </a:t>
            </a:r>
            <a:r>
              <a:rPr lang="en-GB">
                <a:solidFill>
                  <a:srgbClr val="000000"/>
                </a:solidFill>
                <a:latin typeface="Calibri" panose="020F0502020204030204" pitchFamily="34" charset="0"/>
                <a:cs typeface="Calibri" panose="020F0502020204030204" pitchFamily="34" charset="0"/>
              </a:rPr>
              <a:t>A and B and C and D</a:t>
            </a:r>
          </a:p>
        </p:txBody>
      </p:sp>
    </p:spTree>
    <p:extLst>
      <p:ext uri="{BB962C8B-B14F-4D97-AF65-F5344CB8AC3E}">
        <p14:creationId xmlns:p14="http://schemas.microsoft.com/office/powerpoint/2010/main" val="182994023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D"/>
              <a:t>Pohon AND / OR</a:t>
            </a:r>
          </a:p>
        </p:txBody>
      </p:sp>
      <p:sp>
        <p:nvSpPr>
          <p:cNvPr id="3" name="Content Placeholder 2"/>
          <p:cNvSpPr>
            <a:spLocks noGrp="1"/>
          </p:cNvSpPr>
          <p:nvPr>
            <p:ph idx="1"/>
          </p:nvPr>
        </p:nvSpPr>
        <p:spPr/>
        <p:txBody>
          <a:bodyPr/>
          <a:lstStyle/>
          <a:p>
            <a:r>
              <a:rPr lang="en-ID"/>
              <a:t>Masalah sebelumnya jika diselesaikan dengan pohon AND / OR :</a:t>
            </a:r>
          </a:p>
        </p:txBody>
      </p:sp>
      <p:pic>
        <p:nvPicPr>
          <p:cNvPr id="4"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3200400"/>
            <a:ext cx="5715000" cy="2772966"/>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54296180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D"/>
              <a:t>Metode Pelacakan / Pencarian</a:t>
            </a:r>
          </a:p>
        </p:txBody>
      </p:sp>
      <p:sp>
        <p:nvSpPr>
          <p:cNvPr id="3" name="Content Placeholder 2"/>
          <p:cNvSpPr>
            <a:spLocks noGrp="1"/>
          </p:cNvSpPr>
          <p:nvPr>
            <p:ph idx="1"/>
          </p:nvPr>
        </p:nvSpPr>
        <p:spPr/>
        <p:txBody>
          <a:bodyPr/>
          <a:lstStyle/>
          <a:p>
            <a:r>
              <a:rPr lang="en-ID"/>
              <a:t>Hal penting dalam menentukan keberhasilan sistem cerdas adalah kesuksesan dalam pencarian. </a:t>
            </a:r>
          </a:p>
          <a:p>
            <a:r>
              <a:rPr lang="en-ID" b="1"/>
              <a:t>Pencarian</a:t>
            </a:r>
            <a:r>
              <a:rPr lang="en-ID"/>
              <a:t> = suatu proses mencari solusi dari suatu permasalahan melalui sekumpulan kemungkinan ruang keadaan (state space).</a:t>
            </a:r>
          </a:p>
          <a:p>
            <a:r>
              <a:rPr lang="en-ID" b="1"/>
              <a:t>Ruang keadaan </a:t>
            </a:r>
            <a:r>
              <a:rPr lang="en-ID"/>
              <a:t>= merupakan suatu ruang yang berisi semua keadaan yang mungkin. </a:t>
            </a:r>
          </a:p>
        </p:txBody>
      </p:sp>
    </p:spTree>
    <p:extLst>
      <p:ext uri="{BB962C8B-B14F-4D97-AF65-F5344CB8AC3E}">
        <p14:creationId xmlns:p14="http://schemas.microsoft.com/office/powerpoint/2010/main" val="122092401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D"/>
              <a:t>Kriteria</a:t>
            </a:r>
          </a:p>
        </p:txBody>
      </p:sp>
      <p:sp>
        <p:nvSpPr>
          <p:cNvPr id="3" name="Content Placeholder 2"/>
          <p:cNvSpPr>
            <a:spLocks noGrp="1"/>
          </p:cNvSpPr>
          <p:nvPr>
            <p:ph idx="1"/>
          </p:nvPr>
        </p:nvSpPr>
        <p:spPr/>
        <p:txBody>
          <a:bodyPr/>
          <a:lstStyle/>
          <a:p>
            <a:r>
              <a:rPr lang="en-ID"/>
              <a:t>Completeness : apakah metode tersebut menjamin penemuan solusi jika solusinya memang ada? </a:t>
            </a:r>
          </a:p>
          <a:p>
            <a:r>
              <a:rPr lang="en-ID"/>
              <a:t>Time complexity : berapa lama waktu yang diperlukan? </a:t>
            </a:r>
          </a:p>
          <a:p>
            <a:r>
              <a:rPr lang="en-ID"/>
              <a:t>Space complexity : berapa banyak memori yang diperlukan?</a:t>
            </a:r>
          </a:p>
          <a:p>
            <a:r>
              <a:rPr lang="en-ID"/>
              <a:t>Optimality : apakah metode tersebut menjamin menemukan solusi yang terbaik jika terdapat beberapa solusi berbeda? </a:t>
            </a:r>
          </a:p>
        </p:txBody>
      </p:sp>
    </p:spTree>
    <p:extLst>
      <p:ext uri="{BB962C8B-B14F-4D97-AF65-F5344CB8AC3E}">
        <p14:creationId xmlns:p14="http://schemas.microsoft.com/office/powerpoint/2010/main" val="370086807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D"/>
              <a:t>Teknik Pencarian</a:t>
            </a:r>
          </a:p>
        </p:txBody>
      </p:sp>
      <p:sp>
        <p:nvSpPr>
          <p:cNvPr id="3" name="Content Placeholder 2"/>
          <p:cNvSpPr>
            <a:spLocks noGrp="1"/>
          </p:cNvSpPr>
          <p:nvPr>
            <p:ph idx="1"/>
          </p:nvPr>
        </p:nvSpPr>
        <p:spPr/>
        <p:txBody>
          <a:bodyPr/>
          <a:lstStyle/>
          <a:p>
            <a:r>
              <a:rPr lang="en-ID"/>
              <a:t>Pencarian buta (uninformed/blind search) : tidak ada informasi awal yang digunakan dalam proses pencarian </a:t>
            </a:r>
          </a:p>
          <a:p>
            <a:pPr lvl="1"/>
            <a:r>
              <a:rPr lang="en-ID"/>
              <a:t>Pencarian melebar pertama (Breadth – First Search)  </a:t>
            </a:r>
          </a:p>
          <a:p>
            <a:pPr lvl="1"/>
            <a:r>
              <a:rPr lang="en-ID"/>
              <a:t>Pencarian mendalam pertama (Depth – First Search) </a:t>
            </a:r>
          </a:p>
          <a:p>
            <a:r>
              <a:rPr lang="en-ID"/>
              <a:t>Pencarian terbimbing (informed/heuristic search) : adanya informasi awal yang digunakan dalam proses pencarian </a:t>
            </a:r>
          </a:p>
          <a:p>
            <a:pPr lvl="1"/>
            <a:r>
              <a:rPr lang="en-ID"/>
              <a:t>Pendakian Bukit (Hill Climbing) </a:t>
            </a:r>
          </a:p>
          <a:p>
            <a:pPr lvl="1"/>
            <a:r>
              <a:rPr lang="en-ID"/>
              <a:t>Pencarian Terbaik Pertama (Best First Search)</a:t>
            </a:r>
          </a:p>
        </p:txBody>
      </p:sp>
    </p:spTree>
    <p:extLst>
      <p:ext uri="{BB962C8B-B14F-4D97-AF65-F5344CB8AC3E}">
        <p14:creationId xmlns:p14="http://schemas.microsoft.com/office/powerpoint/2010/main" val="249960025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D"/>
              <a:t>Uninformed Search</a:t>
            </a:r>
          </a:p>
        </p:txBody>
      </p:sp>
      <p:sp>
        <p:nvSpPr>
          <p:cNvPr id="3" name="Content Placeholder 2"/>
          <p:cNvSpPr>
            <a:spLocks noGrp="1"/>
          </p:cNvSpPr>
          <p:nvPr>
            <p:ph idx="1"/>
          </p:nvPr>
        </p:nvSpPr>
        <p:spPr/>
        <p:txBody>
          <a:bodyPr/>
          <a:lstStyle/>
          <a:p>
            <a:r>
              <a:rPr lang="en-GB"/>
              <a:t>Breadth-First Search</a:t>
            </a:r>
          </a:p>
          <a:p>
            <a:r>
              <a:rPr lang="en-GB"/>
              <a:t>Uniform-Cost Search</a:t>
            </a:r>
          </a:p>
          <a:p>
            <a:r>
              <a:rPr lang="en-GB"/>
              <a:t>Depth-First Search</a:t>
            </a:r>
          </a:p>
          <a:p>
            <a:r>
              <a:rPr lang="en-GB"/>
              <a:t>Depth-Limited Search</a:t>
            </a:r>
          </a:p>
          <a:p>
            <a:r>
              <a:rPr lang="en-GB"/>
              <a:t>Iterative Deepening Search</a:t>
            </a:r>
          </a:p>
          <a:p>
            <a:r>
              <a:rPr lang="en-GB"/>
              <a:t>Bidirectional Search</a:t>
            </a:r>
          </a:p>
        </p:txBody>
      </p:sp>
    </p:spTree>
    <p:extLst>
      <p:ext uri="{BB962C8B-B14F-4D97-AF65-F5344CB8AC3E}">
        <p14:creationId xmlns:p14="http://schemas.microsoft.com/office/powerpoint/2010/main" val="226521268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D"/>
              <a:t>Breadth First Search (BFS)</a:t>
            </a:r>
          </a:p>
        </p:txBody>
      </p:sp>
      <p:sp>
        <p:nvSpPr>
          <p:cNvPr id="3" name="Content Placeholder 2"/>
          <p:cNvSpPr>
            <a:spLocks noGrp="1"/>
          </p:cNvSpPr>
          <p:nvPr>
            <p:ph idx="1"/>
          </p:nvPr>
        </p:nvSpPr>
        <p:spPr/>
        <p:txBody>
          <a:bodyPr>
            <a:normAutofit lnSpcReduction="10000"/>
          </a:bodyPr>
          <a:lstStyle/>
          <a:p>
            <a:r>
              <a:rPr lang="en-ID"/>
              <a:t>Semua node pada level n akan dikunjungi terlebih dahulu sebelum mengunjungi node-node pada level n+1. </a:t>
            </a:r>
          </a:p>
          <a:p>
            <a:r>
              <a:rPr lang="en-ID"/>
              <a:t>Menggunakan FIFO (Queue)</a:t>
            </a:r>
          </a:p>
          <a:p>
            <a:r>
              <a:rPr lang="en-ID"/>
              <a:t>Algoritma : </a:t>
            </a:r>
          </a:p>
          <a:p>
            <a:pPr marL="685800" lvl="1" indent="-342900">
              <a:buFont typeface="+mj-lt"/>
              <a:buAutoNum type="arabicPeriod"/>
            </a:pPr>
            <a:r>
              <a:rPr lang="en-ID"/>
              <a:t>Masukkan node akar ke queue </a:t>
            </a:r>
          </a:p>
          <a:p>
            <a:pPr marL="685800" lvl="1" indent="-342900">
              <a:buFont typeface="+mj-lt"/>
              <a:buAutoNum type="arabicPeriod"/>
            </a:pPr>
            <a:r>
              <a:rPr lang="en-ID"/>
              <a:t>Ambil node dari awal queue dan cek apakah merupakan solusi </a:t>
            </a:r>
          </a:p>
          <a:p>
            <a:pPr marL="685800" lvl="1" indent="-342900">
              <a:buFont typeface="+mj-lt"/>
              <a:buAutoNum type="arabicPeriod"/>
            </a:pPr>
            <a:r>
              <a:rPr lang="en-ID"/>
              <a:t>Jika solusi maka pencarian selesai, return hasil</a:t>
            </a:r>
          </a:p>
          <a:p>
            <a:pPr marL="685800" lvl="1" indent="-342900">
              <a:buFont typeface="+mj-lt"/>
              <a:buAutoNum type="arabicPeriod"/>
            </a:pPr>
            <a:r>
              <a:rPr lang="en-ID"/>
              <a:t>Jika bukan solusi, masukkan seluruh node anak ke dalam queue </a:t>
            </a:r>
          </a:p>
          <a:p>
            <a:pPr marL="685800" lvl="1" indent="-342900">
              <a:buFont typeface="+mj-lt"/>
              <a:buAutoNum type="arabicPeriod"/>
            </a:pPr>
            <a:r>
              <a:rPr lang="en-ID"/>
              <a:t>Jika queue kosong dan tiap node sudah dikunjungi, pencarian selesai</a:t>
            </a:r>
          </a:p>
          <a:p>
            <a:pPr marL="685800" lvl="1" indent="-342900">
              <a:buFont typeface="+mj-lt"/>
              <a:buAutoNum type="arabicPeriod"/>
            </a:pPr>
            <a:r>
              <a:rPr lang="en-ID"/>
              <a:t>Jika queue tidak kosong, ulang pencarian mulai dari poin 2</a:t>
            </a:r>
          </a:p>
        </p:txBody>
      </p:sp>
    </p:spTree>
    <p:extLst>
      <p:ext uri="{BB962C8B-B14F-4D97-AF65-F5344CB8AC3E}">
        <p14:creationId xmlns:p14="http://schemas.microsoft.com/office/powerpoint/2010/main" val="330927784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082" name="Picture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2348880"/>
            <a:ext cx="3203972" cy="253246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46083" name="Rectangle 2"/>
          <p:cNvSpPr>
            <a:spLocks noChangeArrowheads="1"/>
          </p:cNvSpPr>
          <p:nvPr/>
        </p:nvSpPr>
        <p:spPr bwMode="auto">
          <a:xfrm>
            <a:off x="4517994" y="2007666"/>
            <a:ext cx="1944216" cy="486384"/>
          </a:xfrm>
          <a:prstGeom prst="rect">
            <a:avLst/>
          </a:prstGeom>
          <a:solidFill>
            <a:srgbClr val="FFFF00"/>
          </a:solidFill>
          <a:ln>
            <a:noFill/>
          </a:ln>
          <a:effectLst>
            <a:outerShdw blurRad="50800" dist="38100" dir="2700000" algn="tl" rotWithShape="0">
              <a:prstClr val="black">
                <a:alpha val="40000"/>
              </a:prstClr>
            </a:outerShdw>
          </a:effectLst>
        </p:spPr>
        <p:txBody>
          <a:bodyPr wrap="square" lIns="67500" tIns="35100" rIns="67500" bIns="35100">
            <a:spAutoFit/>
          </a:bodyPr>
          <a:lstStyle>
            <a:lvl1pPr>
              <a:spcBef>
                <a:spcPts val="8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Calibri" panose="020F0502020204030204" pitchFamily="34" charset="0"/>
                <a:cs typeface="DejaVu Sans" panose="020B0603030804020204" pitchFamily="34" charset="0"/>
              </a:defRPr>
            </a:lvl1pPr>
            <a:lvl2pPr>
              <a:spcBef>
                <a:spcPts val="7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Calibri" panose="020F0502020204030204" pitchFamily="34" charset="0"/>
                <a:cs typeface="DejaVu Sans" panose="020B0603030804020204" pitchFamily="34" charset="0"/>
              </a:defRPr>
            </a:lvl2pPr>
            <a:lvl3pPr>
              <a:spcBef>
                <a:spcPts val="6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Calibri" panose="020F0502020204030204" pitchFamily="34" charset="0"/>
                <a:cs typeface="DejaVu Sans" panose="020B0603030804020204" pitchFamily="34" charset="0"/>
              </a:defRPr>
            </a:lvl3pPr>
            <a:lvl4pPr>
              <a:spcBef>
                <a:spcPts val="5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Calibri" panose="020F0502020204030204" pitchFamily="34" charset="0"/>
                <a:cs typeface="DejaVu Sans" panose="020B0603030804020204" pitchFamily="34" charset="0"/>
              </a:defRPr>
            </a:lvl4pPr>
            <a:lvl5pPr>
              <a:spcBef>
                <a:spcPts val="5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Calibri" panose="020F0502020204030204" pitchFamily="34" charset="0"/>
                <a:cs typeface="DejaVu Sans" panose="020B0603030804020204" pitchFamily="34" charset="0"/>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Calibri" panose="020F0502020204030204" pitchFamily="34" charset="0"/>
                <a:cs typeface="DejaVu Sans" panose="020B0603030804020204" pitchFamily="34" charset="0"/>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Calibri" panose="020F0502020204030204" pitchFamily="34" charset="0"/>
                <a:cs typeface="DejaVu Sans" panose="020B0603030804020204" pitchFamily="34" charset="0"/>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Calibri" panose="020F0502020204030204" pitchFamily="34" charset="0"/>
                <a:cs typeface="DejaVu Sans" panose="020B0603030804020204" pitchFamily="34" charset="0"/>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Calibri" panose="020F0502020204030204" pitchFamily="34" charset="0"/>
                <a:cs typeface="DejaVu Sans" panose="020B0603030804020204" pitchFamily="34" charset="0"/>
              </a:defRPr>
            </a:lvl9pPr>
          </a:lstStyle>
          <a:p>
            <a:pPr eaLnBrk="1" hangingPunct="1">
              <a:spcBef>
                <a:spcPct val="0"/>
              </a:spcBef>
              <a:buClrTx/>
              <a:buFontTx/>
              <a:buNone/>
            </a:pPr>
            <a:r>
              <a:rPr lang="en-US" altLang="en-US" sz="1350" b="1"/>
              <a:t>Start : S</a:t>
            </a:r>
          </a:p>
          <a:p>
            <a:pPr eaLnBrk="1" hangingPunct="1">
              <a:spcBef>
                <a:spcPct val="0"/>
              </a:spcBef>
              <a:buClrTx/>
              <a:buFontTx/>
              <a:buNone/>
            </a:pPr>
            <a:r>
              <a:rPr lang="en-US" altLang="en-US" sz="1350" b="1"/>
              <a:t>Goal : G</a:t>
            </a:r>
          </a:p>
        </p:txBody>
      </p:sp>
      <p:sp>
        <p:nvSpPr>
          <p:cNvPr id="25603" name="Rectangle 3"/>
          <p:cNvSpPr>
            <a:spLocks noChangeArrowheads="1"/>
          </p:cNvSpPr>
          <p:nvPr/>
        </p:nvSpPr>
        <p:spPr bwMode="auto">
          <a:xfrm>
            <a:off x="4517994" y="2672917"/>
            <a:ext cx="4143826" cy="2356127"/>
          </a:xfrm>
          <a:prstGeom prst="rect">
            <a:avLst/>
          </a:prstGeom>
          <a:solidFill>
            <a:srgbClr val="FFFF00"/>
          </a:solidFill>
          <a:ln>
            <a:noFill/>
          </a:ln>
          <a:effectLst>
            <a:outerShdw blurRad="50800" dist="38100" dir="2700000" algn="tl" rotWithShape="0">
              <a:prstClr val="black">
                <a:alpha val="40000"/>
              </a:prstClr>
            </a:outerShdw>
          </a:effectLst>
        </p:spPr>
        <p:txBody>
          <a:bodyPr wrap="none" lIns="67500" tIns="35100" rIns="67500" bIns="35100">
            <a:spAutoFit/>
          </a:bodyPr>
          <a:lstStyle>
            <a:lvl1pPr marL="339725" indent="-339725">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solidFill>
                  <a:srgbClr val="FFFFFF"/>
                </a:solidFill>
                <a:latin typeface="Calibri" panose="020F0502020204030204" pitchFamily="34" charset="0"/>
                <a:ea typeface="DejaVu Sans" charset="0"/>
                <a:cs typeface="DejaVu Sans" charset="0"/>
              </a:defRPr>
            </a:lvl1pPr>
            <a:lvl2pPr>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solidFill>
                  <a:srgbClr val="FFFFFF"/>
                </a:solidFill>
                <a:latin typeface="Calibri" panose="020F0502020204030204" pitchFamily="34" charset="0"/>
                <a:ea typeface="DejaVu Sans" charset="0"/>
                <a:cs typeface="DejaVu Sans" charset="0"/>
              </a:defRPr>
            </a:lvl2pPr>
            <a:lvl3pPr>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solidFill>
                  <a:srgbClr val="FFFFFF"/>
                </a:solidFill>
                <a:latin typeface="Calibri" panose="020F0502020204030204" pitchFamily="34" charset="0"/>
                <a:ea typeface="DejaVu Sans" charset="0"/>
                <a:cs typeface="DejaVu Sans" charset="0"/>
              </a:defRPr>
            </a:lvl3pPr>
            <a:lvl4pPr>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solidFill>
                  <a:srgbClr val="FFFFFF"/>
                </a:solidFill>
                <a:latin typeface="Calibri" panose="020F0502020204030204" pitchFamily="34" charset="0"/>
                <a:ea typeface="DejaVu Sans" charset="0"/>
                <a:cs typeface="DejaVu Sans" charset="0"/>
              </a:defRPr>
            </a:lvl4pPr>
            <a:lvl5pPr>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solidFill>
                  <a:srgbClr val="FFFFFF"/>
                </a:solidFill>
                <a:latin typeface="Calibri" panose="020F0502020204030204" pitchFamily="34" charset="0"/>
                <a:ea typeface="DejaVu Sans" charset="0"/>
                <a:cs typeface="DejaVu Sans" charset="0"/>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solidFill>
                  <a:srgbClr val="FFFFFF"/>
                </a:solidFill>
                <a:latin typeface="Calibri" panose="020F0502020204030204" pitchFamily="34" charset="0"/>
                <a:ea typeface="DejaVu Sans" charset="0"/>
                <a:cs typeface="DejaVu Sans" charset="0"/>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solidFill>
                  <a:srgbClr val="FFFFFF"/>
                </a:solidFill>
                <a:latin typeface="Calibri" panose="020F0502020204030204" pitchFamily="34" charset="0"/>
                <a:ea typeface="DejaVu Sans" charset="0"/>
                <a:cs typeface="DejaVu Sans" charset="0"/>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solidFill>
                  <a:srgbClr val="FFFFFF"/>
                </a:solidFill>
                <a:latin typeface="Calibri" panose="020F0502020204030204" pitchFamily="34" charset="0"/>
                <a:ea typeface="DejaVu Sans" charset="0"/>
                <a:cs typeface="DejaVu Sans" charset="0"/>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solidFill>
                  <a:srgbClr val="FFFFFF"/>
                </a:solidFill>
                <a:latin typeface="Calibri" panose="020F0502020204030204" pitchFamily="34" charset="0"/>
                <a:ea typeface="DejaVu Sans" charset="0"/>
                <a:cs typeface="DejaVu Sans" charset="0"/>
              </a:defRPr>
            </a:lvl9pPr>
          </a:lstStyle>
          <a:p>
            <a:pPr eaLnBrk="1" hangingPunct="1">
              <a:buClr>
                <a:srgbClr val="000000"/>
              </a:buClr>
              <a:buSzPct val="100000"/>
              <a:buFont typeface="Times New Roman" panose="02020603050405020304" pitchFamily="18" charset="0"/>
              <a:buAutoNum type="arabicPeriod"/>
              <a:defRPr/>
            </a:pPr>
            <a:r>
              <a:rPr lang="en-US" sz="1350">
                <a:solidFill>
                  <a:srgbClr val="000000"/>
                </a:solidFill>
              </a:rPr>
              <a:t>(S) – VISITED (S)</a:t>
            </a:r>
          </a:p>
          <a:p>
            <a:pPr eaLnBrk="1" hangingPunct="1">
              <a:buClr>
                <a:srgbClr val="000000"/>
              </a:buClr>
              <a:buSzPct val="100000"/>
              <a:buFont typeface="Times New Roman" panose="02020603050405020304" pitchFamily="18" charset="0"/>
              <a:buAutoNum type="arabicPeriod"/>
              <a:defRPr/>
            </a:pPr>
            <a:r>
              <a:rPr lang="en-US" sz="1350">
                <a:solidFill>
                  <a:srgbClr val="000000"/>
                </a:solidFill>
              </a:rPr>
              <a:t>(S B) (S A) – VISITED (S A B)</a:t>
            </a:r>
          </a:p>
          <a:p>
            <a:pPr eaLnBrk="1" hangingPunct="1">
              <a:buClr>
                <a:srgbClr val="000000"/>
              </a:buClr>
              <a:buSzPct val="100000"/>
              <a:buFont typeface="Times New Roman" panose="02020603050405020304" pitchFamily="18" charset="0"/>
              <a:buAutoNum type="arabicPeriod"/>
              <a:defRPr/>
            </a:pPr>
            <a:r>
              <a:rPr lang="en-US" sz="1350">
                <a:solidFill>
                  <a:srgbClr val="000000"/>
                </a:solidFill>
              </a:rPr>
              <a:t>(S A D) (S A C) (S B) – VISITED (S A B C D)</a:t>
            </a:r>
          </a:p>
          <a:p>
            <a:pPr eaLnBrk="1" hangingPunct="1">
              <a:buClr>
                <a:srgbClr val="000000"/>
              </a:buClr>
              <a:buSzPct val="100000"/>
              <a:buFont typeface="Times New Roman" panose="02020603050405020304" pitchFamily="18" charset="0"/>
              <a:buAutoNum type="arabicPeriod"/>
              <a:defRPr/>
            </a:pPr>
            <a:r>
              <a:rPr lang="en-US" sz="1350">
                <a:solidFill>
                  <a:srgbClr val="000000"/>
                </a:solidFill>
              </a:rPr>
              <a:t>(S B F) (S B E) (S A D) (S A C) – VISITED(S A B C D E F)</a:t>
            </a:r>
          </a:p>
          <a:p>
            <a:pPr eaLnBrk="1" hangingPunct="1">
              <a:buClr>
                <a:srgbClr val="000000"/>
              </a:buClr>
              <a:buSzPct val="100000"/>
              <a:buFont typeface="Times New Roman" panose="02020603050405020304" pitchFamily="18" charset="0"/>
              <a:buAutoNum type="arabicPeriod"/>
              <a:defRPr/>
            </a:pPr>
            <a:r>
              <a:rPr lang="en-US" sz="1350">
                <a:solidFill>
                  <a:srgbClr val="000000"/>
                </a:solidFill>
              </a:rPr>
              <a:t>(S B F) (S B E) (S A D) - VISITED(S A B C D E F)</a:t>
            </a:r>
          </a:p>
          <a:p>
            <a:pPr eaLnBrk="1" hangingPunct="1">
              <a:buClr>
                <a:srgbClr val="000000"/>
              </a:buClr>
              <a:buSzPct val="100000"/>
              <a:buFont typeface="Times New Roman" panose="02020603050405020304" pitchFamily="18" charset="0"/>
              <a:buAutoNum type="arabicPeriod"/>
              <a:defRPr/>
            </a:pPr>
            <a:r>
              <a:rPr lang="en-US" sz="1350">
                <a:solidFill>
                  <a:srgbClr val="000000"/>
                </a:solidFill>
              </a:rPr>
              <a:t>(S B F) (S B E) - VISITED(S A B C D E F)</a:t>
            </a:r>
          </a:p>
          <a:p>
            <a:pPr eaLnBrk="1" hangingPunct="1">
              <a:buClr>
                <a:srgbClr val="000000"/>
              </a:buClr>
              <a:buSzPct val="100000"/>
              <a:buFont typeface="Times New Roman" panose="02020603050405020304" pitchFamily="18" charset="0"/>
              <a:buAutoNum type="arabicPeriod"/>
              <a:defRPr/>
            </a:pPr>
            <a:r>
              <a:rPr lang="en-US" sz="1350">
                <a:solidFill>
                  <a:srgbClr val="000000"/>
                </a:solidFill>
              </a:rPr>
              <a:t>(S B E G) (S B E H) (S B F) – VISITED(S A B C D E F H G)</a:t>
            </a:r>
          </a:p>
          <a:p>
            <a:pPr eaLnBrk="1" hangingPunct="1">
              <a:buClr>
                <a:srgbClr val="000000"/>
              </a:buClr>
              <a:buSzPct val="100000"/>
              <a:buFont typeface="Times New Roman" panose="02020603050405020304" pitchFamily="18" charset="0"/>
              <a:buAutoNum type="arabicPeriod"/>
              <a:defRPr/>
            </a:pPr>
            <a:r>
              <a:rPr lang="en-US" sz="1350">
                <a:solidFill>
                  <a:srgbClr val="000000"/>
                </a:solidFill>
              </a:rPr>
              <a:t>(S B E G) (S B E H)  - VISITED(S A B C D E F H G)</a:t>
            </a:r>
          </a:p>
          <a:p>
            <a:pPr eaLnBrk="1" hangingPunct="1">
              <a:buClr>
                <a:srgbClr val="000000"/>
              </a:buClr>
              <a:buSzPct val="100000"/>
              <a:buFont typeface="Times New Roman" panose="02020603050405020304" pitchFamily="18" charset="0"/>
              <a:buAutoNum type="arabicPeriod"/>
              <a:defRPr/>
            </a:pPr>
            <a:r>
              <a:rPr lang="en-US" sz="1350">
                <a:solidFill>
                  <a:srgbClr val="000000"/>
                </a:solidFill>
              </a:rPr>
              <a:t>(S B E G) - VISITED(S A B C D E F H G)</a:t>
            </a:r>
          </a:p>
          <a:p>
            <a:pPr marL="257175">
              <a:buSzPct val="100000"/>
              <a:defRPr/>
            </a:pPr>
            <a:r>
              <a:rPr lang="en-US" sz="1350" b="1">
                <a:solidFill>
                  <a:srgbClr val="000000"/>
                </a:solidFill>
              </a:rPr>
              <a:t>SOLUSI : S B E G</a:t>
            </a:r>
          </a:p>
          <a:p>
            <a:pPr marL="255985">
              <a:buSzPct val="100000"/>
              <a:defRPr/>
            </a:pPr>
            <a:endParaRPr lang="en-US" sz="1350">
              <a:solidFill>
                <a:srgbClr val="000000"/>
              </a:solidFill>
            </a:endParaRPr>
          </a:p>
        </p:txBody>
      </p:sp>
      <p:sp>
        <p:nvSpPr>
          <p:cNvPr id="2" name="Title 1"/>
          <p:cNvSpPr>
            <a:spLocks noGrp="1"/>
          </p:cNvSpPr>
          <p:nvPr>
            <p:ph type="title"/>
          </p:nvPr>
        </p:nvSpPr>
        <p:spPr/>
        <p:txBody>
          <a:bodyPr/>
          <a:lstStyle/>
          <a:p>
            <a:r>
              <a:rPr lang="en-ID"/>
              <a:t>Breadth First Search (BFS)</a:t>
            </a:r>
          </a:p>
        </p:txBody>
      </p:sp>
    </p:spTree>
    <p:extLst>
      <p:ext uri="{BB962C8B-B14F-4D97-AF65-F5344CB8AC3E}">
        <p14:creationId xmlns:p14="http://schemas.microsoft.com/office/powerpoint/2010/main" val="2282982863"/>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D"/>
              <a:t>Breadth First Search (BFS)</a:t>
            </a:r>
          </a:p>
        </p:txBody>
      </p:sp>
      <p:sp>
        <p:nvSpPr>
          <p:cNvPr id="3" name="Content Placeholder 2"/>
          <p:cNvSpPr>
            <a:spLocks noGrp="1"/>
          </p:cNvSpPr>
          <p:nvPr>
            <p:ph idx="1"/>
          </p:nvPr>
        </p:nvSpPr>
        <p:spPr/>
        <p:txBody>
          <a:bodyPr>
            <a:normAutofit fontScale="77500" lnSpcReduction="20000"/>
          </a:bodyPr>
          <a:lstStyle/>
          <a:p>
            <a:pPr marL="0" indent="0">
              <a:buNone/>
            </a:pPr>
            <a:r>
              <a:rPr lang="en-ID"/>
              <a:t>Langkah penyelesaian : </a:t>
            </a:r>
          </a:p>
          <a:p>
            <a:pPr marL="385763" indent="-385763">
              <a:buFont typeface="+mj-lt"/>
              <a:buAutoNum type="arabicPeriod"/>
            </a:pPr>
            <a:r>
              <a:rPr lang="en-ID"/>
              <a:t>Masukkan root ke queue  | S |</a:t>
            </a:r>
          </a:p>
          <a:p>
            <a:pPr marL="385763" indent="-385763">
              <a:buFont typeface="+mj-lt"/>
              <a:buAutoNum type="arabicPeriod"/>
            </a:pPr>
            <a:r>
              <a:rPr lang="en-ID"/>
              <a:t>S bukan solusi maka masukkan node anak ke queue | B  A |</a:t>
            </a:r>
          </a:p>
          <a:p>
            <a:pPr marL="385763" indent="-385763">
              <a:buFont typeface="+mj-lt"/>
              <a:buAutoNum type="arabicPeriod"/>
            </a:pPr>
            <a:r>
              <a:rPr lang="en-ID"/>
              <a:t>Cek A, bukan solusi, masukkan node anak ke queue | D  C  B |</a:t>
            </a:r>
          </a:p>
          <a:p>
            <a:pPr marL="385763" indent="-385763">
              <a:buFont typeface="+mj-lt"/>
              <a:buAutoNum type="arabicPeriod"/>
            </a:pPr>
            <a:r>
              <a:rPr lang="en-ID"/>
              <a:t>Cek B, bukan solusi, masukkan node anak ke queue | F E D C |</a:t>
            </a:r>
          </a:p>
          <a:p>
            <a:pPr marL="385763" indent="-385763">
              <a:buFont typeface="+mj-lt"/>
              <a:buAutoNum type="arabicPeriod"/>
            </a:pPr>
            <a:r>
              <a:rPr lang="en-ID"/>
              <a:t>Cek C, bukan solusi dan tidak punya anak, hilangkan dari queue | F E D |</a:t>
            </a:r>
          </a:p>
          <a:p>
            <a:pPr marL="385763" indent="-385763">
              <a:buFont typeface="+mj-lt"/>
              <a:buAutoNum type="arabicPeriod"/>
            </a:pPr>
            <a:r>
              <a:rPr lang="en-ID"/>
              <a:t>Cek D, bukan solusi dan tidak punya anak, hilangkan dari queue | F E |</a:t>
            </a:r>
          </a:p>
          <a:p>
            <a:pPr marL="385763" indent="-385763">
              <a:buFont typeface="+mj-lt"/>
              <a:buAutoNum type="arabicPeriod"/>
            </a:pPr>
            <a:r>
              <a:rPr lang="en-ID"/>
              <a:t>Cek E, bukan solusi, masukkan node anak ke queue | H G F |</a:t>
            </a:r>
          </a:p>
          <a:p>
            <a:pPr marL="385763" indent="-385763">
              <a:buFont typeface="+mj-lt"/>
              <a:buAutoNum type="arabicPeriod"/>
            </a:pPr>
            <a:r>
              <a:rPr lang="en-ID"/>
              <a:t>Cek F, bukan solusi dan tidak punya anak, hilangkan dari queue | G H |</a:t>
            </a:r>
          </a:p>
          <a:p>
            <a:pPr marL="385763" indent="-385763">
              <a:buFont typeface="+mj-lt"/>
              <a:buAutoNum type="arabicPeriod"/>
            </a:pPr>
            <a:r>
              <a:rPr lang="en-ID"/>
              <a:t>Cek H, bukan solusi dan tidak punya anak, hilangkan dari queue | G |</a:t>
            </a:r>
          </a:p>
          <a:p>
            <a:pPr marL="385763" indent="-385763">
              <a:buFont typeface="+mj-lt"/>
              <a:buAutoNum type="arabicPeriod"/>
            </a:pPr>
            <a:r>
              <a:rPr lang="en-ID"/>
              <a:t>Cek G, solusi, pencarian selesai</a:t>
            </a:r>
          </a:p>
        </p:txBody>
      </p:sp>
    </p:spTree>
    <p:extLst>
      <p:ext uri="{BB962C8B-B14F-4D97-AF65-F5344CB8AC3E}">
        <p14:creationId xmlns:p14="http://schemas.microsoft.com/office/powerpoint/2010/main" val="292112240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3208048" y="2119857"/>
            <a:ext cx="2214563" cy="2743200"/>
            <a:chOff x="7467600" y="450850"/>
            <a:chExt cx="2952750" cy="3657600"/>
          </a:xfrm>
        </p:grpSpPr>
        <p:pic>
          <p:nvPicPr>
            <p:cNvPr id="50179"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67600" y="450850"/>
              <a:ext cx="2952750" cy="365760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cxnSp>
          <p:nvCxnSpPr>
            <p:cNvPr id="50181" name="AutoShape 4"/>
            <p:cNvCxnSpPr>
              <a:cxnSpLocks noChangeShapeType="1"/>
            </p:cNvCxnSpPr>
            <p:nvPr/>
          </p:nvCxnSpPr>
          <p:spPr bwMode="auto">
            <a:xfrm flipH="1">
              <a:off x="8572500" y="911226"/>
              <a:ext cx="381000" cy="142875"/>
            </a:xfrm>
            <a:prstGeom prst="straightConnector1">
              <a:avLst/>
            </a:prstGeom>
            <a:noFill/>
            <a:ln w="38160" cap="sq">
              <a:solidFill>
                <a:srgbClr val="00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0182" name="AutoShape 5"/>
            <p:cNvCxnSpPr>
              <a:cxnSpLocks noChangeShapeType="1"/>
            </p:cNvCxnSpPr>
            <p:nvPr/>
          </p:nvCxnSpPr>
          <p:spPr bwMode="auto">
            <a:xfrm>
              <a:off x="8763000" y="1441451"/>
              <a:ext cx="306388" cy="3175"/>
            </a:xfrm>
            <a:prstGeom prst="straightConnector1">
              <a:avLst/>
            </a:prstGeom>
            <a:noFill/>
            <a:ln w="38160" cap="sq">
              <a:solidFill>
                <a:srgbClr val="00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0183" name="AutoShape 6"/>
            <p:cNvCxnSpPr>
              <a:cxnSpLocks noChangeShapeType="1"/>
            </p:cNvCxnSpPr>
            <p:nvPr/>
          </p:nvCxnSpPr>
          <p:spPr bwMode="auto">
            <a:xfrm>
              <a:off x="9601200" y="1441451"/>
              <a:ext cx="304800" cy="3175"/>
            </a:xfrm>
            <a:prstGeom prst="straightConnector1">
              <a:avLst/>
            </a:prstGeom>
            <a:noFill/>
            <a:ln w="38160" cap="sq">
              <a:solidFill>
                <a:srgbClr val="00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0184" name="AutoShape 7"/>
            <p:cNvCxnSpPr>
              <a:cxnSpLocks noChangeShapeType="1"/>
            </p:cNvCxnSpPr>
            <p:nvPr/>
          </p:nvCxnSpPr>
          <p:spPr bwMode="auto">
            <a:xfrm flipH="1">
              <a:off x="7847013" y="1670051"/>
              <a:ext cx="2133600" cy="384175"/>
            </a:xfrm>
            <a:prstGeom prst="straightConnector1">
              <a:avLst/>
            </a:prstGeom>
            <a:noFill/>
            <a:ln w="38160" cap="sq">
              <a:solidFill>
                <a:srgbClr val="00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0185" name="AutoShape 8"/>
            <p:cNvCxnSpPr>
              <a:cxnSpLocks noChangeShapeType="1"/>
            </p:cNvCxnSpPr>
            <p:nvPr/>
          </p:nvCxnSpPr>
          <p:spPr bwMode="auto">
            <a:xfrm>
              <a:off x="8153400" y="2279651"/>
              <a:ext cx="306388" cy="3175"/>
            </a:xfrm>
            <a:prstGeom prst="straightConnector1">
              <a:avLst/>
            </a:prstGeom>
            <a:noFill/>
            <a:ln w="38160" cap="sq">
              <a:solidFill>
                <a:srgbClr val="00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0186" name="AutoShape 9"/>
            <p:cNvCxnSpPr>
              <a:cxnSpLocks noChangeShapeType="1"/>
            </p:cNvCxnSpPr>
            <p:nvPr/>
          </p:nvCxnSpPr>
          <p:spPr bwMode="auto">
            <a:xfrm>
              <a:off x="9105900" y="2279650"/>
              <a:ext cx="349250" cy="387350"/>
            </a:xfrm>
            <a:prstGeom prst="straightConnector1">
              <a:avLst/>
            </a:prstGeom>
            <a:noFill/>
            <a:ln w="38160" cap="sq">
              <a:solidFill>
                <a:srgbClr val="00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0187" name="AutoShape 10"/>
            <p:cNvCxnSpPr>
              <a:cxnSpLocks noChangeShapeType="1"/>
            </p:cNvCxnSpPr>
            <p:nvPr/>
          </p:nvCxnSpPr>
          <p:spPr bwMode="auto">
            <a:xfrm>
              <a:off x="9455150" y="3270250"/>
              <a:ext cx="1588" cy="306388"/>
            </a:xfrm>
            <a:prstGeom prst="straightConnector1">
              <a:avLst/>
            </a:prstGeom>
            <a:noFill/>
            <a:ln w="38160" cap="sq">
              <a:solidFill>
                <a:srgbClr val="00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grpSp>
      <p:pic>
        <p:nvPicPr>
          <p:cNvPr id="50178" name="Picture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4607" y="2127001"/>
            <a:ext cx="2286000" cy="2736056"/>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50180" name="AutoShape 3"/>
          <p:cNvSpPr>
            <a:spLocks noChangeArrowheads="1"/>
          </p:cNvSpPr>
          <p:nvPr/>
        </p:nvSpPr>
        <p:spPr bwMode="auto">
          <a:xfrm>
            <a:off x="2695532" y="2633441"/>
            <a:ext cx="571500" cy="564356"/>
          </a:xfrm>
          <a:prstGeom prst="rightArrow">
            <a:avLst>
              <a:gd name="adj1" fmla="val 50000"/>
              <a:gd name="adj2" fmla="val 50000"/>
            </a:avLst>
          </a:prstGeom>
          <a:solidFill>
            <a:srgbClr val="4F81BD"/>
          </a:solidFill>
          <a:ln w="25560" cap="sq">
            <a:solidFill>
              <a:srgbClr val="385D8A"/>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buClr>
                <a:srgbClr val="000000"/>
              </a:buClr>
              <a:buSzPct val="100000"/>
              <a:buFont typeface="Times New Roman" panose="02020603050405020304" pitchFamily="18" charset="0"/>
              <a:buNone/>
            </a:pPr>
            <a:endParaRPr lang="en-US" altLang="en-US" sz="1350"/>
          </a:p>
        </p:txBody>
      </p:sp>
      <p:sp>
        <p:nvSpPr>
          <p:cNvPr id="27659" name="Rectangle 11"/>
          <p:cNvSpPr>
            <a:spLocks noChangeArrowheads="1"/>
          </p:cNvSpPr>
          <p:nvPr/>
        </p:nvSpPr>
        <p:spPr bwMode="auto">
          <a:xfrm>
            <a:off x="5180915" y="3378989"/>
            <a:ext cx="3829637" cy="1940628"/>
          </a:xfrm>
          <a:prstGeom prst="rect">
            <a:avLst/>
          </a:prstGeom>
          <a:solidFill>
            <a:srgbClr val="FFFF00"/>
          </a:solidFill>
          <a:ln>
            <a:noFill/>
          </a:ln>
          <a:effectLst>
            <a:outerShdw blurRad="50800" dist="38100" dir="2700000" algn="tl" rotWithShape="0">
              <a:prstClr val="black">
                <a:alpha val="40000"/>
              </a:prstClr>
            </a:outerShdw>
          </a:effectLst>
        </p:spPr>
        <p:txBody>
          <a:bodyPr wrap="none" lIns="67500" tIns="35100" rIns="67500" bIns="35100">
            <a:spAutoFit/>
          </a:bodyPr>
          <a:lstStyle>
            <a:lvl1pPr marL="339725" indent="-339725">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solidFill>
                  <a:srgbClr val="FFFFFF"/>
                </a:solidFill>
                <a:latin typeface="Calibri" panose="020F0502020204030204" pitchFamily="34" charset="0"/>
                <a:ea typeface="DejaVu Sans" charset="0"/>
                <a:cs typeface="DejaVu Sans" charset="0"/>
              </a:defRPr>
            </a:lvl1pPr>
            <a:lvl2pPr>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solidFill>
                  <a:srgbClr val="FFFFFF"/>
                </a:solidFill>
                <a:latin typeface="Calibri" panose="020F0502020204030204" pitchFamily="34" charset="0"/>
                <a:ea typeface="DejaVu Sans" charset="0"/>
                <a:cs typeface="DejaVu Sans" charset="0"/>
              </a:defRPr>
            </a:lvl2pPr>
            <a:lvl3pPr>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solidFill>
                  <a:srgbClr val="FFFFFF"/>
                </a:solidFill>
                <a:latin typeface="Calibri" panose="020F0502020204030204" pitchFamily="34" charset="0"/>
                <a:ea typeface="DejaVu Sans" charset="0"/>
                <a:cs typeface="DejaVu Sans" charset="0"/>
              </a:defRPr>
            </a:lvl3pPr>
            <a:lvl4pPr>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solidFill>
                  <a:srgbClr val="FFFFFF"/>
                </a:solidFill>
                <a:latin typeface="Calibri" panose="020F0502020204030204" pitchFamily="34" charset="0"/>
                <a:ea typeface="DejaVu Sans" charset="0"/>
                <a:cs typeface="DejaVu Sans" charset="0"/>
              </a:defRPr>
            </a:lvl4pPr>
            <a:lvl5pPr>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solidFill>
                  <a:srgbClr val="FFFFFF"/>
                </a:solidFill>
                <a:latin typeface="Calibri" panose="020F0502020204030204" pitchFamily="34" charset="0"/>
                <a:ea typeface="DejaVu Sans" charset="0"/>
                <a:cs typeface="DejaVu Sans" charset="0"/>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solidFill>
                  <a:srgbClr val="FFFFFF"/>
                </a:solidFill>
                <a:latin typeface="Calibri" panose="020F0502020204030204" pitchFamily="34" charset="0"/>
                <a:ea typeface="DejaVu Sans" charset="0"/>
                <a:cs typeface="DejaVu Sans" charset="0"/>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solidFill>
                  <a:srgbClr val="FFFFFF"/>
                </a:solidFill>
                <a:latin typeface="Calibri" panose="020F0502020204030204" pitchFamily="34" charset="0"/>
                <a:ea typeface="DejaVu Sans" charset="0"/>
                <a:cs typeface="DejaVu Sans" charset="0"/>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solidFill>
                  <a:srgbClr val="FFFFFF"/>
                </a:solidFill>
                <a:latin typeface="Calibri" panose="020F0502020204030204" pitchFamily="34" charset="0"/>
                <a:ea typeface="DejaVu Sans" charset="0"/>
                <a:cs typeface="DejaVu Sans" charset="0"/>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solidFill>
                  <a:srgbClr val="FFFFFF"/>
                </a:solidFill>
                <a:latin typeface="Calibri" panose="020F0502020204030204" pitchFamily="34" charset="0"/>
                <a:ea typeface="DejaVu Sans" charset="0"/>
                <a:cs typeface="DejaVu Sans" charset="0"/>
              </a:defRPr>
            </a:lvl9pPr>
          </a:lstStyle>
          <a:p>
            <a:pPr eaLnBrk="1" hangingPunct="1">
              <a:buClr>
                <a:srgbClr val="000000"/>
              </a:buClr>
              <a:buSzPct val="100000"/>
              <a:buFont typeface="Times New Roman" panose="02020603050405020304" pitchFamily="18" charset="0"/>
              <a:buAutoNum type="arabicPeriod"/>
              <a:defRPr/>
            </a:pPr>
            <a:r>
              <a:rPr lang="en-US" sz="1350" dirty="0">
                <a:solidFill>
                  <a:srgbClr val="000000"/>
                </a:solidFill>
              </a:rPr>
              <a:t>(A) – VISITED (A)</a:t>
            </a:r>
          </a:p>
          <a:p>
            <a:pPr eaLnBrk="1" hangingPunct="1">
              <a:buClr>
                <a:srgbClr val="000000"/>
              </a:buClr>
              <a:buSzPct val="100000"/>
              <a:buFont typeface="Times New Roman" panose="02020603050405020304" pitchFamily="18" charset="0"/>
              <a:buAutoNum type="arabicPeriod"/>
              <a:defRPr/>
            </a:pPr>
            <a:r>
              <a:rPr lang="en-US" sz="1350" dirty="0">
                <a:solidFill>
                  <a:srgbClr val="000000"/>
                </a:solidFill>
              </a:rPr>
              <a:t>(A G) (A D) (A B) – VISITED (A B D G)</a:t>
            </a:r>
          </a:p>
          <a:p>
            <a:pPr eaLnBrk="1" hangingPunct="1">
              <a:buClr>
                <a:srgbClr val="000000"/>
              </a:buClr>
              <a:buSzPct val="100000"/>
              <a:buFont typeface="Times New Roman" panose="02020603050405020304" pitchFamily="18" charset="0"/>
              <a:buAutoNum type="arabicPeriod"/>
              <a:defRPr/>
            </a:pPr>
            <a:r>
              <a:rPr lang="en-US" sz="1350" dirty="0">
                <a:solidFill>
                  <a:srgbClr val="000000"/>
                </a:solidFill>
              </a:rPr>
              <a:t>(A B F) (A B E) (A G) (A D) – VISITED (A B D G E F)</a:t>
            </a:r>
          </a:p>
          <a:p>
            <a:pPr eaLnBrk="1" hangingPunct="1">
              <a:buClr>
                <a:srgbClr val="000000"/>
              </a:buClr>
              <a:buSzPct val="100000"/>
              <a:buFont typeface="Times New Roman" panose="02020603050405020304" pitchFamily="18" charset="0"/>
              <a:buAutoNum type="arabicPeriod"/>
              <a:defRPr/>
            </a:pPr>
            <a:r>
              <a:rPr lang="en-US" sz="1350" dirty="0">
                <a:solidFill>
                  <a:srgbClr val="000000"/>
                </a:solidFill>
              </a:rPr>
              <a:t>(A B F) (A B E) (A G) - VISITED (A B D G E F)</a:t>
            </a:r>
          </a:p>
          <a:p>
            <a:pPr eaLnBrk="1" hangingPunct="1">
              <a:buClr>
                <a:srgbClr val="000000"/>
              </a:buClr>
              <a:buSzPct val="100000"/>
              <a:buFont typeface="Times New Roman" panose="02020603050405020304" pitchFamily="18" charset="0"/>
              <a:buAutoNum type="arabicPeriod"/>
              <a:defRPr/>
            </a:pPr>
            <a:r>
              <a:rPr lang="en-US" sz="1350" dirty="0">
                <a:solidFill>
                  <a:srgbClr val="000000"/>
                </a:solidFill>
              </a:rPr>
              <a:t>(A B F) (A B E) – VISITED (A B D G E F)</a:t>
            </a:r>
          </a:p>
          <a:p>
            <a:pPr eaLnBrk="1" hangingPunct="1">
              <a:buClr>
                <a:srgbClr val="000000"/>
              </a:buClr>
              <a:buSzPct val="100000"/>
              <a:buFont typeface="Times New Roman" panose="02020603050405020304" pitchFamily="18" charset="0"/>
              <a:buAutoNum type="arabicPeriod"/>
              <a:defRPr/>
            </a:pPr>
            <a:r>
              <a:rPr lang="en-US" sz="1350" dirty="0">
                <a:solidFill>
                  <a:srgbClr val="000000"/>
                </a:solidFill>
              </a:rPr>
              <a:t>(A B F) – VISITED (A B D G E F)</a:t>
            </a:r>
          </a:p>
          <a:p>
            <a:pPr eaLnBrk="1" hangingPunct="1">
              <a:buClr>
                <a:srgbClr val="000000"/>
              </a:buClr>
              <a:buSzPct val="100000"/>
              <a:buFont typeface="Times New Roman" panose="02020603050405020304" pitchFamily="18" charset="0"/>
              <a:buAutoNum type="arabicPeriod"/>
              <a:defRPr/>
            </a:pPr>
            <a:r>
              <a:rPr lang="en-US" sz="1350" dirty="0">
                <a:solidFill>
                  <a:srgbClr val="000000"/>
                </a:solidFill>
              </a:rPr>
              <a:t>(A B F C) – VISITED (A B D G E F C)</a:t>
            </a:r>
          </a:p>
          <a:p>
            <a:pPr eaLnBrk="1" hangingPunct="1">
              <a:buClr>
                <a:srgbClr val="000000"/>
              </a:buClr>
              <a:buSzPct val="100000"/>
              <a:buFont typeface="Times New Roman" panose="02020603050405020304" pitchFamily="18" charset="0"/>
              <a:buAutoNum type="arabicPeriod"/>
              <a:defRPr/>
            </a:pPr>
            <a:r>
              <a:rPr lang="en-US" sz="1350" dirty="0">
                <a:solidFill>
                  <a:srgbClr val="000000"/>
                </a:solidFill>
              </a:rPr>
              <a:t>(A B F C H) – VISITED (A B D G E F C H)</a:t>
            </a:r>
          </a:p>
          <a:p>
            <a:pPr marL="257175">
              <a:buSzPct val="100000"/>
              <a:defRPr/>
            </a:pPr>
            <a:r>
              <a:rPr lang="en-US" sz="1350" b="1" dirty="0">
                <a:solidFill>
                  <a:srgbClr val="000000"/>
                </a:solidFill>
              </a:rPr>
              <a:t>SOLUSI : A B F C H</a:t>
            </a:r>
          </a:p>
        </p:txBody>
      </p:sp>
      <p:sp>
        <p:nvSpPr>
          <p:cNvPr id="3" name="Title 2"/>
          <p:cNvSpPr>
            <a:spLocks noGrp="1"/>
          </p:cNvSpPr>
          <p:nvPr>
            <p:ph type="title"/>
          </p:nvPr>
        </p:nvSpPr>
        <p:spPr/>
        <p:txBody>
          <a:bodyPr/>
          <a:lstStyle/>
          <a:p>
            <a:r>
              <a:rPr lang="en-ID"/>
              <a:t>Breadth First Search (BFS)</a:t>
            </a:r>
          </a:p>
        </p:txBody>
      </p:sp>
    </p:spTree>
    <p:extLst>
      <p:ext uri="{BB962C8B-B14F-4D97-AF65-F5344CB8AC3E}">
        <p14:creationId xmlns:p14="http://schemas.microsoft.com/office/powerpoint/2010/main" val="590516707"/>
      </p:ext>
    </p:extLst>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7659"/>
                                        </p:tgtEl>
                                        <p:attrNameLst>
                                          <p:attrName>style.visibility</p:attrName>
                                        </p:attrNameLst>
                                      </p:cBhvr>
                                      <p:to>
                                        <p:strVal val="visible"/>
                                      </p:to>
                                    </p:set>
                                    <p:animEffect transition="in" filter="fade">
                                      <p:cBhvr>
                                        <p:cTn id="7" dur="500"/>
                                        <p:tgtEl>
                                          <p:spTgt spid="276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9"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D"/>
              <a:t>Breadth First Search (BFS)</a:t>
            </a:r>
          </a:p>
        </p:txBody>
      </p:sp>
      <p:sp>
        <p:nvSpPr>
          <p:cNvPr id="3" name="Content Placeholder 2"/>
          <p:cNvSpPr>
            <a:spLocks noGrp="1"/>
          </p:cNvSpPr>
          <p:nvPr>
            <p:ph idx="1"/>
          </p:nvPr>
        </p:nvSpPr>
        <p:spPr>
          <a:xfrm>
            <a:off x="457200" y="1885950"/>
            <a:ext cx="8165250" cy="3714750"/>
          </a:xfrm>
        </p:spPr>
        <p:txBody>
          <a:bodyPr/>
          <a:lstStyle/>
          <a:p>
            <a:r>
              <a:rPr lang="en-ID"/>
              <a:t>Keuntungan : </a:t>
            </a:r>
          </a:p>
          <a:p>
            <a:pPr lvl="1"/>
            <a:r>
              <a:rPr lang="en-ID"/>
              <a:t>tidak akan menemui jalan buntu, menjamin ditemukannya solusi (jika solusinya memang ada) dan solusi yang ditemukan pasti yang paling baik </a:t>
            </a:r>
          </a:p>
          <a:p>
            <a:pPr lvl="1"/>
            <a:r>
              <a:rPr lang="en-ID"/>
              <a:t>jika ada 1 solusi, maka breadth – first search akan menemukannya,jika ada lebih dari 1 solusi, maka solusi minimum akan ditemukan. </a:t>
            </a:r>
          </a:p>
          <a:p>
            <a:r>
              <a:rPr lang="en-ID"/>
              <a:t>Kesimpulan : complete dan optimal </a:t>
            </a:r>
          </a:p>
          <a:p>
            <a:r>
              <a:rPr lang="en-ID"/>
              <a:t>Kelemahan :  </a:t>
            </a:r>
          </a:p>
          <a:p>
            <a:pPr lvl="1"/>
            <a:r>
              <a:rPr lang="en-ID"/>
              <a:t>membutuhkan memori yang banyak, karena harus menyimpan semua simpul yang pernah dibangkitkan. Hal ini harus dilakukan agar BFS dapat melakukan penelusuran simpul-simpul sampai di level bawah </a:t>
            </a:r>
          </a:p>
          <a:p>
            <a:pPr lvl="1"/>
            <a:r>
              <a:rPr lang="en-ID"/>
              <a:t>membutuhkan waktu yang cukup lama </a:t>
            </a:r>
          </a:p>
        </p:txBody>
      </p:sp>
    </p:spTree>
    <p:extLst>
      <p:ext uri="{BB962C8B-B14F-4D97-AF65-F5344CB8AC3E}">
        <p14:creationId xmlns:p14="http://schemas.microsoft.com/office/powerpoint/2010/main" val="2979272805"/>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D"/>
              <a:t>Depth First Search (DFS)</a:t>
            </a:r>
          </a:p>
        </p:txBody>
      </p:sp>
      <p:sp>
        <p:nvSpPr>
          <p:cNvPr id="3" name="Content Placeholder 2"/>
          <p:cNvSpPr>
            <a:spLocks noGrp="1"/>
          </p:cNvSpPr>
          <p:nvPr>
            <p:ph idx="1"/>
          </p:nvPr>
        </p:nvSpPr>
        <p:spPr>
          <a:xfrm>
            <a:off x="457200" y="1885950"/>
            <a:ext cx="8165250" cy="3714750"/>
          </a:xfrm>
        </p:spPr>
        <p:txBody>
          <a:bodyPr/>
          <a:lstStyle/>
          <a:p>
            <a:r>
              <a:rPr lang="en-ID"/>
              <a:t>Pencarian dilakukan pada salah satu cabang dan mencarinya sampai level yang paling dalam dari cabang tersebut. </a:t>
            </a:r>
          </a:p>
          <a:p>
            <a:r>
              <a:rPr lang="en-ID"/>
              <a:t>Menggunakan LIFO (stack)</a:t>
            </a:r>
          </a:p>
          <a:p>
            <a:r>
              <a:rPr lang="en-ID"/>
              <a:t>Algoritma :</a:t>
            </a:r>
          </a:p>
          <a:p>
            <a:pPr marL="685800" lvl="1" indent="-342900">
              <a:buFont typeface="+mj-lt"/>
              <a:buAutoNum type="arabicPeriod"/>
            </a:pPr>
            <a:r>
              <a:rPr lang="en-ID"/>
              <a:t>Tempatkan node awal di atas stack</a:t>
            </a:r>
          </a:p>
          <a:p>
            <a:pPr marL="685800" lvl="1" indent="-342900">
              <a:buFont typeface="+mj-lt"/>
              <a:buAutoNum type="arabicPeriod"/>
            </a:pPr>
            <a:r>
              <a:rPr lang="en-ID"/>
              <a:t>Jika stack kosong, stop pencarian, return failure </a:t>
            </a:r>
          </a:p>
          <a:p>
            <a:pPr marL="685800" lvl="1" indent="-342900">
              <a:buFont typeface="+mj-lt"/>
              <a:buAutoNum type="arabicPeriod"/>
            </a:pPr>
            <a:r>
              <a:rPr lang="en-ID"/>
              <a:t>Jika node merupakan goal, maka stop pencarian dan return success</a:t>
            </a:r>
          </a:p>
          <a:p>
            <a:pPr marL="685800" lvl="1" indent="-342900">
              <a:buFont typeface="+mj-lt"/>
              <a:buAutoNum type="arabicPeriod"/>
            </a:pPr>
            <a:r>
              <a:rPr lang="en-ID"/>
              <a:t>Jika node di atas stack bukan merupakan solusi, expand dan tempatkan anak2nya di atas tumpukan</a:t>
            </a:r>
          </a:p>
          <a:p>
            <a:pPr marL="685800" lvl="1" indent="-342900">
              <a:buFont typeface="+mj-lt"/>
              <a:buAutoNum type="arabicPeriod"/>
            </a:pPr>
            <a:r>
              <a:rPr lang="en-ID"/>
              <a:t>Selama belum ditemukan solusi, kembali ke langkah 2 </a:t>
            </a:r>
          </a:p>
        </p:txBody>
      </p:sp>
    </p:spTree>
    <p:extLst>
      <p:ext uri="{BB962C8B-B14F-4D97-AF65-F5344CB8AC3E}">
        <p14:creationId xmlns:p14="http://schemas.microsoft.com/office/powerpoint/2010/main" val="1215396926"/>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6322" name="Picture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3568" y="2380417"/>
            <a:ext cx="3242072" cy="2566988"/>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56323" name="Rectangle 2"/>
          <p:cNvSpPr>
            <a:spLocks noChangeArrowheads="1"/>
          </p:cNvSpPr>
          <p:nvPr/>
        </p:nvSpPr>
        <p:spPr bwMode="auto">
          <a:xfrm>
            <a:off x="4431785" y="2154420"/>
            <a:ext cx="703781" cy="486384"/>
          </a:xfrm>
          <a:prstGeom prst="rect">
            <a:avLst/>
          </a:prstGeom>
          <a:solidFill>
            <a:srgbClr val="FFFF00"/>
          </a:solidFill>
          <a:ln>
            <a:noFill/>
          </a:ln>
          <a:effectLst>
            <a:outerShdw blurRad="50800" dist="38100" dir="2700000" algn="tl" rotWithShape="0">
              <a:prstClr val="black">
                <a:alpha val="40000"/>
              </a:prstClr>
            </a:outerShdw>
          </a:effectLst>
        </p:spPr>
        <p:txBody>
          <a:bodyPr wrap="none" lIns="67500" tIns="35100" rIns="67500" bIns="35100">
            <a:spAutoFit/>
          </a:bodyPr>
          <a:lstStyle>
            <a:lvl1pPr>
              <a:spcBef>
                <a:spcPts val="8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Calibri" panose="020F0502020204030204" pitchFamily="34" charset="0"/>
                <a:cs typeface="DejaVu Sans" panose="020B0603030804020204" pitchFamily="34" charset="0"/>
              </a:defRPr>
            </a:lvl1pPr>
            <a:lvl2pPr>
              <a:spcBef>
                <a:spcPts val="7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Calibri" panose="020F0502020204030204" pitchFamily="34" charset="0"/>
                <a:cs typeface="DejaVu Sans" panose="020B0603030804020204" pitchFamily="34" charset="0"/>
              </a:defRPr>
            </a:lvl2pPr>
            <a:lvl3pPr>
              <a:spcBef>
                <a:spcPts val="6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Calibri" panose="020F0502020204030204" pitchFamily="34" charset="0"/>
                <a:cs typeface="DejaVu Sans" panose="020B0603030804020204" pitchFamily="34" charset="0"/>
              </a:defRPr>
            </a:lvl3pPr>
            <a:lvl4pPr>
              <a:spcBef>
                <a:spcPts val="5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Calibri" panose="020F0502020204030204" pitchFamily="34" charset="0"/>
                <a:cs typeface="DejaVu Sans" panose="020B0603030804020204" pitchFamily="34" charset="0"/>
              </a:defRPr>
            </a:lvl4pPr>
            <a:lvl5pPr>
              <a:spcBef>
                <a:spcPts val="5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Calibri" panose="020F0502020204030204" pitchFamily="34" charset="0"/>
                <a:cs typeface="DejaVu Sans" panose="020B0603030804020204" pitchFamily="34" charset="0"/>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Calibri" panose="020F0502020204030204" pitchFamily="34" charset="0"/>
                <a:cs typeface="DejaVu Sans" panose="020B0603030804020204" pitchFamily="34" charset="0"/>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Calibri" panose="020F0502020204030204" pitchFamily="34" charset="0"/>
                <a:cs typeface="DejaVu Sans" panose="020B0603030804020204" pitchFamily="34" charset="0"/>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Calibri" panose="020F0502020204030204" pitchFamily="34" charset="0"/>
                <a:cs typeface="DejaVu Sans" panose="020B0603030804020204" pitchFamily="34" charset="0"/>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Calibri" panose="020F0502020204030204" pitchFamily="34" charset="0"/>
                <a:cs typeface="DejaVu Sans" panose="020B0603030804020204" pitchFamily="34" charset="0"/>
              </a:defRPr>
            </a:lvl9pPr>
          </a:lstStyle>
          <a:p>
            <a:pPr eaLnBrk="1" hangingPunct="1">
              <a:spcBef>
                <a:spcPct val="0"/>
              </a:spcBef>
              <a:buClrTx/>
              <a:buFontTx/>
              <a:buNone/>
            </a:pPr>
            <a:r>
              <a:rPr lang="en-US" altLang="en-US" sz="1350" b="1"/>
              <a:t>Start : S</a:t>
            </a:r>
          </a:p>
          <a:p>
            <a:pPr eaLnBrk="1" hangingPunct="1">
              <a:spcBef>
                <a:spcPct val="0"/>
              </a:spcBef>
              <a:buClrTx/>
              <a:buFontTx/>
              <a:buNone/>
            </a:pPr>
            <a:r>
              <a:rPr lang="en-US" altLang="en-US" sz="1350" b="1"/>
              <a:t>Goal : G</a:t>
            </a:r>
          </a:p>
        </p:txBody>
      </p:sp>
      <p:sp>
        <p:nvSpPr>
          <p:cNvPr id="30723" name="Rectangle 3"/>
          <p:cNvSpPr>
            <a:spLocks noChangeArrowheads="1"/>
          </p:cNvSpPr>
          <p:nvPr/>
        </p:nvSpPr>
        <p:spPr bwMode="auto">
          <a:xfrm>
            <a:off x="4431785" y="2780928"/>
            <a:ext cx="4182298" cy="1940628"/>
          </a:xfrm>
          <a:prstGeom prst="rect">
            <a:avLst/>
          </a:prstGeom>
          <a:solidFill>
            <a:srgbClr val="FFFF00"/>
          </a:solidFill>
          <a:ln>
            <a:noFill/>
          </a:ln>
          <a:effectLst>
            <a:outerShdw blurRad="50800" dist="38100" dir="2700000" algn="tl" rotWithShape="0">
              <a:prstClr val="black">
                <a:alpha val="40000"/>
              </a:prstClr>
            </a:outerShdw>
          </a:effectLst>
        </p:spPr>
        <p:txBody>
          <a:bodyPr wrap="none" lIns="67500" tIns="35100" rIns="67500" bIns="35100">
            <a:spAutoFit/>
          </a:bodyPr>
          <a:lstStyle>
            <a:lvl1pPr marL="339725" indent="-339725">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solidFill>
                  <a:srgbClr val="FFFFFF"/>
                </a:solidFill>
                <a:latin typeface="Calibri" panose="020F0502020204030204" pitchFamily="34" charset="0"/>
                <a:ea typeface="DejaVu Sans" charset="0"/>
                <a:cs typeface="DejaVu Sans" charset="0"/>
              </a:defRPr>
            </a:lvl1pPr>
            <a:lvl2pPr>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solidFill>
                  <a:srgbClr val="FFFFFF"/>
                </a:solidFill>
                <a:latin typeface="Calibri" panose="020F0502020204030204" pitchFamily="34" charset="0"/>
                <a:ea typeface="DejaVu Sans" charset="0"/>
                <a:cs typeface="DejaVu Sans" charset="0"/>
              </a:defRPr>
            </a:lvl2pPr>
            <a:lvl3pPr>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solidFill>
                  <a:srgbClr val="FFFFFF"/>
                </a:solidFill>
                <a:latin typeface="Calibri" panose="020F0502020204030204" pitchFamily="34" charset="0"/>
                <a:ea typeface="DejaVu Sans" charset="0"/>
                <a:cs typeface="DejaVu Sans" charset="0"/>
              </a:defRPr>
            </a:lvl3pPr>
            <a:lvl4pPr>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solidFill>
                  <a:srgbClr val="FFFFFF"/>
                </a:solidFill>
                <a:latin typeface="Calibri" panose="020F0502020204030204" pitchFamily="34" charset="0"/>
                <a:ea typeface="DejaVu Sans" charset="0"/>
                <a:cs typeface="DejaVu Sans" charset="0"/>
              </a:defRPr>
            </a:lvl4pPr>
            <a:lvl5pPr>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solidFill>
                  <a:srgbClr val="FFFFFF"/>
                </a:solidFill>
                <a:latin typeface="Calibri" panose="020F0502020204030204" pitchFamily="34" charset="0"/>
                <a:ea typeface="DejaVu Sans" charset="0"/>
                <a:cs typeface="DejaVu Sans" charset="0"/>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solidFill>
                  <a:srgbClr val="FFFFFF"/>
                </a:solidFill>
                <a:latin typeface="Calibri" panose="020F0502020204030204" pitchFamily="34" charset="0"/>
                <a:ea typeface="DejaVu Sans" charset="0"/>
                <a:cs typeface="DejaVu Sans" charset="0"/>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solidFill>
                  <a:srgbClr val="FFFFFF"/>
                </a:solidFill>
                <a:latin typeface="Calibri" panose="020F0502020204030204" pitchFamily="34" charset="0"/>
                <a:ea typeface="DejaVu Sans" charset="0"/>
                <a:cs typeface="DejaVu Sans" charset="0"/>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solidFill>
                  <a:srgbClr val="FFFFFF"/>
                </a:solidFill>
                <a:latin typeface="Calibri" panose="020F0502020204030204" pitchFamily="34" charset="0"/>
                <a:ea typeface="DejaVu Sans" charset="0"/>
                <a:cs typeface="DejaVu Sans" charset="0"/>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solidFill>
                  <a:srgbClr val="FFFFFF"/>
                </a:solidFill>
                <a:latin typeface="Calibri" panose="020F0502020204030204" pitchFamily="34" charset="0"/>
                <a:ea typeface="DejaVu Sans" charset="0"/>
                <a:cs typeface="DejaVu Sans" charset="0"/>
              </a:defRPr>
            </a:lvl9pPr>
          </a:lstStyle>
          <a:p>
            <a:pPr eaLnBrk="1" hangingPunct="1">
              <a:buClr>
                <a:srgbClr val="000000"/>
              </a:buClr>
              <a:buSzPct val="100000"/>
              <a:buFont typeface="Times New Roman" panose="02020603050405020304" pitchFamily="18" charset="0"/>
              <a:buAutoNum type="arabicPeriod"/>
              <a:defRPr/>
            </a:pPr>
            <a:r>
              <a:rPr lang="en-US" sz="1350">
                <a:solidFill>
                  <a:srgbClr val="000000"/>
                </a:solidFill>
              </a:rPr>
              <a:t>(S) – VISITED (S)</a:t>
            </a:r>
          </a:p>
          <a:p>
            <a:pPr eaLnBrk="1" hangingPunct="1">
              <a:buClr>
                <a:srgbClr val="000000"/>
              </a:buClr>
              <a:buSzPct val="100000"/>
              <a:buFont typeface="Times New Roman" panose="02020603050405020304" pitchFamily="18" charset="0"/>
              <a:buAutoNum type="arabicPeriod"/>
              <a:defRPr/>
            </a:pPr>
            <a:r>
              <a:rPr lang="en-US" sz="1350">
                <a:solidFill>
                  <a:srgbClr val="000000"/>
                </a:solidFill>
              </a:rPr>
              <a:t>(S A) (S B) – VISITED (S A B)</a:t>
            </a:r>
          </a:p>
          <a:p>
            <a:pPr eaLnBrk="1" hangingPunct="1">
              <a:buClr>
                <a:srgbClr val="000000"/>
              </a:buClr>
              <a:buSzPct val="100000"/>
              <a:buFont typeface="Times New Roman" panose="02020603050405020304" pitchFamily="18" charset="0"/>
              <a:buAutoNum type="arabicPeriod"/>
              <a:defRPr/>
            </a:pPr>
            <a:r>
              <a:rPr lang="en-US" sz="1350">
                <a:solidFill>
                  <a:srgbClr val="000000"/>
                </a:solidFill>
              </a:rPr>
              <a:t>(S A C) (S A D) (S B) - VISITED (S A B C D)</a:t>
            </a:r>
          </a:p>
          <a:p>
            <a:pPr eaLnBrk="1" hangingPunct="1">
              <a:buClr>
                <a:srgbClr val="000000"/>
              </a:buClr>
              <a:buSzPct val="100000"/>
              <a:buFont typeface="Times New Roman" panose="02020603050405020304" pitchFamily="18" charset="0"/>
              <a:buAutoNum type="arabicPeriod"/>
              <a:defRPr/>
            </a:pPr>
            <a:r>
              <a:rPr lang="en-US" sz="1350">
                <a:solidFill>
                  <a:srgbClr val="000000"/>
                </a:solidFill>
              </a:rPr>
              <a:t>(S A D) (S B) - VISITED (S A B C D)</a:t>
            </a:r>
          </a:p>
          <a:p>
            <a:pPr eaLnBrk="1" hangingPunct="1">
              <a:buClr>
                <a:srgbClr val="000000"/>
              </a:buClr>
              <a:buSzPct val="100000"/>
              <a:buFont typeface="Times New Roman" panose="02020603050405020304" pitchFamily="18" charset="0"/>
              <a:buAutoNum type="arabicPeriod"/>
              <a:defRPr/>
            </a:pPr>
            <a:r>
              <a:rPr lang="en-US" sz="1350">
                <a:solidFill>
                  <a:srgbClr val="000000"/>
                </a:solidFill>
              </a:rPr>
              <a:t>(S B) - VISITED (S A B C D)</a:t>
            </a:r>
          </a:p>
          <a:p>
            <a:pPr eaLnBrk="1" hangingPunct="1">
              <a:buClr>
                <a:srgbClr val="000000"/>
              </a:buClr>
              <a:buSzPct val="100000"/>
              <a:buFont typeface="Times New Roman" panose="02020603050405020304" pitchFamily="18" charset="0"/>
              <a:buAutoNum type="arabicPeriod"/>
              <a:defRPr/>
            </a:pPr>
            <a:r>
              <a:rPr lang="en-US" sz="1350">
                <a:solidFill>
                  <a:srgbClr val="000000"/>
                </a:solidFill>
              </a:rPr>
              <a:t>(S B E) (S B F) - VISITED (S A B C D E F)</a:t>
            </a:r>
          </a:p>
          <a:p>
            <a:pPr eaLnBrk="1" hangingPunct="1">
              <a:buClr>
                <a:srgbClr val="000000"/>
              </a:buClr>
              <a:buSzPct val="100000"/>
              <a:buFont typeface="Times New Roman" panose="02020603050405020304" pitchFamily="18" charset="0"/>
              <a:buAutoNum type="arabicPeriod"/>
              <a:defRPr/>
            </a:pPr>
            <a:r>
              <a:rPr lang="en-US" sz="1350">
                <a:solidFill>
                  <a:srgbClr val="000000"/>
                </a:solidFill>
              </a:rPr>
              <a:t>(S B E H) (S B E G) (S B F) – VISITED (S A B C D E F H G)</a:t>
            </a:r>
          </a:p>
          <a:p>
            <a:pPr eaLnBrk="1" hangingPunct="1">
              <a:buClr>
                <a:srgbClr val="000000"/>
              </a:buClr>
              <a:buSzPct val="100000"/>
              <a:buFont typeface="Times New Roman" panose="02020603050405020304" pitchFamily="18" charset="0"/>
              <a:buAutoNum type="arabicPeriod"/>
              <a:defRPr/>
            </a:pPr>
            <a:r>
              <a:rPr lang="en-US" sz="1350">
                <a:solidFill>
                  <a:srgbClr val="000000"/>
                </a:solidFill>
              </a:rPr>
              <a:t>(S B E G) (S B F) - VISITED (S A B C D E F H G)</a:t>
            </a:r>
          </a:p>
          <a:p>
            <a:pPr marL="257175">
              <a:buSzPct val="100000"/>
              <a:defRPr/>
            </a:pPr>
            <a:r>
              <a:rPr lang="en-US" sz="1350" b="1">
                <a:solidFill>
                  <a:srgbClr val="000000"/>
                </a:solidFill>
              </a:rPr>
              <a:t>SOLUSI : S B E G </a:t>
            </a:r>
          </a:p>
        </p:txBody>
      </p:sp>
      <p:sp>
        <p:nvSpPr>
          <p:cNvPr id="2" name="Title 1"/>
          <p:cNvSpPr>
            <a:spLocks noGrp="1"/>
          </p:cNvSpPr>
          <p:nvPr>
            <p:ph type="title"/>
          </p:nvPr>
        </p:nvSpPr>
        <p:spPr/>
        <p:txBody>
          <a:bodyPr/>
          <a:lstStyle/>
          <a:p>
            <a:r>
              <a:rPr lang="en-ID"/>
              <a:t>Depth First Search (DFS)</a:t>
            </a:r>
          </a:p>
        </p:txBody>
      </p:sp>
    </p:spTree>
    <p:extLst>
      <p:ext uri="{BB962C8B-B14F-4D97-AF65-F5344CB8AC3E}">
        <p14:creationId xmlns:p14="http://schemas.microsoft.com/office/powerpoint/2010/main" val="3937205481"/>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D"/>
              <a:t>Depth First Search (DFS)</a:t>
            </a:r>
          </a:p>
        </p:txBody>
      </p:sp>
      <p:sp>
        <p:nvSpPr>
          <p:cNvPr id="3" name="Content Placeholder 2"/>
          <p:cNvSpPr>
            <a:spLocks noGrp="1"/>
          </p:cNvSpPr>
          <p:nvPr>
            <p:ph idx="1"/>
          </p:nvPr>
        </p:nvSpPr>
        <p:spPr>
          <a:xfrm>
            <a:off x="575556" y="1885950"/>
            <a:ext cx="8111244" cy="3714750"/>
          </a:xfrm>
        </p:spPr>
        <p:txBody>
          <a:bodyPr/>
          <a:lstStyle/>
          <a:p>
            <a:pPr marL="0" indent="0">
              <a:spcBef>
                <a:spcPts val="600"/>
              </a:spcBef>
              <a:buSzPct val="100000"/>
              <a:buNone/>
              <a:defRPr/>
            </a:pPr>
            <a:r>
              <a:rPr lang="en-US" b="1"/>
              <a:t>Langkah penyelesaian : </a:t>
            </a:r>
          </a:p>
          <a:p>
            <a:pPr marL="254794" indent="-252413">
              <a:spcBef>
                <a:spcPts val="600"/>
              </a:spcBef>
              <a:buClr>
                <a:srgbClr val="000000"/>
              </a:buClr>
              <a:buSzPct val="100000"/>
              <a:buFont typeface="Times New Roman" panose="02020603050405020304" pitchFamily="18" charset="0"/>
              <a:buAutoNum type="arabicPeriod"/>
              <a:defRPr/>
            </a:pPr>
            <a:r>
              <a:rPr lang="en-US"/>
              <a:t>Masukkan root ke atas stack  | S |</a:t>
            </a:r>
          </a:p>
          <a:p>
            <a:pPr marL="254794" indent="-252413">
              <a:spcBef>
                <a:spcPts val="600"/>
              </a:spcBef>
              <a:buClr>
                <a:srgbClr val="000000"/>
              </a:buClr>
              <a:buSzPct val="100000"/>
              <a:buFont typeface="Times New Roman" panose="02020603050405020304" pitchFamily="18" charset="0"/>
              <a:buAutoNum type="arabicPeriod"/>
              <a:defRPr/>
            </a:pPr>
            <a:r>
              <a:rPr lang="en-US"/>
              <a:t>S bukan solusi, tempatkan anak2nya di atas stack | A  B |</a:t>
            </a:r>
          </a:p>
          <a:p>
            <a:pPr marL="254794" indent="-252413">
              <a:spcBef>
                <a:spcPts val="600"/>
              </a:spcBef>
              <a:buClr>
                <a:srgbClr val="000000"/>
              </a:buClr>
              <a:buSzPct val="100000"/>
              <a:buFont typeface="Times New Roman" panose="02020603050405020304" pitchFamily="18" charset="0"/>
              <a:buAutoNum type="arabicPeriod"/>
              <a:defRPr/>
            </a:pPr>
            <a:r>
              <a:rPr lang="en-US"/>
              <a:t>Cek A, bukan solusi, tempatkan anak2nya di atas stack | C D B |</a:t>
            </a:r>
          </a:p>
          <a:p>
            <a:pPr marL="254794" indent="-252413">
              <a:spcBef>
                <a:spcPts val="600"/>
              </a:spcBef>
              <a:buClr>
                <a:srgbClr val="000000"/>
              </a:buClr>
              <a:buSzPct val="100000"/>
              <a:buFont typeface="Times New Roman" panose="02020603050405020304" pitchFamily="18" charset="0"/>
              <a:buAutoNum type="arabicPeriod"/>
              <a:defRPr/>
            </a:pPr>
            <a:r>
              <a:rPr lang="en-US"/>
              <a:t>Cek C, bukan solusi, tidak punya anak, hilangkan dari stack | D B |</a:t>
            </a:r>
          </a:p>
          <a:p>
            <a:pPr marL="254794" indent="-252413">
              <a:spcBef>
                <a:spcPts val="600"/>
              </a:spcBef>
              <a:buClr>
                <a:srgbClr val="000000"/>
              </a:buClr>
              <a:buSzPct val="100000"/>
              <a:buFont typeface="Times New Roman" panose="02020603050405020304" pitchFamily="18" charset="0"/>
              <a:buAutoNum type="arabicPeriod"/>
              <a:defRPr/>
            </a:pPr>
            <a:r>
              <a:rPr lang="en-US"/>
              <a:t>Cek D, bukan solusi, tidak punya anak, hilangkan dari stack | B |</a:t>
            </a:r>
          </a:p>
          <a:p>
            <a:pPr marL="254794" indent="-252413">
              <a:spcBef>
                <a:spcPts val="600"/>
              </a:spcBef>
              <a:buClr>
                <a:srgbClr val="000000"/>
              </a:buClr>
              <a:buSzPct val="100000"/>
              <a:buFont typeface="Times New Roman" panose="02020603050405020304" pitchFamily="18" charset="0"/>
              <a:buAutoNum type="arabicPeriod"/>
              <a:defRPr/>
            </a:pPr>
            <a:r>
              <a:rPr lang="en-US"/>
              <a:t>Cek B, bukan solusi, tempatkan anak2nya di atas stack | E F |</a:t>
            </a:r>
          </a:p>
          <a:p>
            <a:pPr marL="254794" indent="-252413">
              <a:spcBef>
                <a:spcPts val="600"/>
              </a:spcBef>
              <a:buClr>
                <a:srgbClr val="000000"/>
              </a:buClr>
              <a:buSzPct val="100000"/>
              <a:buFont typeface="Times New Roman" panose="02020603050405020304" pitchFamily="18" charset="0"/>
              <a:buAutoNum type="arabicPeriod"/>
              <a:defRPr/>
            </a:pPr>
            <a:r>
              <a:rPr lang="en-US"/>
              <a:t>Cek E, bukan solusi, tempatkan anak2nya di atas stack | H G F |</a:t>
            </a:r>
          </a:p>
          <a:p>
            <a:pPr marL="254794" indent="-252413">
              <a:spcBef>
                <a:spcPts val="600"/>
              </a:spcBef>
              <a:buClr>
                <a:srgbClr val="000000"/>
              </a:buClr>
              <a:buSzPct val="100000"/>
              <a:buFont typeface="Times New Roman" panose="02020603050405020304" pitchFamily="18" charset="0"/>
              <a:buAutoNum type="arabicPeriod"/>
              <a:defRPr/>
            </a:pPr>
            <a:r>
              <a:rPr lang="en-US"/>
              <a:t>Cek H, bukan solusi, tidak punya anak, hilangkan dari stack | G F |</a:t>
            </a:r>
          </a:p>
          <a:p>
            <a:pPr marL="254794" indent="-252413">
              <a:spcBef>
                <a:spcPts val="600"/>
              </a:spcBef>
              <a:buClr>
                <a:srgbClr val="000000"/>
              </a:buClr>
              <a:buSzPct val="100000"/>
              <a:buFont typeface="Times New Roman" panose="02020603050405020304" pitchFamily="18" charset="0"/>
              <a:buAutoNum type="arabicPeriod"/>
              <a:defRPr/>
            </a:pPr>
            <a:r>
              <a:rPr lang="en-US"/>
              <a:t>Cek G, solusi, pencarian berhenti, return success. </a:t>
            </a:r>
          </a:p>
        </p:txBody>
      </p:sp>
    </p:spTree>
    <p:extLst>
      <p:ext uri="{BB962C8B-B14F-4D97-AF65-F5344CB8AC3E}">
        <p14:creationId xmlns:p14="http://schemas.microsoft.com/office/powerpoint/2010/main" val="942963868"/>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0418" name="Picture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0131" y="2132857"/>
            <a:ext cx="1985390" cy="2376264"/>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60420" name="AutoShape 3"/>
          <p:cNvSpPr>
            <a:spLocks noChangeArrowheads="1"/>
          </p:cNvSpPr>
          <p:nvPr/>
        </p:nvSpPr>
        <p:spPr bwMode="auto">
          <a:xfrm>
            <a:off x="2600501" y="2601442"/>
            <a:ext cx="571500" cy="564356"/>
          </a:xfrm>
          <a:prstGeom prst="rightArrow">
            <a:avLst>
              <a:gd name="adj1" fmla="val 50000"/>
              <a:gd name="adj2" fmla="val 50000"/>
            </a:avLst>
          </a:prstGeom>
          <a:solidFill>
            <a:srgbClr val="4F81BD"/>
          </a:solidFill>
          <a:ln w="25560" cap="sq">
            <a:solidFill>
              <a:srgbClr val="385D8A"/>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buClr>
                <a:srgbClr val="000000"/>
              </a:buClr>
              <a:buSzPct val="100000"/>
              <a:buFont typeface="Times New Roman" panose="02020603050405020304" pitchFamily="18" charset="0"/>
              <a:buNone/>
            </a:pPr>
            <a:endParaRPr lang="en-US" altLang="en-US" sz="1350"/>
          </a:p>
        </p:txBody>
      </p:sp>
      <p:grpSp>
        <p:nvGrpSpPr>
          <p:cNvPr id="2" name="Group 1"/>
          <p:cNvGrpSpPr/>
          <p:nvPr/>
        </p:nvGrpSpPr>
        <p:grpSpPr>
          <a:xfrm>
            <a:off x="3172000" y="2024844"/>
            <a:ext cx="2214563" cy="2743200"/>
            <a:chOff x="7440613" y="731838"/>
            <a:chExt cx="2952750" cy="3657600"/>
          </a:xfrm>
        </p:grpSpPr>
        <p:pic>
          <p:nvPicPr>
            <p:cNvPr id="60419"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40613" y="731838"/>
              <a:ext cx="2952750" cy="365760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cxnSp>
          <p:nvCxnSpPr>
            <p:cNvPr id="60421" name="AutoShape 4"/>
            <p:cNvCxnSpPr>
              <a:cxnSpLocks noChangeShapeType="1"/>
            </p:cNvCxnSpPr>
            <p:nvPr/>
          </p:nvCxnSpPr>
          <p:spPr bwMode="auto">
            <a:xfrm flipH="1">
              <a:off x="8545513" y="1190626"/>
              <a:ext cx="381000" cy="142875"/>
            </a:xfrm>
            <a:prstGeom prst="straightConnector1">
              <a:avLst/>
            </a:prstGeom>
            <a:noFill/>
            <a:ln w="38160" cap="sq">
              <a:solidFill>
                <a:srgbClr val="00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60422" name="AutoShape 5"/>
            <p:cNvCxnSpPr>
              <a:cxnSpLocks noChangeShapeType="1"/>
            </p:cNvCxnSpPr>
            <p:nvPr/>
          </p:nvCxnSpPr>
          <p:spPr bwMode="auto">
            <a:xfrm flipV="1">
              <a:off x="7935913" y="2484438"/>
              <a:ext cx="609600" cy="76200"/>
            </a:xfrm>
            <a:prstGeom prst="straightConnector1">
              <a:avLst/>
            </a:prstGeom>
            <a:noFill/>
            <a:ln w="38160" cap="sq">
              <a:solidFill>
                <a:srgbClr val="00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60423" name="AutoShape 6"/>
            <p:cNvCxnSpPr>
              <a:cxnSpLocks noChangeShapeType="1"/>
            </p:cNvCxnSpPr>
            <p:nvPr/>
          </p:nvCxnSpPr>
          <p:spPr bwMode="auto">
            <a:xfrm>
              <a:off x="9078913" y="2560638"/>
              <a:ext cx="349250" cy="381000"/>
            </a:xfrm>
            <a:prstGeom prst="straightConnector1">
              <a:avLst/>
            </a:prstGeom>
            <a:noFill/>
            <a:ln w="38160" cap="sq">
              <a:solidFill>
                <a:srgbClr val="00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60424" name="AutoShape 7"/>
            <p:cNvCxnSpPr>
              <a:cxnSpLocks noChangeShapeType="1"/>
            </p:cNvCxnSpPr>
            <p:nvPr/>
          </p:nvCxnSpPr>
          <p:spPr bwMode="auto">
            <a:xfrm>
              <a:off x="9428164" y="3549650"/>
              <a:ext cx="1587" cy="306388"/>
            </a:xfrm>
            <a:prstGeom prst="straightConnector1">
              <a:avLst/>
            </a:prstGeom>
            <a:noFill/>
            <a:ln w="38160" cap="sq">
              <a:solidFill>
                <a:srgbClr val="00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60425" name="AutoShape 8"/>
            <p:cNvCxnSpPr>
              <a:cxnSpLocks noChangeShapeType="1"/>
            </p:cNvCxnSpPr>
            <p:nvPr/>
          </p:nvCxnSpPr>
          <p:spPr bwMode="auto">
            <a:xfrm flipH="1">
              <a:off x="7745413" y="1949451"/>
              <a:ext cx="381000" cy="142875"/>
            </a:xfrm>
            <a:prstGeom prst="straightConnector1">
              <a:avLst/>
            </a:prstGeom>
            <a:noFill/>
            <a:ln w="38160" cap="sq">
              <a:solidFill>
                <a:srgbClr val="00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grpSp>
      <p:sp>
        <p:nvSpPr>
          <p:cNvPr id="32777" name="Rectangle 9"/>
          <p:cNvSpPr>
            <a:spLocks noChangeArrowheads="1"/>
          </p:cNvSpPr>
          <p:nvPr/>
        </p:nvSpPr>
        <p:spPr bwMode="auto">
          <a:xfrm>
            <a:off x="5062714" y="3515928"/>
            <a:ext cx="3884139" cy="1525130"/>
          </a:xfrm>
          <a:prstGeom prst="rect">
            <a:avLst/>
          </a:prstGeom>
          <a:solidFill>
            <a:srgbClr val="FFFF00"/>
          </a:solidFill>
          <a:ln>
            <a:noFill/>
          </a:ln>
          <a:effectLst>
            <a:outerShdw blurRad="50800" dist="38100" dir="2700000" algn="tl" rotWithShape="0">
              <a:prstClr val="black">
                <a:alpha val="40000"/>
              </a:prstClr>
            </a:outerShdw>
          </a:effectLst>
        </p:spPr>
        <p:txBody>
          <a:bodyPr wrap="none" lIns="67500" tIns="35100" rIns="67500" bIns="35100">
            <a:spAutoFit/>
          </a:bodyPr>
          <a:lstStyle>
            <a:lvl1pPr marL="339725" indent="-339725">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solidFill>
                  <a:srgbClr val="FFFFFF"/>
                </a:solidFill>
                <a:latin typeface="Calibri" panose="020F0502020204030204" pitchFamily="34" charset="0"/>
                <a:ea typeface="DejaVu Sans" charset="0"/>
                <a:cs typeface="DejaVu Sans" charset="0"/>
              </a:defRPr>
            </a:lvl1pPr>
            <a:lvl2pPr>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solidFill>
                  <a:srgbClr val="FFFFFF"/>
                </a:solidFill>
                <a:latin typeface="Calibri" panose="020F0502020204030204" pitchFamily="34" charset="0"/>
                <a:ea typeface="DejaVu Sans" charset="0"/>
                <a:cs typeface="DejaVu Sans" charset="0"/>
              </a:defRPr>
            </a:lvl2pPr>
            <a:lvl3pPr>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solidFill>
                  <a:srgbClr val="FFFFFF"/>
                </a:solidFill>
                <a:latin typeface="Calibri" panose="020F0502020204030204" pitchFamily="34" charset="0"/>
                <a:ea typeface="DejaVu Sans" charset="0"/>
                <a:cs typeface="DejaVu Sans" charset="0"/>
              </a:defRPr>
            </a:lvl3pPr>
            <a:lvl4pPr>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solidFill>
                  <a:srgbClr val="FFFFFF"/>
                </a:solidFill>
                <a:latin typeface="Calibri" panose="020F0502020204030204" pitchFamily="34" charset="0"/>
                <a:ea typeface="DejaVu Sans" charset="0"/>
                <a:cs typeface="DejaVu Sans" charset="0"/>
              </a:defRPr>
            </a:lvl4pPr>
            <a:lvl5pPr>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solidFill>
                  <a:srgbClr val="FFFFFF"/>
                </a:solidFill>
                <a:latin typeface="Calibri" panose="020F0502020204030204" pitchFamily="34" charset="0"/>
                <a:ea typeface="DejaVu Sans" charset="0"/>
                <a:cs typeface="DejaVu Sans" charset="0"/>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solidFill>
                  <a:srgbClr val="FFFFFF"/>
                </a:solidFill>
                <a:latin typeface="Calibri" panose="020F0502020204030204" pitchFamily="34" charset="0"/>
                <a:ea typeface="DejaVu Sans" charset="0"/>
                <a:cs typeface="DejaVu Sans" charset="0"/>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solidFill>
                  <a:srgbClr val="FFFFFF"/>
                </a:solidFill>
                <a:latin typeface="Calibri" panose="020F0502020204030204" pitchFamily="34" charset="0"/>
                <a:ea typeface="DejaVu Sans" charset="0"/>
                <a:cs typeface="DejaVu Sans" charset="0"/>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solidFill>
                  <a:srgbClr val="FFFFFF"/>
                </a:solidFill>
                <a:latin typeface="Calibri" panose="020F0502020204030204" pitchFamily="34" charset="0"/>
                <a:ea typeface="DejaVu Sans" charset="0"/>
                <a:cs typeface="DejaVu Sans" charset="0"/>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solidFill>
                  <a:srgbClr val="FFFFFF"/>
                </a:solidFill>
                <a:latin typeface="Calibri" panose="020F0502020204030204" pitchFamily="34" charset="0"/>
                <a:ea typeface="DejaVu Sans" charset="0"/>
                <a:cs typeface="DejaVu Sans" charset="0"/>
              </a:defRPr>
            </a:lvl9pPr>
          </a:lstStyle>
          <a:p>
            <a:pPr eaLnBrk="1" hangingPunct="1">
              <a:buClr>
                <a:srgbClr val="000000"/>
              </a:buClr>
              <a:buSzPct val="100000"/>
              <a:buFont typeface="Times New Roman" panose="02020603050405020304" pitchFamily="18" charset="0"/>
              <a:buAutoNum type="arabicPeriod"/>
              <a:defRPr/>
            </a:pPr>
            <a:r>
              <a:rPr lang="en-US" sz="1350">
                <a:solidFill>
                  <a:srgbClr val="000000"/>
                </a:solidFill>
              </a:rPr>
              <a:t>(A) - VISITED (A)</a:t>
            </a:r>
          </a:p>
          <a:p>
            <a:pPr eaLnBrk="1" hangingPunct="1">
              <a:buClr>
                <a:srgbClr val="000000"/>
              </a:buClr>
              <a:buSzPct val="100000"/>
              <a:buFont typeface="Times New Roman" panose="02020603050405020304" pitchFamily="18" charset="0"/>
              <a:buAutoNum type="arabicPeriod"/>
              <a:defRPr/>
            </a:pPr>
            <a:r>
              <a:rPr lang="en-US" sz="1350">
                <a:solidFill>
                  <a:srgbClr val="000000"/>
                </a:solidFill>
              </a:rPr>
              <a:t>(A B) (A D) (A G) – VISITED (A B D G)</a:t>
            </a:r>
          </a:p>
          <a:p>
            <a:pPr eaLnBrk="1" hangingPunct="1">
              <a:buClr>
                <a:srgbClr val="000000"/>
              </a:buClr>
              <a:buSzPct val="100000"/>
              <a:buFont typeface="Times New Roman" panose="02020603050405020304" pitchFamily="18" charset="0"/>
              <a:buAutoNum type="arabicPeriod"/>
              <a:defRPr/>
            </a:pPr>
            <a:r>
              <a:rPr lang="en-US" sz="1350">
                <a:solidFill>
                  <a:srgbClr val="000000"/>
                </a:solidFill>
              </a:rPr>
              <a:t>(A B E) (A B F) (A D) (A G) – VISITED (A B D G E F)</a:t>
            </a:r>
          </a:p>
          <a:p>
            <a:pPr eaLnBrk="1" hangingPunct="1">
              <a:buClr>
                <a:srgbClr val="000000"/>
              </a:buClr>
              <a:buSzPct val="100000"/>
              <a:buFont typeface="Times New Roman" panose="02020603050405020304" pitchFamily="18" charset="0"/>
              <a:buAutoNum type="arabicPeriod"/>
              <a:defRPr/>
            </a:pPr>
            <a:r>
              <a:rPr lang="en-US" sz="1350">
                <a:solidFill>
                  <a:srgbClr val="000000"/>
                </a:solidFill>
              </a:rPr>
              <a:t>(A B F) (A D) (A G) – VISITED (A B D G E F)</a:t>
            </a:r>
          </a:p>
          <a:p>
            <a:pPr eaLnBrk="1" hangingPunct="1">
              <a:buClr>
                <a:srgbClr val="000000"/>
              </a:buClr>
              <a:buSzPct val="100000"/>
              <a:buFont typeface="Times New Roman" panose="02020603050405020304" pitchFamily="18" charset="0"/>
              <a:buAutoNum type="arabicPeriod"/>
              <a:defRPr/>
            </a:pPr>
            <a:r>
              <a:rPr lang="en-US" sz="1350">
                <a:solidFill>
                  <a:srgbClr val="000000"/>
                </a:solidFill>
              </a:rPr>
              <a:t>(A B F C) (A D) (A G) – VISITED (A B D G E F C)</a:t>
            </a:r>
          </a:p>
          <a:p>
            <a:pPr eaLnBrk="1" hangingPunct="1">
              <a:buClr>
                <a:srgbClr val="000000"/>
              </a:buClr>
              <a:buSzPct val="100000"/>
              <a:buFont typeface="Times New Roman" panose="02020603050405020304" pitchFamily="18" charset="0"/>
              <a:buAutoNum type="arabicPeriod"/>
              <a:defRPr/>
            </a:pPr>
            <a:r>
              <a:rPr lang="en-US" sz="1350">
                <a:solidFill>
                  <a:srgbClr val="000000"/>
                </a:solidFill>
              </a:rPr>
              <a:t>(A B F C H) (A D) (A G) – VISITED (A B D G E F C H)</a:t>
            </a:r>
          </a:p>
          <a:p>
            <a:pPr marL="257175">
              <a:buSzPct val="100000"/>
              <a:defRPr/>
            </a:pPr>
            <a:r>
              <a:rPr lang="en-US" sz="1350" b="1">
                <a:solidFill>
                  <a:srgbClr val="000000"/>
                </a:solidFill>
              </a:rPr>
              <a:t>SOLUSI : A B F C H </a:t>
            </a:r>
          </a:p>
        </p:txBody>
      </p:sp>
      <p:sp>
        <p:nvSpPr>
          <p:cNvPr id="3" name="Title 2"/>
          <p:cNvSpPr>
            <a:spLocks noGrp="1"/>
          </p:cNvSpPr>
          <p:nvPr>
            <p:ph type="title"/>
          </p:nvPr>
        </p:nvSpPr>
        <p:spPr/>
        <p:txBody>
          <a:bodyPr/>
          <a:lstStyle/>
          <a:p>
            <a:r>
              <a:rPr lang="en-ID"/>
              <a:t>Depth First Search (DFS)</a:t>
            </a:r>
          </a:p>
        </p:txBody>
      </p:sp>
    </p:spTree>
    <p:extLst>
      <p:ext uri="{BB962C8B-B14F-4D97-AF65-F5344CB8AC3E}">
        <p14:creationId xmlns:p14="http://schemas.microsoft.com/office/powerpoint/2010/main" val="2431181667"/>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D"/>
              <a:t>Depth First Search (DFS)</a:t>
            </a:r>
          </a:p>
        </p:txBody>
      </p:sp>
      <p:sp>
        <p:nvSpPr>
          <p:cNvPr id="3" name="Content Placeholder 2"/>
          <p:cNvSpPr>
            <a:spLocks noGrp="1"/>
          </p:cNvSpPr>
          <p:nvPr>
            <p:ph idx="1"/>
          </p:nvPr>
        </p:nvSpPr>
        <p:spPr/>
        <p:txBody>
          <a:bodyPr>
            <a:normAutofit fontScale="92500" lnSpcReduction="20000"/>
          </a:bodyPr>
          <a:lstStyle/>
          <a:p>
            <a:r>
              <a:rPr lang="en-ID"/>
              <a:t>Keuntungan : </a:t>
            </a:r>
          </a:p>
          <a:p>
            <a:pPr lvl="1"/>
            <a:r>
              <a:rPr lang="en-ID"/>
              <a:t>membutuhkan memori relatif kecil, karena hanya node-node pada lintasan yang aktif saja yang disimpan </a:t>
            </a:r>
          </a:p>
          <a:p>
            <a:pPr lvl="1"/>
            <a:r>
              <a:rPr lang="en-ID"/>
              <a:t>Secara kebetulan, akan menemukan solusi tanpa harus menguji lebih banyak lagi dalam ruang keadaan, jadi jika solusi yang dicari berada pada level yang dalam dan paling kiri, maka DFS akan menemukannya dengan cepat (waktu cepat) </a:t>
            </a:r>
          </a:p>
          <a:p>
            <a:r>
              <a:rPr lang="en-ID"/>
              <a:t>Kelemahan :  </a:t>
            </a:r>
          </a:p>
          <a:p>
            <a:pPr lvl="1"/>
            <a:r>
              <a:rPr lang="en-ID"/>
              <a:t>Memungkinkan tidak ditemukannya tujuan yang diharapkan, karena jika pohon yang dibangkitkan mempunyai level yang sangat dalam (tak terhingga) / tidak complete karena tidak ada jaminan menemukan solusi   </a:t>
            </a:r>
          </a:p>
          <a:p>
            <a:pPr lvl="1"/>
            <a:r>
              <a:rPr lang="en-ID"/>
              <a:t>Hanya mendapat 1 solusi pada setiap pencarian, karena jika terdapat lebih dari satu solusi yang sama tetapi berada pada level yang berbeda, maka DFS tidak menjamin untuk menemukan solusi yang paling baik (tidak optimal). </a:t>
            </a:r>
          </a:p>
        </p:txBody>
      </p:sp>
    </p:spTree>
    <p:extLst>
      <p:ext uri="{BB962C8B-B14F-4D97-AF65-F5344CB8AC3E}">
        <p14:creationId xmlns:p14="http://schemas.microsoft.com/office/powerpoint/2010/main" val="28962689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a:t>Blind Search?</a:t>
            </a:r>
            <a:endParaRPr lang="en-ID"/>
          </a:p>
        </p:txBody>
      </p:sp>
      <p:sp>
        <p:nvSpPr>
          <p:cNvPr id="3" name="Content Placeholder 2"/>
          <p:cNvSpPr>
            <a:spLocks noGrp="1"/>
          </p:cNvSpPr>
          <p:nvPr>
            <p:ph idx="1"/>
          </p:nvPr>
        </p:nvSpPr>
        <p:spPr/>
        <p:txBody>
          <a:bodyPr/>
          <a:lstStyle/>
          <a:p>
            <a:r>
              <a:rPr lang="en-ID"/>
              <a:t>Kelemahan blind search :</a:t>
            </a:r>
          </a:p>
          <a:p>
            <a:pPr lvl="1"/>
            <a:r>
              <a:rPr lang="en-ID"/>
              <a:t>Waktu akses lama</a:t>
            </a:r>
          </a:p>
          <a:p>
            <a:pPr lvl="1"/>
            <a:r>
              <a:rPr lang="en-ID"/>
              <a:t>Memori yang dibutuhkan besar</a:t>
            </a:r>
          </a:p>
          <a:p>
            <a:pPr lvl="1"/>
            <a:r>
              <a:rPr lang="en-ID"/>
              <a:t>Ruang masalah besar – tidak cocok – karena keterbasan kecepatan komputer dan memori</a:t>
            </a:r>
          </a:p>
          <a:p>
            <a:r>
              <a:rPr lang="en-ID"/>
              <a:t>Solusi - Pencarian heuristik</a:t>
            </a:r>
          </a:p>
          <a:p>
            <a:r>
              <a:rPr lang="en-ID"/>
              <a:t>Pencarian heuristik – menggunakan suatu fungsi yang menghitung biaya perkiraan / estimasi dari suatu simpul tertentu menuju ke simpul tujuan (disebut fungsi heuristik) – h(n)</a:t>
            </a:r>
          </a:p>
        </p:txBody>
      </p:sp>
    </p:spTree>
    <p:extLst>
      <p:ext uri="{BB962C8B-B14F-4D97-AF65-F5344CB8AC3E}">
        <p14:creationId xmlns:p14="http://schemas.microsoft.com/office/powerpoint/2010/main" val="308362326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Pendalaman</a:t>
            </a:r>
            <a:r>
              <a:rPr lang="en-US" dirty="0"/>
              <a:t> </a:t>
            </a:r>
            <a:r>
              <a:rPr lang="en-US" dirty="0" err="1"/>
              <a:t>Materi</a:t>
            </a:r>
            <a:endParaRPr lang="id-ID" dirty="0"/>
          </a:p>
        </p:txBody>
      </p:sp>
      <p:sp>
        <p:nvSpPr>
          <p:cNvPr id="3" name="Content Placeholder 2"/>
          <p:cNvSpPr>
            <a:spLocks noGrp="1"/>
          </p:cNvSpPr>
          <p:nvPr>
            <p:ph idx="1"/>
          </p:nvPr>
        </p:nvSpPr>
        <p:spPr/>
        <p:txBody>
          <a:bodyPr/>
          <a:lstStyle/>
          <a:p>
            <a:r>
              <a:rPr lang="en-US" dirty="0" err="1"/>
              <a:t>Jabarkan</a:t>
            </a:r>
            <a:r>
              <a:rPr lang="en-US" dirty="0"/>
              <a:t> Ruang </a:t>
            </a:r>
            <a:r>
              <a:rPr lang="en-US" dirty="0" err="1"/>
              <a:t>masalah</a:t>
            </a:r>
            <a:endParaRPr lang="en-US" dirty="0"/>
          </a:p>
          <a:p>
            <a:r>
              <a:rPr lang="en-US" dirty="0" err="1"/>
              <a:t>Buat</a:t>
            </a:r>
            <a:r>
              <a:rPr lang="en-US" dirty="0"/>
              <a:t> </a:t>
            </a:r>
            <a:r>
              <a:rPr lang="en-US" dirty="0" err="1"/>
              <a:t>aturan</a:t>
            </a:r>
            <a:r>
              <a:rPr lang="en-US" dirty="0"/>
              <a:t> </a:t>
            </a:r>
            <a:r>
              <a:rPr lang="en-US" dirty="0" err="1"/>
              <a:t>produksi</a:t>
            </a:r>
            <a:endParaRPr lang="en-US" dirty="0"/>
          </a:p>
          <a:p>
            <a:r>
              <a:rPr lang="en-US" dirty="0"/>
              <a:t>Solusi </a:t>
            </a:r>
            <a:r>
              <a:rPr lang="en-US" dirty="0" err="1"/>
              <a:t>masalah</a:t>
            </a:r>
            <a:endParaRPr lang="en-US" dirty="0"/>
          </a:p>
          <a:p>
            <a:r>
              <a:rPr lang="en-US" dirty="0" err="1"/>
              <a:t>Kelompok</a:t>
            </a:r>
            <a:r>
              <a:rPr lang="en-US" dirty="0"/>
              <a:t>  </a:t>
            </a:r>
            <a:r>
              <a:rPr lang="en-US" dirty="0" err="1"/>
              <a:t>maksimal</a:t>
            </a:r>
            <a:r>
              <a:rPr lang="en-US" dirty="0"/>
              <a:t> 3 </a:t>
            </a:r>
            <a:r>
              <a:rPr lang="en-US" dirty="0" err="1"/>
              <a:t>mhs</a:t>
            </a:r>
            <a:endParaRPr lang="id-ID" dirty="0"/>
          </a:p>
        </p:txBody>
      </p:sp>
      <p:sp>
        <p:nvSpPr>
          <p:cNvPr id="4" name="Slide Number Placeholder 3">
            <a:extLst>
              <a:ext uri="{FF2B5EF4-FFF2-40B4-BE49-F238E27FC236}">
                <a16:creationId xmlns:a16="http://schemas.microsoft.com/office/drawing/2014/main" id="{E8568FCB-2FAF-460B-A1D5-F4D1F30D22DB}"/>
              </a:ext>
            </a:extLst>
          </p:cNvPr>
          <p:cNvSpPr>
            <a:spLocks noGrp="1"/>
          </p:cNvSpPr>
          <p:nvPr>
            <p:ph type="sldNum" sz="quarter" idx="12"/>
          </p:nvPr>
        </p:nvSpPr>
        <p:spPr/>
        <p:txBody>
          <a:bodyPr/>
          <a:lstStyle/>
          <a:p>
            <a:pPr>
              <a:defRPr/>
            </a:pPr>
            <a:fld id="{042A94E5-A39D-46B1-A8BE-601D3A7105D6}" type="slidenum">
              <a:rPr lang="en-US" smtClean="0"/>
              <a:pPr>
                <a:defRPr/>
              </a:pPr>
              <a:t>51</a:t>
            </a:fld>
            <a:endParaRPr lang="en-US"/>
          </a:p>
        </p:txBody>
      </p:sp>
      <p:pic>
        <p:nvPicPr>
          <p:cNvPr id="8" name="Picture 7">
            <a:extLst>
              <a:ext uri="{FF2B5EF4-FFF2-40B4-BE49-F238E27FC236}">
                <a16:creationId xmlns:a16="http://schemas.microsoft.com/office/drawing/2014/main" id="{C11FEE9F-B536-4751-9D36-B59CCA50FF7D}"/>
              </a:ext>
            </a:extLst>
          </p:cNvPr>
          <p:cNvPicPr>
            <a:picLocks noChangeAspect="1"/>
          </p:cNvPicPr>
          <p:nvPr/>
        </p:nvPicPr>
        <p:blipFill>
          <a:blip r:embed="rId2"/>
          <a:stretch>
            <a:fillRect/>
          </a:stretch>
        </p:blipFill>
        <p:spPr>
          <a:xfrm>
            <a:off x="762000" y="3849854"/>
            <a:ext cx="6652512" cy="255663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down)">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down)">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p:txBody>
          <a:bodyPr/>
          <a:lstStyle/>
          <a:p>
            <a:r>
              <a:rPr lang="id-ID"/>
              <a:t>Daftar Pustaka</a:t>
            </a:r>
          </a:p>
        </p:txBody>
      </p:sp>
      <p:sp>
        <p:nvSpPr>
          <p:cNvPr id="3" name="Content Placeholder 2"/>
          <p:cNvSpPr>
            <a:spLocks noGrp="1"/>
          </p:cNvSpPr>
          <p:nvPr>
            <p:ph idx="1"/>
          </p:nvPr>
        </p:nvSpPr>
        <p:spPr/>
        <p:txBody>
          <a:bodyPr>
            <a:noAutofit/>
          </a:bodyPr>
          <a:lstStyle/>
          <a:p>
            <a:pPr marL="274320" indent="-274320" fontAlgn="auto">
              <a:spcAft>
                <a:spcPts val="0"/>
              </a:spcAft>
              <a:buClr>
                <a:schemeClr val="accent3"/>
              </a:buClr>
              <a:buFont typeface="Wingdings 2"/>
              <a:buChar char=""/>
              <a:defRPr/>
            </a:pPr>
            <a:r>
              <a:rPr lang="en-US" sz="2000" b="1" dirty="0"/>
              <a:t>[SUY07]</a:t>
            </a:r>
            <a:r>
              <a:rPr lang="en-US" sz="2000" dirty="0"/>
              <a:t> </a:t>
            </a:r>
            <a:r>
              <a:rPr lang="id-ID" sz="2000" dirty="0"/>
              <a:t>Suyanto. 2007. Artificial Intelligence: Searching, Reasoning, Planning and Learning</a:t>
            </a:r>
            <a:r>
              <a:rPr lang="en-US" sz="2000" dirty="0"/>
              <a:t>.</a:t>
            </a:r>
            <a:r>
              <a:rPr lang="id-ID" sz="2000" dirty="0"/>
              <a:t> Informatika, Bandung Indonesia. ISBN: 979-1153-05-1.</a:t>
            </a:r>
          </a:p>
          <a:p>
            <a:pPr marL="274320" indent="-274320" fontAlgn="auto">
              <a:spcAft>
                <a:spcPts val="0"/>
              </a:spcAft>
              <a:buClr>
                <a:schemeClr val="accent3"/>
              </a:buClr>
              <a:buFont typeface="Wingdings 2"/>
              <a:buChar char=""/>
              <a:defRPr/>
            </a:pPr>
            <a:r>
              <a:rPr lang="en-US" sz="2000" b="1" dirty="0"/>
              <a:t>[RUS95]</a:t>
            </a:r>
            <a:r>
              <a:rPr lang="en-US" sz="2000" dirty="0"/>
              <a:t> </a:t>
            </a:r>
            <a:r>
              <a:rPr lang="id-ID" sz="2000" dirty="0"/>
              <a:t>Russel, Stuart and Norvig, Peter. 1995. Artificial Intelligence: A Modern Approach. Prentice Hall International, Inc.</a:t>
            </a:r>
            <a:endParaRPr lang="en-US" sz="2000" dirty="0"/>
          </a:p>
          <a:p>
            <a:pPr marL="274320" indent="-274320" fontAlgn="auto">
              <a:spcAft>
                <a:spcPts val="0"/>
              </a:spcAft>
              <a:buClr>
                <a:schemeClr val="accent3"/>
              </a:buClr>
              <a:buFont typeface="Wingdings 2"/>
              <a:buChar char=""/>
              <a:defRPr/>
            </a:pPr>
            <a:r>
              <a:rPr lang="id-ID" sz="2000" dirty="0"/>
              <a:t>[SUY08] Suyanto, 2008, Evolutionary Computation: Komputasi Berbasis “Evolusi” dan “Genetika”, Penerbit Informatika Bandung.</a:t>
            </a:r>
          </a:p>
        </p:txBody>
      </p:sp>
      <p:sp>
        <p:nvSpPr>
          <p:cNvPr id="2" name="Slide Number Placeholder 1">
            <a:extLst>
              <a:ext uri="{FF2B5EF4-FFF2-40B4-BE49-F238E27FC236}">
                <a16:creationId xmlns:a16="http://schemas.microsoft.com/office/drawing/2014/main" id="{6DFB467C-90CD-4DA3-BC75-CFD17370637D}"/>
              </a:ext>
            </a:extLst>
          </p:cNvPr>
          <p:cNvSpPr>
            <a:spLocks noGrp="1"/>
          </p:cNvSpPr>
          <p:nvPr>
            <p:ph type="sldNum" sz="quarter" idx="12"/>
          </p:nvPr>
        </p:nvSpPr>
        <p:spPr/>
        <p:txBody>
          <a:bodyPr/>
          <a:lstStyle/>
          <a:p>
            <a:pPr>
              <a:defRPr/>
            </a:pPr>
            <a:fld id="{042A94E5-A39D-46B1-A8BE-601D3A7105D6}" type="slidenum">
              <a:rPr lang="en-US" smtClean="0"/>
              <a:pPr>
                <a:defRPr/>
              </a:pPr>
              <a:t>52</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F496CB"/>
      </a:accent1>
      <a:accent2>
        <a:srgbClr val="BC356F"/>
      </a:accent2>
      <a:accent3>
        <a:srgbClr val="E65331"/>
      </a:accent3>
      <a:accent4>
        <a:srgbClr val="F27E19"/>
      </a:accent4>
      <a:accent5>
        <a:srgbClr val="F2AC19"/>
      </a:accent5>
      <a:accent6>
        <a:srgbClr val="BC80E0"/>
      </a:accent6>
      <a:hlink>
        <a:srgbClr val="EF5285"/>
      </a:hlink>
      <a:folHlink>
        <a:srgbClr val="F77F90"/>
      </a:folHlink>
    </a:clrScheme>
    <a:fontScheme name="Custom 15">
      <a:majorFont>
        <a:latin typeface="Abadi"/>
        <a:ea typeface=""/>
        <a:cs typeface=""/>
      </a:majorFont>
      <a:minorFont>
        <a:latin typeface="Abadi"/>
        <a:ea typeface=""/>
        <a:cs typeface=""/>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23659B44-6E34-4CE8-8F0D-387DA799682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267</TotalTime>
  <Words>3421</Words>
  <Application>Microsoft Office PowerPoint</Application>
  <PresentationFormat>On-screen Show (4:3)</PresentationFormat>
  <Paragraphs>490</Paragraphs>
  <Slides>52</Slides>
  <Notes>18</Notes>
  <HiddenSlides>0</HiddenSlides>
  <MMClips>0</MMClips>
  <ScaleCrop>false</ScaleCrop>
  <HeadingPairs>
    <vt:vector size="8" baseType="variant">
      <vt:variant>
        <vt:lpstr>Fonts Used</vt:lpstr>
      </vt:variant>
      <vt:variant>
        <vt:i4>9</vt:i4>
      </vt:variant>
      <vt:variant>
        <vt:lpstr>Theme</vt:lpstr>
      </vt:variant>
      <vt:variant>
        <vt:i4>1</vt:i4>
      </vt:variant>
      <vt:variant>
        <vt:lpstr>Embedded OLE Servers</vt:lpstr>
      </vt:variant>
      <vt:variant>
        <vt:i4>1</vt:i4>
      </vt:variant>
      <vt:variant>
        <vt:lpstr>Slide Titles</vt:lpstr>
      </vt:variant>
      <vt:variant>
        <vt:i4>52</vt:i4>
      </vt:variant>
    </vt:vector>
  </HeadingPairs>
  <TitlesOfParts>
    <vt:vector size="63" baseType="lpstr">
      <vt:lpstr>Abadi</vt:lpstr>
      <vt:lpstr>Arial</vt:lpstr>
      <vt:lpstr>Arial Narrow</vt:lpstr>
      <vt:lpstr>Calibri</vt:lpstr>
      <vt:lpstr>DejaVu Sans</vt:lpstr>
      <vt:lpstr>Times New Roman</vt:lpstr>
      <vt:lpstr>Wingdings</vt:lpstr>
      <vt:lpstr>Wingdings 2</vt:lpstr>
      <vt:lpstr>Wingdings 3</vt:lpstr>
      <vt:lpstr>Facet</vt:lpstr>
      <vt:lpstr>Visio</vt:lpstr>
      <vt:lpstr>Problem Solving  </vt:lpstr>
      <vt:lpstr>Tujuan pembelajaran</vt:lpstr>
      <vt:lpstr>Topik Pembahasan</vt:lpstr>
      <vt:lpstr>Problem Solving Agent</vt:lpstr>
      <vt:lpstr>Problem Solving Agent</vt:lpstr>
      <vt:lpstr>Mekanisme Kerja Problem-Solving Agent (1)</vt:lpstr>
      <vt:lpstr>Mekanisme Kerja Problem-Solving Agent (2)</vt:lpstr>
      <vt:lpstr>Sifat Problem-Solving Agent</vt:lpstr>
      <vt:lpstr>Problem Solving Agent</vt:lpstr>
      <vt:lpstr>Sistem untuk Penyelesaian Masalah</vt:lpstr>
      <vt:lpstr>Contoh 1</vt:lpstr>
      <vt:lpstr>PowerPoint Presentation</vt:lpstr>
      <vt:lpstr>Representasi Ruang Keadaan</vt:lpstr>
      <vt:lpstr>Contoh 2 : Masalah Jurigen Air</vt:lpstr>
      <vt:lpstr>Ruang Keadaan</vt:lpstr>
      <vt:lpstr>PowerPoint Presentation</vt:lpstr>
      <vt:lpstr>PowerPoint Presentation</vt:lpstr>
      <vt:lpstr>Solusi untuk Masalah Jurigen Air</vt:lpstr>
      <vt:lpstr>Solusi untuk Masalah Jurigen Air</vt:lpstr>
      <vt:lpstr>Contoh 3 : Farmer, Wolf, Duck, and Corn Problem </vt:lpstr>
      <vt:lpstr>Contoh 3</vt:lpstr>
      <vt:lpstr>Contoh 3: Rancangan Solusi</vt:lpstr>
      <vt:lpstr>Contoh 2: Rancangan Solusi</vt:lpstr>
      <vt:lpstr>PowerPoint Presentation</vt:lpstr>
      <vt:lpstr>Contoh 4: 8-Puzzles</vt:lpstr>
      <vt:lpstr>Contoh 4: 8-Puzzles</vt:lpstr>
      <vt:lpstr>Contoh 4: 8-Puzzles</vt:lpstr>
      <vt:lpstr>Contoh 4: 8-Puzzles</vt:lpstr>
      <vt:lpstr>Contoh 4: 8-Puzzles</vt:lpstr>
      <vt:lpstr>Representasi Ruang Keadaan</vt:lpstr>
      <vt:lpstr>Graph Keadaan</vt:lpstr>
      <vt:lpstr>Pohon Pelacakan / Pencarian</vt:lpstr>
      <vt:lpstr>Pohon Pelacakan / Pencarian</vt:lpstr>
      <vt:lpstr>Pohon AND / OR</vt:lpstr>
      <vt:lpstr>Pohon AND / OR</vt:lpstr>
      <vt:lpstr>Metode Pelacakan / Pencarian</vt:lpstr>
      <vt:lpstr>Kriteria</vt:lpstr>
      <vt:lpstr>Teknik Pencarian</vt:lpstr>
      <vt:lpstr>Uninformed Search</vt:lpstr>
      <vt:lpstr>Breadth First Search (BFS)</vt:lpstr>
      <vt:lpstr>Breadth First Search (BFS)</vt:lpstr>
      <vt:lpstr>Breadth First Search (BFS)</vt:lpstr>
      <vt:lpstr>Breadth First Search (BFS)</vt:lpstr>
      <vt:lpstr>Breadth First Search (BFS)</vt:lpstr>
      <vt:lpstr>Depth First Search (DFS)</vt:lpstr>
      <vt:lpstr>Depth First Search (DFS)</vt:lpstr>
      <vt:lpstr>Depth First Search (DFS)</vt:lpstr>
      <vt:lpstr>Depth First Search (DFS)</vt:lpstr>
      <vt:lpstr>Depth First Search (DFS)</vt:lpstr>
      <vt:lpstr>Blind Search?</vt:lpstr>
      <vt:lpstr>Pendalaman Materi</vt:lpstr>
      <vt:lpstr>Daftar Pustaka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Searching  </dc:title>
  <dc:creator>wiharto</dc:creator>
  <cp:lastModifiedBy>wiharto</cp:lastModifiedBy>
  <cp:revision>29</cp:revision>
  <dcterms:created xsi:type="dcterms:W3CDTF">2020-09-13T13:28:45Z</dcterms:created>
  <dcterms:modified xsi:type="dcterms:W3CDTF">2024-02-27T05:57:38Z</dcterms:modified>
</cp:coreProperties>
</file>