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9"/>
  </p:normalViewPr>
  <p:slideViewPr>
    <p:cSldViewPr snapToGrid="0">
      <p:cViewPr varScale="1">
        <p:scale>
          <a:sx n="103" d="100"/>
          <a:sy n="103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D4D4-56B7-E4E5-8F59-3CAC0B18E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5DC93-DD53-A464-C30F-F9C503C26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CFFD-CD99-C4C1-64D1-ED9D2F91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710C9-D414-1B35-3898-AB107AFA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73A35-9D7B-83FC-EAC9-9AC8E915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6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4AB2-721F-5297-4A52-9DD8F348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CDCB-7B55-083A-FC4B-FAABA92BB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B997-84D3-1783-E545-061C45BF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F438-BEA4-DD80-AA6B-A9091CAE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07671-45BB-EC04-AD2C-69AACA9D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0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D546-6209-A408-043B-42F31B23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224E2-62F1-6B29-8B2B-A1D5718B2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F6839-CFD6-B1AD-7280-32E4A838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83F4B-18A9-18D2-CFC5-7F9FE82F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4650F-B17C-B69F-FC18-CB172C3A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5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B2E1-65D2-3C0A-77A6-F9CC228F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B4CCB-1F78-98FB-1281-8CAA7F814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0A833-0A75-A8C7-B415-84BD90CC9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AE09-C5A0-BED4-9933-B6D83FA0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C83C4-2E8A-2082-E673-0CC6780D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41DC4-7776-BAE6-1B47-50D1F675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4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575E-042B-6E78-1728-9D86FF2B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C42CF-5A53-44B4-87B0-5AF9CEEF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71B03-8280-769E-A467-49D3471EA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23951-9572-F537-33FE-78FF14371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EDFD8-563C-E08C-842F-794EEDBAC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B074B-CDC2-2DEC-98BE-B5AFC8C1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01EE8-AF4C-366D-A2B6-36BE0951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161700-B512-9598-DB2A-525A0C55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3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D978-E54B-4C8C-023A-6A90D0C6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3BE6E-BC71-52E8-F6FF-39683DB2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BE8E5-1D3B-93C8-DCE1-06D7FDF6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D432B-9AA1-5090-C279-08FFA235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9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0E25A-A187-2565-EF8E-0D966F6D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C0159-19CD-BB02-F027-E4A89213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F5328-81E7-004A-75D3-CFAE04C5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7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63D0-6BB4-8F95-C0B6-C0731A34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31BC-C9FE-0315-EC79-00751982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CB29E-758D-F3E8-2336-DBD480D3A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AC4DE-F409-E4CC-3669-44FB9011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536B3-6BEB-0B3F-1710-A44291C6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E7B0-3276-CC77-3216-5356E751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9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5A3F-246C-0944-CF54-38E93FDF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A2D5C-CBF4-936D-AECE-3BF5FF957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715DD-B975-CC83-DA86-A54275B3D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0726C-67F9-A23E-9C89-5BA371E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21AC9-9C8E-4ECE-6B33-2C9186F2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4E3C4-02EA-BBCE-0B9A-3D13E621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79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E2F2-5BAC-6FCA-B846-3E5C53B3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286DB-28A8-34A7-CE4D-13CEBBF96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64511-2C13-741E-626B-9CC85FC3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0C887-50D4-8B4A-1259-E1006163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E100E-C858-1B9F-EFDC-6E0EEB2C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0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072E8-50C7-2055-ED7C-E16E1141A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1FBEB-D1B9-08FA-9D35-D6A982C89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8C0F1-9DD7-9950-1BB7-847B484C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28D0E-30F7-AE8C-3E0D-2D3AD9C9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66F1E-F10F-1FB2-FCC3-D7A7DBEF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6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AABAD-4864-4325-F80F-7621C9CAF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9EA7-2F66-8011-5725-5A717D4E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24DBE-2FAE-090F-C6C9-4B1F414DE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48423-D12F-C843-959D-545A5397FEDE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E2B0-4509-E982-F63E-ED45437FA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FD764-1F8D-D507-561A-BBAB01E92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0FAAF-760E-F249-8631-D517FCFB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0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6ACB-7C86-E1F9-9076-0D9347DF7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Android Jetpack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6A684-1AB3-CD13-D20F-6A7FEDDE8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Winarno</a:t>
            </a:r>
            <a:r>
              <a:rPr lang="en-US" dirty="0"/>
              <a:t>, </a:t>
            </a:r>
            <a:r>
              <a:rPr lang="en-US" dirty="0" err="1"/>
              <a:t>S.Si</a:t>
            </a:r>
            <a:r>
              <a:rPr lang="en-US" dirty="0"/>
              <a:t>., </a:t>
            </a:r>
            <a:r>
              <a:rPr lang="en-US"/>
              <a:t>M.Eng</a:t>
            </a:r>
          </a:p>
        </p:txBody>
      </p:sp>
    </p:spTree>
    <p:extLst>
      <p:ext uri="{BB962C8B-B14F-4D97-AF65-F5344CB8AC3E}">
        <p14:creationId xmlns:p14="http://schemas.microsoft.com/office/powerpoint/2010/main" val="226517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9" name="Right Triangle 104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7C990-EE50-4769-9FC3-FE106FB6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Android Jetpack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540F-DF58-C778-74C8-49AFCE8C0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293" y="3703250"/>
            <a:ext cx="2435507" cy="1122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Kumpulan library, tools dan panduan arsitektur untuk memudahkan dalam pengembangan aplikasi Android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22EFC3-C010-7615-BE45-2D9B39559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6558" y="2005071"/>
            <a:ext cx="5604636" cy="283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0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082-E4F4-D848-78D1-C5D12B5F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Jetpack: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46BB-5DA3-3387-B702-5D55F522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Android Jetpack </a:t>
            </a:r>
            <a:r>
              <a:rPr lang="en-ID" dirty="0" err="1"/>
              <a:t>menyediakan</a:t>
            </a:r>
            <a:r>
              <a:rPr lang="en-ID" dirty="0"/>
              <a:t> widget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.</a:t>
            </a:r>
          </a:p>
          <a:p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mendevelop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disuguhi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 pada </a:t>
            </a:r>
            <a:r>
              <a:rPr lang="en-ID" dirty="0" err="1"/>
              <a:t>komponen</a:t>
            </a:r>
            <a:r>
              <a:rPr lang="en-ID" dirty="0"/>
              <a:t> UI </a:t>
            </a:r>
            <a:r>
              <a:rPr lang="en-ID" dirty="0" err="1"/>
              <a:t>diantaranya</a:t>
            </a:r>
            <a:endParaRPr lang="en-ID" dirty="0"/>
          </a:p>
          <a:p>
            <a:pPr lvl="1"/>
            <a:r>
              <a:rPr lang="en-ID" dirty="0"/>
              <a:t>Animation &amp; transitions</a:t>
            </a:r>
          </a:p>
          <a:p>
            <a:pPr lvl="1"/>
            <a:r>
              <a:rPr lang="en-ID" dirty="0"/>
              <a:t>Emoji</a:t>
            </a:r>
          </a:p>
          <a:p>
            <a:pPr lvl="1"/>
            <a:r>
              <a:rPr lang="en-ID" dirty="0"/>
              <a:t>Fragment</a:t>
            </a:r>
          </a:p>
          <a:p>
            <a:pPr lvl="1"/>
            <a:r>
              <a:rPr lang="en-ID" dirty="0"/>
              <a:t>Layout</a:t>
            </a:r>
          </a:p>
          <a:p>
            <a:pPr lvl="1"/>
            <a:r>
              <a:rPr lang="en-ID" dirty="0"/>
              <a:t>Palette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0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301D-C60E-8EFD-A253-C9BC2B3C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Jetpack: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27FE-1B93-01C0-2DDE-6DEBB543B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Google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membenahi</a:t>
            </a:r>
            <a:r>
              <a:rPr lang="en-ID" dirty="0"/>
              <a:t> </a:t>
            </a:r>
            <a:r>
              <a:rPr lang="en-ID" dirty="0" err="1"/>
              <a:t>architecturnya</a:t>
            </a:r>
            <a:r>
              <a:rPr lang="en-ID" dirty="0"/>
              <a:t>.</a:t>
            </a:r>
          </a:p>
          <a:p>
            <a:r>
              <a:rPr lang="en-ID" dirty="0"/>
              <a:t> Architecture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manfaat</a:t>
            </a:r>
            <a:endParaRPr lang="en-ID" dirty="0"/>
          </a:p>
          <a:p>
            <a:pPr lvl="1"/>
            <a:r>
              <a:rPr lang="en-ID" b="1" dirty="0"/>
              <a:t>Data Binding, </a:t>
            </a:r>
          </a:p>
          <a:p>
            <a:pPr lvl="1"/>
            <a:r>
              <a:rPr lang="en-ID" b="1" dirty="0"/>
              <a:t>Lifecycles, </a:t>
            </a:r>
          </a:p>
          <a:p>
            <a:pPr lvl="1"/>
            <a:r>
              <a:rPr lang="en-ID" b="1" dirty="0" err="1"/>
              <a:t>LiveData</a:t>
            </a:r>
            <a:r>
              <a:rPr lang="en-ID" b="1" dirty="0"/>
              <a:t>, </a:t>
            </a:r>
          </a:p>
          <a:p>
            <a:pPr lvl="1"/>
            <a:r>
              <a:rPr lang="en-ID" b="1" dirty="0"/>
              <a:t>Navigation, </a:t>
            </a:r>
          </a:p>
          <a:p>
            <a:pPr lvl="1"/>
            <a:r>
              <a:rPr lang="en-ID" b="1" dirty="0"/>
              <a:t>Paging, </a:t>
            </a:r>
          </a:p>
          <a:p>
            <a:pPr lvl="1"/>
            <a:r>
              <a:rPr lang="en-ID" b="1" dirty="0"/>
              <a:t>Room, </a:t>
            </a:r>
          </a:p>
          <a:p>
            <a:pPr lvl="1"/>
            <a:r>
              <a:rPr lang="en-ID" b="1" dirty="0" err="1"/>
              <a:t>ViewModel</a:t>
            </a:r>
            <a:r>
              <a:rPr lang="en-ID" b="1" dirty="0"/>
              <a:t>, </a:t>
            </a:r>
          </a:p>
          <a:p>
            <a:pPr lvl="1"/>
            <a:r>
              <a:rPr lang="en-ID" b="1" dirty="0" err="1"/>
              <a:t>WorkManager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3A26-4D93-70D4-DEFA-60F91646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Jetpack: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931F0-5E58-6F56-57D6-924E01963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: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kecocokan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barangkali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yang </a:t>
            </a:r>
            <a:r>
              <a:rPr lang="en-ID" dirty="0" err="1"/>
              <a:t>duplikat</a:t>
            </a:r>
            <a:r>
              <a:rPr lang="en-ID" dirty="0"/>
              <a:t>,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</a:t>
            </a:r>
          </a:p>
          <a:p>
            <a:pPr lvl="1"/>
            <a:r>
              <a:rPr lang="en-ID" dirty="0"/>
              <a:t>Android KTX</a:t>
            </a:r>
          </a:p>
          <a:p>
            <a:pPr lvl="1"/>
            <a:r>
              <a:rPr lang="en-ID" dirty="0" err="1"/>
              <a:t>AppCompat</a:t>
            </a:r>
            <a:endParaRPr lang="en-ID" dirty="0"/>
          </a:p>
          <a:p>
            <a:pPr lvl="1"/>
            <a:r>
              <a:rPr lang="en-ID" dirty="0"/>
              <a:t>Auto</a:t>
            </a:r>
          </a:p>
          <a:p>
            <a:pPr lvl="1"/>
            <a:r>
              <a:rPr lang="en-ID" dirty="0"/>
              <a:t>Benchmark</a:t>
            </a:r>
          </a:p>
          <a:p>
            <a:pPr lvl="1"/>
            <a:r>
              <a:rPr lang="en-ID" dirty="0"/>
              <a:t>Security</a:t>
            </a:r>
          </a:p>
          <a:p>
            <a:pPr lvl="1"/>
            <a:r>
              <a:rPr lang="en-ID" dirty="0"/>
              <a:t>Test</a:t>
            </a:r>
          </a:p>
          <a:p>
            <a:pPr lvl="1"/>
            <a:r>
              <a:rPr lang="en-ID" dirty="0"/>
              <a:t>TV</a:t>
            </a:r>
          </a:p>
          <a:p>
            <a:pPr lvl="1"/>
            <a:r>
              <a:rPr lang="en-ID" dirty="0" err="1"/>
              <a:t>Multidex</a:t>
            </a:r>
            <a:endParaRPr lang="en-ID" dirty="0"/>
          </a:p>
          <a:p>
            <a:pPr lvl="1"/>
            <a:r>
              <a:rPr lang="en-ID" dirty="0"/>
              <a:t>Security</a:t>
            </a:r>
          </a:p>
          <a:p>
            <a:pPr lvl="1"/>
            <a:r>
              <a:rPr lang="en-ID" dirty="0"/>
              <a:t>Wear OS by Google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8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8016-1209-AF73-C843-BC3A144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Jetpack: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04C5-8AD2-D877-4A9F-A271119A0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behavior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utamanya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agar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Android pada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notification, sharing, dan </a:t>
            </a:r>
            <a:r>
              <a:rPr lang="en-ID" dirty="0" err="1"/>
              <a:t>assisten</a:t>
            </a:r>
            <a:endParaRPr lang="en-ID" b="1" dirty="0"/>
          </a:p>
          <a:p>
            <a:pPr lvl="1"/>
            <a:r>
              <a:rPr lang="en-ID" b="1" dirty="0"/>
              <a:t>Notifications, </a:t>
            </a:r>
          </a:p>
          <a:p>
            <a:pPr lvl="1"/>
            <a:r>
              <a:rPr lang="en-ID" b="1" dirty="0" err="1"/>
              <a:t>CameraX</a:t>
            </a:r>
            <a:r>
              <a:rPr lang="en-ID" b="1" dirty="0"/>
              <a:t>, </a:t>
            </a:r>
          </a:p>
          <a:p>
            <a:pPr lvl="1"/>
            <a:r>
              <a:rPr lang="en-ID" b="1" dirty="0"/>
              <a:t>Download Manager, </a:t>
            </a:r>
          </a:p>
          <a:p>
            <a:pPr lvl="1"/>
            <a:r>
              <a:rPr lang="en-ID" b="1" dirty="0"/>
              <a:t>Media &amp; Playback, </a:t>
            </a:r>
          </a:p>
          <a:p>
            <a:pPr lvl="1"/>
            <a:r>
              <a:rPr lang="en-ID" b="1" dirty="0"/>
              <a:t>Permissions, </a:t>
            </a:r>
          </a:p>
          <a:p>
            <a:pPr lvl="1"/>
            <a:r>
              <a:rPr lang="en-ID" b="1" dirty="0"/>
              <a:t>Preferences, </a:t>
            </a:r>
          </a:p>
          <a:p>
            <a:pPr lvl="1"/>
            <a:r>
              <a:rPr lang="en-ID" b="1" dirty="0"/>
              <a:t>Sharing, dan </a:t>
            </a:r>
          </a:p>
          <a:p>
            <a:pPr lvl="1"/>
            <a:r>
              <a:rPr lang="en-ID" b="1" dirty="0"/>
              <a:t>Slices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4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59F9-7337-0D20-2F17-BF4E627C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Navigation 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A1439-2558-17DF-BAAC-C81CD108F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Bagian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Android Jetpack yang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menyederhanakan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Android. </a:t>
            </a:r>
          </a:p>
          <a:p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centralized structure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destination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fragment dan activity.</a:t>
            </a:r>
          </a:p>
          <a:p>
            <a:r>
              <a:rPr lang="en-ID" dirty="0" err="1"/>
              <a:t>Dengan</a:t>
            </a:r>
            <a:r>
              <a:rPr lang="en-ID" dirty="0"/>
              <a:t> navigation component,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b="1" dirty="0"/>
              <a:t>navigation graph </a:t>
            </a:r>
            <a:r>
              <a:rPr lang="en-ID" b="1" dirty="0" err="1"/>
              <a:t>aplikasi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visual </a:t>
            </a:r>
            <a:r>
              <a:rPr lang="en-ID" b="1" dirty="0" err="1"/>
              <a:t>dengan</a:t>
            </a:r>
            <a:r>
              <a:rPr lang="en-ID" b="1" dirty="0"/>
              <a:t> XML </a:t>
            </a:r>
            <a:r>
              <a:rPr lang="en-ID" b="1" dirty="0" err="1"/>
              <a:t>sehingga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mudah</a:t>
            </a:r>
            <a:r>
              <a:rPr lang="en-ID" b="1" dirty="0"/>
              <a:t> </a:t>
            </a:r>
            <a:r>
              <a:rPr lang="en-ID" b="1" dirty="0" err="1"/>
              <a:t>mengelola</a:t>
            </a:r>
            <a:r>
              <a:rPr lang="en-ID" b="1" dirty="0"/>
              <a:t> </a:t>
            </a:r>
            <a:r>
              <a:rPr lang="en-ID" b="1" dirty="0" err="1"/>
              <a:t>perubahan</a:t>
            </a:r>
            <a:r>
              <a:rPr lang="en-ID" b="1" dirty="0"/>
              <a:t> </a:t>
            </a:r>
            <a:r>
              <a:rPr lang="en-ID" b="1" dirty="0" err="1"/>
              <a:t>navigasi</a:t>
            </a:r>
            <a:r>
              <a:rPr lang="en-ID" b="1" dirty="0"/>
              <a:t> dan </a:t>
            </a:r>
            <a:r>
              <a:rPr lang="en-ID" b="1" dirty="0" err="1"/>
              <a:t>memperbarui</a:t>
            </a:r>
            <a:r>
              <a:rPr lang="en-ID" b="1" dirty="0"/>
              <a:t> action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konsisten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406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FEE4-9A14-5233-A3F0-2398E6EF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2578-B4DF-682A-A240-07319A42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Navigation Component">
            <a:extLst>
              <a:ext uri="{FF2B5EF4-FFF2-40B4-BE49-F238E27FC236}">
                <a16:creationId xmlns:a16="http://schemas.microsoft.com/office/drawing/2014/main" id="{7EA8C58E-8252-A909-7592-28459ABC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684" y="1582126"/>
            <a:ext cx="7709116" cy="459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06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6193-F199-4098-565A-09015DA1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Manfaat</a:t>
            </a:r>
            <a:r>
              <a:rPr lang="en-US" dirty="0"/>
              <a:t>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83597-876B-BA47-CAED-5A60B8BF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visualisasi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Android Studio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perpindahan</a:t>
            </a:r>
            <a:r>
              <a:rPr lang="en-ID" dirty="0"/>
              <a:t> Fragment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up dan back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default.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animasi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transisi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ribet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Membantu</a:t>
            </a:r>
            <a:r>
              <a:rPr lang="en-ID" dirty="0"/>
              <a:t> proses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DeepLink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NavigationUI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navigation drawer dan bottom navigation.</a:t>
            </a:r>
          </a:p>
          <a:p>
            <a:pPr>
              <a:buFont typeface="+mj-lt"/>
              <a:buAutoNum type="arabicPeriod"/>
            </a:pPr>
            <a:r>
              <a:rPr lang="en-ID" dirty="0"/>
              <a:t>Safe </a:t>
            </a:r>
            <a:r>
              <a:rPr lang="en-ID" dirty="0" err="1"/>
              <a:t>Args</a:t>
            </a:r>
            <a:r>
              <a:rPr lang="en-ID" dirty="0"/>
              <a:t>,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data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takut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error </a:t>
            </a:r>
            <a:r>
              <a:rPr lang="en-ID" dirty="0" err="1"/>
              <a:t>karena</a:t>
            </a:r>
            <a:r>
              <a:rPr lang="en-ID" dirty="0"/>
              <a:t> data null.</a:t>
            </a:r>
          </a:p>
        </p:txBody>
      </p:sp>
    </p:spTree>
    <p:extLst>
      <p:ext uri="{BB962C8B-B14F-4D97-AF65-F5344CB8AC3E}">
        <p14:creationId xmlns:p14="http://schemas.microsoft.com/office/powerpoint/2010/main" val="93395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19C2-94EF-BFB7-F8AF-D04075B9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Prinsip</a:t>
            </a:r>
            <a:r>
              <a:rPr lang="en-ID" b="1" dirty="0"/>
              <a:t> Navigation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B576-8C6C-03AD-63E2-9B241C96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D" b="1" dirty="0"/>
              <a:t>Start Destination yang </a:t>
            </a:r>
            <a:r>
              <a:rPr lang="en-ID" b="1" dirty="0" err="1"/>
              <a:t>Tetap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yang </a:t>
            </a:r>
            <a:r>
              <a:rPr lang="en-ID" dirty="0" err="1"/>
              <a:t>konsisten</a:t>
            </a:r>
            <a:r>
              <a:rPr lang="en-ID" dirty="0"/>
              <a:t>, yang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start destination.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kali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kalinya</a:t>
            </a:r>
            <a:r>
              <a:rPr lang="en-ID" dirty="0"/>
              <a:t>.</a:t>
            </a:r>
          </a:p>
          <a:p>
            <a:r>
              <a:rPr lang="en-ID" b="1" dirty="0" err="1"/>
              <a:t>Pemeliharaan</a:t>
            </a:r>
            <a:r>
              <a:rPr lang="en-ID" b="1" dirty="0"/>
              <a:t> State </a:t>
            </a:r>
            <a:r>
              <a:rPr lang="en-ID" b="1" dirty="0" err="1"/>
              <a:t>dalam</a:t>
            </a:r>
            <a:r>
              <a:rPr lang="en-ID" b="1" dirty="0"/>
              <a:t> Stack: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, stack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state </a:t>
            </a:r>
            <a:r>
              <a:rPr lang="en-ID" dirty="0" err="1"/>
              <a:t>aplikasi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demikian</a:t>
            </a:r>
            <a:r>
              <a:rPr lang="en-ID" dirty="0"/>
              <a:t>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 data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progres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.</a:t>
            </a:r>
          </a:p>
          <a:p>
            <a:r>
              <a:rPr lang="en-ID" b="1" dirty="0" err="1"/>
              <a:t>Konsistensi</a:t>
            </a:r>
            <a:r>
              <a:rPr lang="en-ID" b="1" dirty="0"/>
              <a:t> </a:t>
            </a:r>
            <a:r>
              <a:rPr lang="en-ID" b="1" dirty="0" err="1"/>
              <a:t>Tombol</a:t>
            </a:r>
            <a:r>
              <a:rPr lang="en-ID" b="1" dirty="0"/>
              <a:t> </a:t>
            </a:r>
            <a:r>
              <a:rPr lang="en-ID" b="1" dirty="0" err="1"/>
              <a:t>Navigasi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Up di Top App Bar dan </a:t>
            </a:r>
            <a:r>
              <a:rPr lang="en-ID" dirty="0" err="1"/>
              <a:t>tombol</a:t>
            </a:r>
            <a:r>
              <a:rPr lang="en-ID" dirty="0"/>
              <a:t> Back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yang </a:t>
            </a:r>
            <a:r>
              <a:rPr lang="en-ID" dirty="0" err="1"/>
              <a:t>intuitif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r>
              <a:rPr lang="en-ID" b="1" dirty="0" err="1"/>
              <a:t>Tombol</a:t>
            </a:r>
            <a:r>
              <a:rPr lang="en-ID" b="1" dirty="0"/>
              <a:t> Up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Keluar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Aplikasi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start destination,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Up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mengarahkan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gantinya</a:t>
            </a:r>
            <a:r>
              <a:rPr lang="en-ID" dirty="0"/>
              <a:t>, </a:t>
            </a:r>
            <a:r>
              <a:rPr lang="en-ID" dirty="0" err="1"/>
              <a:t>tombol</a:t>
            </a:r>
            <a:r>
              <a:rPr lang="en-ID" dirty="0"/>
              <a:t> Back </a:t>
            </a:r>
            <a:r>
              <a:rPr lang="en-ID" dirty="0" err="1"/>
              <a:t>atau</a:t>
            </a:r>
            <a:r>
              <a:rPr lang="en-ID" dirty="0"/>
              <a:t> gesture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.</a:t>
            </a:r>
          </a:p>
          <a:p>
            <a:r>
              <a:rPr lang="en-ID" b="1" dirty="0" err="1"/>
              <a:t>Konsistensi</a:t>
            </a:r>
            <a:r>
              <a:rPr lang="en-ID" b="1" dirty="0"/>
              <a:t> Alur Deep Link:</a:t>
            </a:r>
            <a:r>
              <a:rPr lang="en-ID" dirty="0"/>
              <a:t> Deep link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backstack</a:t>
            </a:r>
            <a:r>
              <a:rPr lang="en-ID" dirty="0"/>
              <a:t> yang </a:t>
            </a:r>
            <a:r>
              <a:rPr lang="en-ID" dirty="0" err="1"/>
              <a:t>konsisten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manual.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deep link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Back.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demikian</a:t>
            </a:r>
            <a:r>
              <a:rPr lang="en-ID" dirty="0"/>
              <a:t>,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terjaga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manual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deep link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7277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67FE-3781-B7AF-5BA3-5FFC795F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Bagian-Bagian Navigation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2220D-1BF1-4266-4D95-968CE4B1C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Navigation Graph</a:t>
            </a:r>
            <a:endParaRPr lang="en-ID" dirty="0"/>
          </a:p>
          <a:p>
            <a:r>
              <a:rPr lang="en-ID" b="1" dirty="0" err="1"/>
              <a:t>NavHostFragment</a:t>
            </a:r>
            <a:endParaRPr lang="en-ID" b="1" dirty="0"/>
          </a:p>
          <a:p>
            <a:r>
              <a:rPr lang="en-ID" b="1" dirty="0" err="1"/>
              <a:t>NavControlller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07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C50F-9DAE-38C5-5DB8-D01EE87D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Navigation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7131C-C78D-3990-3AB5-604C5ABB8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Navigation Graph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file XML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Android. File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ditempatkan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folder res/navigation.</a:t>
            </a:r>
          </a:p>
          <a:p>
            <a:r>
              <a:rPr lang="en-ID" dirty="0"/>
              <a:t>Navigation Graph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destinasi</a:t>
            </a:r>
            <a:r>
              <a:rPr lang="en-ID" dirty="0"/>
              <a:t> (Destinations), </a:t>
            </a:r>
          </a:p>
          <a:p>
            <a:pPr lvl="1"/>
            <a:r>
              <a:rPr lang="en-ID" dirty="0" err="1"/>
              <a:t>tindakan</a:t>
            </a:r>
            <a:r>
              <a:rPr lang="en-ID" dirty="0"/>
              <a:t> (Actions), </a:t>
            </a:r>
          </a:p>
          <a:p>
            <a:pPr lvl="1"/>
            <a:r>
              <a:rPr lang="en-ID" dirty="0" err="1"/>
              <a:t>argumen</a:t>
            </a:r>
            <a:r>
              <a:rPr lang="en-ID" dirty="0"/>
              <a:t> (Arguments), dan </a:t>
            </a:r>
          </a:p>
          <a:p>
            <a:pPr lvl="1"/>
            <a:r>
              <a:rPr lang="en-ID" dirty="0"/>
              <a:t>deep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7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4B04-66B5-2FC3-ABC0-16BE97C4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1E89-9B8A-7714-E6C4-8E26AF4E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4750969-CE18-EC7F-46FD-2F782E200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829" y="275640"/>
            <a:ext cx="6447971" cy="60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5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3E8B-743A-F3DD-71CA-794732FB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Destinations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AB8BD-14A8-F836-4B61-849C7A84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Destinations </a:t>
            </a:r>
            <a:r>
              <a:rPr lang="en-ID" dirty="0" err="1"/>
              <a:t>dalam</a:t>
            </a:r>
            <a:r>
              <a:rPr lang="en-ID" dirty="0"/>
              <a:t> Navigation Graph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tujuan-tujuan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dicapai</a:t>
            </a:r>
            <a:r>
              <a:rPr lang="en-ID" dirty="0"/>
              <a:t> oleh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 </a:t>
            </a:r>
            <a:r>
              <a:rPr lang="en-ID" dirty="0" err="1"/>
              <a:t>Destinasi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fragment </a:t>
            </a:r>
            <a:r>
              <a:rPr lang="en-ID" dirty="0" err="1"/>
              <a:t>atau</a:t>
            </a:r>
            <a:r>
              <a:rPr lang="en-ID" dirty="0"/>
              <a:t> activity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lain.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destinasi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ID yang </a:t>
            </a:r>
            <a:r>
              <a:rPr lang="en-ID" dirty="0" err="1"/>
              <a:t>unik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merujuknya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.</a:t>
            </a:r>
            <a:endParaRPr lang="en-US" dirty="0"/>
          </a:p>
        </p:txBody>
      </p:sp>
      <p:pic>
        <p:nvPicPr>
          <p:cNvPr id="3074" name="Picture 2" descr="Destination">
            <a:extLst>
              <a:ext uri="{FF2B5EF4-FFF2-40B4-BE49-F238E27FC236}">
                <a16:creationId xmlns:a16="http://schemas.microsoft.com/office/drawing/2014/main" id="{06DEAE05-F29A-0D1B-2859-C9F5D0E06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415" y="3429000"/>
            <a:ext cx="4760541" cy="324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702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2958-C90D-925F-78B5-7836F8EC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597D9-2D41-245D-C165-A1EFAAF7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destinasi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destinasi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Actions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destinasi</a:t>
            </a:r>
            <a:r>
              <a:rPr lang="en-ID" dirty="0"/>
              <a:t> mana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dituju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menekan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menggeser</a:t>
            </a:r>
            <a:r>
              <a:rPr lang="en-ID" dirty="0"/>
              <a:t> </a:t>
            </a:r>
            <a:r>
              <a:rPr lang="en-ID" dirty="0" err="1"/>
              <a:t>layar</a:t>
            </a:r>
            <a:endParaRPr lang="en-US" dirty="0"/>
          </a:p>
        </p:txBody>
      </p:sp>
      <p:pic>
        <p:nvPicPr>
          <p:cNvPr id="4098" name="Picture 2" descr="alt text">
            <a:extLst>
              <a:ext uri="{FF2B5EF4-FFF2-40B4-BE49-F238E27FC236}">
                <a16:creationId xmlns:a16="http://schemas.microsoft.com/office/drawing/2014/main" id="{26720332-A78F-736C-5689-228AD9921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490" y="3078746"/>
            <a:ext cx="5275053" cy="359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02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DEAD-3E46-C5BA-F593-4714653E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Arguments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7315-7138-6957-BFE4-A0203BD35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data </a:t>
            </a:r>
            <a:r>
              <a:rPr lang="en-ID" dirty="0" err="1"/>
              <a:t>antar</a:t>
            </a:r>
            <a:r>
              <a:rPr lang="en-ID" dirty="0"/>
              <a:t> fragment.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argumen-argumen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fragment, </a:t>
            </a:r>
            <a:r>
              <a:rPr lang="en-ID" dirty="0" err="1"/>
              <a:t>seperti</a:t>
            </a:r>
            <a:r>
              <a:rPr lang="en-ID" dirty="0"/>
              <a:t> data </a:t>
            </a:r>
            <a:r>
              <a:rPr lang="en-ID" dirty="0" err="1"/>
              <a:t>nama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deskripsi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501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DA8C-14EA-A040-9E2E-20AC8A51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Deep link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A3ED-E5FD-F722-A9DF-737C7D713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Deep link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mekanisme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dibuka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URL </a:t>
            </a:r>
            <a:r>
              <a:rPr lang="en-ID" dirty="0" err="1"/>
              <a:t>tertentu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deep link,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agar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fragment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URL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967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738</Words>
  <Application>Microsoft Macintosh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Android Jetpack</vt:lpstr>
      <vt:lpstr>Android Jetpack</vt:lpstr>
      <vt:lpstr>Komponen Jetpack: UI</vt:lpstr>
      <vt:lpstr>Komponen Jetpack: Architecture</vt:lpstr>
      <vt:lpstr>Komponen Jetpack: Foundation</vt:lpstr>
      <vt:lpstr>Komponen Jetpack: Behavior</vt:lpstr>
      <vt:lpstr>Navigation Component</vt:lpstr>
      <vt:lpstr>PowerPoint Presentation</vt:lpstr>
      <vt:lpstr>Manfaat Navigation</vt:lpstr>
      <vt:lpstr>Prinsip Navigation</vt:lpstr>
      <vt:lpstr>Bagian-Bagian Navigation</vt:lpstr>
      <vt:lpstr>Navigation Graph</vt:lpstr>
      <vt:lpstr>Nav Graph</vt:lpstr>
      <vt:lpstr>Destinations</vt:lpstr>
      <vt:lpstr>Actions</vt:lpstr>
      <vt:lpstr>Arguments</vt:lpstr>
      <vt:lpstr>Deep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Jetpack dan Navigation</dc:title>
  <dc:creator>WINAR WINARNO</dc:creator>
  <cp:lastModifiedBy>WINAR WINARNO</cp:lastModifiedBy>
  <cp:revision>12</cp:revision>
  <dcterms:created xsi:type="dcterms:W3CDTF">2024-05-03T22:44:46Z</dcterms:created>
  <dcterms:modified xsi:type="dcterms:W3CDTF">2024-05-04T01:03:53Z</dcterms:modified>
</cp:coreProperties>
</file>