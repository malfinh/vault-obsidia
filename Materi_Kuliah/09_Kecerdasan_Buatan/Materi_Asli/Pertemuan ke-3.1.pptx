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diagrams/data2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59"/>
  </p:notesMasterIdLst>
  <p:sldIdLst>
    <p:sldId id="256" r:id="rId2"/>
    <p:sldId id="352" r:id="rId3"/>
    <p:sldId id="404" r:id="rId4"/>
    <p:sldId id="406" r:id="rId5"/>
    <p:sldId id="407" r:id="rId6"/>
    <p:sldId id="408" r:id="rId7"/>
    <p:sldId id="409" r:id="rId8"/>
    <p:sldId id="410" r:id="rId9"/>
    <p:sldId id="411" r:id="rId10"/>
    <p:sldId id="412" r:id="rId11"/>
    <p:sldId id="413" r:id="rId12"/>
    <p:sldId id="414" r:id="rId13"/>
    <p:sldId id="415" r:id="rId14"/>
    <p:sldId id="417" r:id="rId15"/>
    <p:sldId id="418" r:id="rId16"/>
    <p:sldId id="419" r:id="rId17"/>
    <p:sldId id="420" r:id="rId18"/>
    <p:sldId id="421" r:id="rId19"/>
    <p:sldId id="422" r:id="rId20"/>
    <p:sldId id="423" r:id="rId21"/>
    <p:sldId id="424" r:id="rId22"/>
    <p:sldId id="425" r:id="rId23"/>
    <p:sldId id="426" r:id="rId24"/>
    <p:sldId id="427" r:id="rId25"/>
    <p:sldId id="428" r:id="rId26"/>
    <p:sldId id="429" r:id="rId27"/>
    <p:sldId id="430" r:id="rId28"/>
    <p:sldId id="431" r:id="rId29"/>
    <p:sldId id="433" r:id="rId30"/>
    <p:sldId id="434" r:id="rId31"/>
    <p:sldId id="435" r:id="rId32"/>
    <p:sldId id="436" r:id="rId33"/>
    <p:sldId id="437" r:id="rId34"/>
    <p:sldId id="438" r:id="rId35"/>
    <p:sldId id="439" r:id="rId36"/>
    <p:sldId id="440" r:id="rId37"/>
    <p:sldId id="441" r:id="rId38"/>
    <p:sldId id="442" r:id="rId39"/>
    <p:sldId id="444" r:id="rId40"/>
    <p:sldId id="445" r:id="rId41"/>
    <p:sldId id="446" r:id="rId42"/>
    <p:sldId id="447" r:id="rId43"/>
    <p:sldId id="449" r:id="rId44"/>
    <p:sldId id="450" r:id="rId45"/>
    <p:sldId id="451" r:id="rId46"/>
    <p:sldId id="452" r:id="rId47"/>
    <p:sldId id="453" r:id="rId48"/>
    <p:sldId id="454" r:id="rId49"/>
    <p:sldId id="455" r:id="rId50"/>
    <p:sldId id="456" r:id="rId51"/>
    <p:sldId id="457" r:id="rId52"/>
    <p:sldId id="458" r:id="rId53"/>
    <p:sldId id="459" r:id="rId54"/>
    <p:sldId id="460" r:id="rId55"/>
    <p:sldId id="461" r:id="rId56"/>
    <p:sldId id="462" r:id="rId57"/>
    <p:sldId id="463"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4F76CB-A89E-43B2-9E9C-3744D94B7005}" v="26" dt="2024-02-27T05:43:08.3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0" d="100"/>
          <a:sy n="80" d="100"/>
        </p:scale>
        <p:origin x="60"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harto" userId="26dbef6a-cfea-4e24-8e0c-5099cdaa68f0" providerId="ADAL" clId="{BF4F76CB-A89E-43B2-9E9C-3744D94B7005}"/>
    <pc:docChg chg="undo custSel modSld">
      <pc:chgData name="wiharto" userId="26dbef6a-cfea-4e24-8e0c-5099cdaa68f0" providerId="ADAL" clId="{BF4F76CB-A89E-43B2-9E9C-3744D94B7005}" dt="2024-02-27T05:59:24.160" v="235" actId="20577"/>
      <pc:docMkLst>
        <pc:docMk/>
      </pc:docMkLst>
      <pc:sldChg chg="modSp mod">
        <pc:chgData name="wiharto" userId="26dbef6a-cfea-4e24-8e0c-5099cdaa68f0" providerId="ADAL" clId="{BF4F76CB-A89E-43B2-9E9C-3744D94B7005}" dt="2024-02-27T05:59:24.160" v="235" actId="20577"/>
        <pc:sldMkLst>
          <pc:docMk/>
          <pc:sldMk cId="1163166020" sldId="256"/>
        </pc:sldMkLst>
        <pc:spChg chg="mod">
          <ac:chgData name="wiharto" userId="26dbef6a-cfea-4e24-8e0c-5099cdaa68f0" providerId="ADAL" clId="{BF4F76CB-A89E-43B2-9E9C-3744D94B7005}" dt="2024-02-27T05:59:24.160" v="235" actId="20577"/>
          <ac:spMkLst>
            <pc:docMk/>
            <pc:sldMk cId="1163166020" sldId="256"/>
            <ac:spMk id="2" creationId="{32CAB4FE-8F2F-A1B7-25D2-813EA6908BDF}"/>
          </ac:spMkLst>
        </pc:spChg>
      </pc:sldChg>
      <pc:sldChg chg="addSp delSp modSp mod setBg">
        <pc:chgData name="wiharto" userId="26dbef6a-cfea-4e24-8e0c-5099cdaa68f0" providerId="ADAL" clId="{BF4F76CB-A89E-43B2-9E9C-3744D94B7005}" dt="2024-02-27T05:43:08.338" v="174"/>
        <pc:sldMkLst>
          <pc:docMk/>
          <pc:sldMk cId="610800600" sldId="352"/>
        </pc:sldMkLst>
        <pc:spChg chg="mod">
          <ac:chgData name="wiharto" userId="26dbef6a-cfea-4e24-8e0c-5099cdaa68f0" providerId="ADAL" clId="{BF4F76CB-A89E-43B2-9E9C-3744D94B7005}" dt="2024-02-27T05:42:51.745" v="170" actId="26606"/>
          <ac:spMkLst>
            <pc:docMk/>
            <pc:sldMk cId="610800600" sldId="352"/>
            <ac:spMk id="2" creationId="{5ED93AD2-3E01-982C-596C-63339FC38DDF}"/>
          </ac:spMkLst>
        </pc:spChg>
        <pc:spChg chg="mod">
          <ac:chgData name="wiharto" userId="26dbef6a-cfea-4e24-8e0c-5099cdaa68f0" providerId="ADAL" clId="{BF4F76CB-A89E-43B2-9E9C-3744D94B7005}" dt="2024-02-27T05:42:51.745" v="170" actId="26606"/>
          <ac:spMkLst>
            <pc:docMk/>
            <pc:sldMk cId="610800600" sldId="352"/>
            <ac:spMk id="6" creationId="{00000000-0000-0000-0000-000000000000}"/>
          </ac:spMkLst>
        </pc:spChg>
        <pc:spChg chg="del">
          <ac:chgData name="wiharto" userId="26dbef6a-cfea-4e24-8e0c-5099cdaa68f0" providerId="ADAL" clId="{BF4F76CB-A89E-43B2-9E9C-3744D94B7005}" dt="2024-02-26T00:27:30.605" v="143" actId="26606"/>
          <ac:spMkLst>
            <pc:docMk/>
            <pc:sldMk cId="610800600" sldId="352"/>
            <ac:spMk id="7" creationId="{00000000-0000-0000-0000-000000000000}"/>
          </ac:spMkLst>
        </pc:spChg>
        <pc:spChg chg="add del">
          <ac:chgData name="wiharto" userId="26dbef6a-cfea-4e24-8e0c-5099cdaa68f0" providerId="ADAL" clId="{BF4F76CB-A89E-43B2-9E9C-3744D94B7005}" dt="2024-02-27T05:42:51.745" v="170" actId="26606"/>
          <ac:spMkLst>
            <pc:docMk/>
            <pc:sldMk cId="610800600" sldId="352"/>
            <ac:spMk id="13" creationId="{4D7B8F8F-4528-4480-AFA3-A006195F5AAC}"/>
          </ac:spMkLst>
        </pc:spChg>
        <pc:spChg chg="add del">
          <ac:chgData name="wiharto" userId="26dbef6a-cfea-4e24-8e0c-5099cdaa68f0" providerId="ADAL" clId="{BF4F76CB-A89E-43B2-9E9C-3744D94B7005}" dt="2024-02-27T05:42:51.745" v="170" actId="26606"/>
          <ac:spMkLst>
            <pc:docMk/>
            <pc:sldMk cId="610800600" sldId="352"/>
            <ac:spMk id="15" creationId="{4F8B2185-AE38-43EA-9FA9-E5378AD730D2}"/>
          </ac:spMkLst>
        </pc:spChg>
        <pc:spChg chg="add del">
          <ac:chgData name="wiharto" userId="26dbef6a-cfea-4e24-8e0c-5099cdaa68f0" providerId="ADAL" clId="{BF4F76CB-A89E-43B2-9E9C-3744D94B7005}" dt="2024-02-27T05:42:51.745" v="170" actId="26606"/>
          <ac:spMkLst>
            <pc:docMk/>
            <pc:sldMk cId="610800600" sldId="352"/>
            <ac:spMk id="17" creationId="{0D36BD5A-BF22-48CD-8A55-28B19177CE42}"/>
          </ac:spMkLst>
        </pc:spChg>
        <pc:graphicFrameChg chg="add mod modGraphic">
          <ac:chgData name="wiharto" userId="26dbef6a-cfea-4e24-8e0c-5099cdaa68f0" providerId="ADAL" clId="{BF4F76CB-A89E-43B2-9E9C-3744D94B7005}" dt="2024-02-27T05:43:08.338" v="174"/>
          <ac:graphicFrameMkLst>
            <pc:docMk/>
            <pc:sldMk cId="610800600" sldId="352"/>
            <ac:graphicFrameMk id="9" creationId="{E57D1ACB-F543-4F6C-23F7-7E977093F999}"/>
          </ac:graphicFrameMkLst>
        </pc:graphicFrameChg>
      </pc:sldChg>
      <pc:sldChg chg="addSp delSp modSp mod setBg">
        <pc:chgData name="wiharto" userId="26dbef6a-cfea-4e24-8e0c-5099cdaa68f0" providerId="ADAL" clId="{BF4F76CB-A89E-43B2-9E9C-3744D94B7005}" dt="2024-02-26T00:27:42.539" v="146" actId="26606"/>
        <pc:sldMkLst>
          <pc:docMk/>
          <pc:sldMk cId="245503197" sldId="404"/>
        </pc:sldMkLst>
        <pc:spChg chg="mod">
          <ac:chgData name="wiharto" userId="26dbef6a-cfea-4e24-8e0c-5099cdaa68f0" providerId="ADAL" clId="{BF4F76CB-A89E-43B2-9E9C-3744D94B7005}" dt="2024-02-26T00:27:42.539" v="146" actId="26606"/>
          <ac:spMkLst>
            <pc:docMk/>
            <pc:sldMk cId="245503197" sldId="404"/>
            <ac:spMk id="2" creationId="{00000000-0000-0000-0000-000000000000}"/>
          </ac:spMkLst>
        </pc:spChg>
        <pc:spChg chg="mod">
          <ac:chgData name="wiharto" userId="26dbef6a-cfea-4e24-8e0c-5099cdaa68f0" providerId="ADAL" clId="{BF4F76CB-A89E-43B2-9E9C-3744D94B7005}" dt="2024-02-26T00:27:42.539" v="146" actId="26606"/>
          <ac:spMkLst>
            <pc:docMk/>
            <pc:sldMk cId="245503197" sldId="404"/>
            <ac:spMk id="3" creationId="{68F87434-7855-1052-F6AD-37B974A78900}"/>
          </ac:spMkLst>
        </pc:spChg>
        <pc:spChg chg="add del mod">
          <ac:chgData name="wiharto" userId="26dbef6a-cfea-4e24-8e0c-5099cdaa68f0" providerId="ADAL" clId="{BF4F76CB-A89E-43B2-9E9C-3744D94B7005}" dt="2024-02-26T00:27:42.539" v="146" actId="26606"/>
          <ac:spMkLst>
            <pc:docMk/>
            <pc:sldMk cId="245503197" sldId="404"/>
            <ac:spMk id="3075" creationId="{00000000-0000-0000-0000-000000000000}"/>
          </ac:spMkLst>
        </pc:spChg>
        <pc:spChg chg="add del">
          <ac:chgData name="wiharto" userId="26dbef6a-cfea-4e24-8e0c-5099cdaa68f0" providerId="ADAL" clId="{BF4F76CB-A89E-43B2-9E9C-3744D94B7005}" dt="2024-02-26T00:27:42.532" v="145" actId="26606"/>
          <ac:spMkLst>
            <pc:docMk/>
            <pc:sldMk cId="245503197" sldId="404"/>
            <ac:spMk id="3081" creationId="{4D7B8F8F-4528-4480-AFA3-A006195F5AAC}"/>
          </ac:spMkLst>
        </pc:spChg>
        <pc:spChg chg="add del">
          <ac:chgData name="wiharto" userId="26dbef6a-cfea-4e24-8e0c-5099cdaa68f0" providerId="ADAL" clId="{BF4F76CB-A89E-43B2-9E9C-3744D94B7005}" dt="2024-02-26T00:27:42.532" v="145" actId="26606"/>
          <ac:spMkLst>
            <pc:docMk/>
            <pc:sldMk cId="245503197" sldId="404"/>
            <ac:spMk id="3083" creationId="{4F8B2185-AE38-43EA-9FA9-E5378AD730D2}"/>
          </ac:spMkLst>
        </pc:spChg>
        <pc:spChg chg="add del">
          <ac:chgData name="wiharto" userId="26dbef6a-cfea-4e24-8e0c-5099cdaa68f0" providerId="ADAL" clId="{BF4F76CB-A89E-43B2-9E9C-3744D94B7005}" dt="2024-02-26T00:27:42.532" v="145" actId="26606"/>
          <ac:spMkLst>
            <pc:docMk/>
            <pc:sldMk cId="245503197" sldId="404"/>
            <ac:spMk id="3085" creationId="{0D36BD5A-BF22-48CD-8A55-28B19177CE42}"/>
          </ac:spMkLst>
        </pc:spChg>
        <pc:spChg chg="add">
          <ac:chgData name="wiharto" userId="26dbef6a-cfea-4e24-8e0c-5099cdaa68f0" providerId="ADAL" clId="{BF4F76CB-A89E-43B2-9E9C-3744D94B7005}" dt="2024-02-26T00:27:42.539" v="146" actId="26606"/>
          <ac:spMkLst>
            <pc:docMk/>
            <pc:sldMk cId="245503197" sldId="404"/>
            <ac:spMk id="3088" creationId="{518E5A25-92C5-4F27-8E26-0AAAB0CDC85E}"/>
          </ac:spMkLst>
        </pc:spChg>
        <pc:spChg chg="add">
          <ac:chgData name="wiharto" userId="26dbef6a-cfea-4e24-8e0c-5099cdaa68f0" providerId="ADAL" clId="{BF4F76CB-A89E-43B2-9E9C-3744D94B7005}" dt="2024-02-26T00:27:42.539" v="146" actId="26606"/>
          <ac:spMkLst>
            <pc:docMk/>
            <pc:sldMk cId="245503197" sldId="404"/>
            <ac:spMk id="3089" creationId="{00000000-0000-0000-0000-000000000000}"/>
          </ac:spMkLst>
        </pc:spChg>
        <pc:graphicFrameChg chg="add del">
          <ac:chgData name="wiharto" userId="26dbef6a-cfea-4e24-8e0c-5099cdaa68f0" providerId="ADAL" clId="{BF4F76CB-A89E-43B2-9E9C-3744D94B7005}" dt="2024-02-26T00:27:42.532" v="145" actId="26606"/>
          <ac:graphicFrameMkLst>
            <pc:docMk/>
            <pc:sldMk cId="245503197" sldId="404"/>
            <ac:graphicFrameMk id="3077" creationId="{44C8FCE6-2128-0C3D-007C-CBBA6D78C6BB}"/>
          </ac:graphicFrameMkLst>
        </pc:graphicFrameChg>
        <pc:picChg chg="add">
          <ac:chgData name="wiharto" userId="26dbef6a-cfea-4e24-8e0c-5099cdaa68f0" providerId="ADAL" clId="{BF4F76CB-A89E-43B2-9E9C-3744D94B7005}" dt="2024-02-26T00:27:42.539" v="146" actId="26606"/>
          <ac:picMkLst>
            <pc:docMk/>
            <pc:sldMk cId="245503197" sldId="404"/>
            <ac:picMk id="3087" creationId="{49E9A9E3-2A4F-1423-56B3-BE02D7977A75}"/>
          </ac:picMkLst>
        </pc:picChg>
      </pc:sldChg>
      <pc:sldChg chg="addSp modSp mod setBg">
        <pc:chgData name="wiharto" userId="26dbef6a-cfea-4e24-8e0c-5099cdaa68f0" providerId="ADAL" clId="{BF4F76CB-A89E-43B2-9E9C-3744D94B7005}" dt="2024-02-27T05:43:31.168" v="177" actId="14100"/>
        <pc:sldMkLst>
          <pc:docMk/>
          <pc:sldMk cId="3244220073" sldId="406"/>
        </pc:sldMkLst>
        <pc:spChg chg="mod">
          <ac:chgData name="wiharto" userId="26dbef6a-cfea-4e24-8e0c-5099cdaa68f0" providerId="ADAL" clId="{BF4F76CB-A89E-43B2-9E9C-3744D94B7005}" dt="2024-02-26T00:27:48.188" v="147" actId="26606"/>
          <ac:spMkLst>
            <pc:docMk/>
            <pc:sldMk cId="3244220073" sldId="406"/>
            <ac:spMk id="2" creationId="{00000000-0000-0000-0000-000000000000}"/>
          </ac:spMkLst>
        </pc:spChg>
        <pc:spChg chg="mod">
          <ac:chgData name="wiharto" userId="26dbef6a-cfea-4e24-8e0c-5099cdaa68f0" providerId="ADAL" clId="{BF4F76CB-A89E-43B2-9E9C-3744D94B7005}" dt="2024-02-26T00:27:48.188" v="147" actId="26606"/>
          <ac:spMkLst>
            <pc:docMk/>
            <pc:sldMk cId="3244220073" sldId="406"/>
            <ac:spMk id="3" creationId="{BA957956-AE73-DB01-3947-85553F676F06}"/>
          </ac:spMkLst>
        </pc:spChg>
        <pc:spChg chg="mod">
          <ac:chgData name="wiharto" userId="26dbef6a-cfea-4e24-8e0c-5099cdaa68f0" providerId="ADAL" clId="{BF4F76CB-A89E-43B2-9E9C-3744D94B7005}" dt="2024-02-27T05:43:31.168" v="177" actId="14100"/>
          <ac:spMkLst>
            <pc:docMk/>
            <pc:sldMk cId="3244220073" sldId="406"/>
            <ac:spMk id="4099" creationId="{00000000-0000-0000-0000-000000000000}"/>
          </ac:spMkLst>
        </pc:spChg>
        <pc:spChg chg="add">
          <ac:chgData name="wiharto" userId="26dbef6a-cfea-4e24-8e0c-5099cdaa68f0" providerId="ADAL" clId="{BF4F76CB-A89E-43B2-9E9C-3744D94B7005}" dt="2024-02-26T00:27:48.188" v="147" actId="26606"/>
          <ac:spMkLst>
            <pc:docMk/>
            <pc:sldMk cId="3244220073" sldId="406"/>
            <ac:spMk id="4105" creationId="{518E5A25-92C5-4F27-8E26-0AAAB0CDC85E}"/>
          </ac:spMkLst>
        </pc:spChg>
        <pc:picChg chg="add">
          <ac:chgData name="wiharto" userId="26dbef6a-cfea-4e24-8e0c-5099cdaa68f0" providerId="ADAL" clId="{BF4F76CB-A89E-43B2-9E9C-3744D94B7005}" dt="2024-02-26T00:27:48.188" v="147" actId="26606"/>
          <ac:picMkLst>
            <pc:docMk/>
            <pc:sldMk cId="3244220073" sldId="406"/>
            <ac:picMk id="4101" creationId="{249A95CA-583B-9314-88C2-8F8E61A16896}"/>
          </ac:picMkLst>
        </pc:picChg>
      </pc:sldChg>
      <pc:sldChg chg="modSp">
        <pc:chgData name="wiharto" userId="26dbef6a-cfea-4e24-8e0c-5099cdaa68f0" providerId="ADAL" clId="{BF4F76CB-A89E-43B2-9E9C-3744D94B7005}" dt="2024-02-26T00:18:47.447" v="64" actId="1076"/>
        <pc:sldMkLst>
          <pc:docMk/>
          <pc:sldMk cId="3674817789" sldId="407"/>
        </pc:sldMkLst>
        <pc:picChg chg="mod">
          <ac:chgData name="wiharto" userId="26dbef6a-cfea-4e24-8e0c-5099cdaa68f0" providerId="ADAL" clId="{BF4F76CB-A89E-43B2-9E9C-3744D94B7005}" dt="2024-02-26T00:18:47.447" v="64" actId="1076"/>
          <ac:picMkLst>
            <pc:docMk/>
            <pc:sldMk cId="3674817789" sldId="407"/>
            <ac:picMk id="1026" creationId="{00000000-0000-0000-0000-000000000000}"/>
          </ac:picMkLst>
        </pc:picChg>
      </pc:sldChg>
      <pc:sldChg chg="addSp delSp modSp mod setBg">
        <pc:chgData name="wiharto" userId="26dbef6a-cfea-4e24-8e0c-5099cdaa68f0" providerId="ADAL" clId="{BF4F76CB-A89E-43B2-9E9C-3744D94B7005}" dt="2024-02-26T00:28:03.945" v="149" actId="26606"/>
        <pc:sldMkLst>
          <pc:docMk/>
          <pc:sldMk cId="3097170939" sldId="408"/>
        </pc:sldMkLst>
        <pc:spChg chg="mod">
          <ac:chgData name="wiharto" userId="26dbef6a-cfea-4e24-8e0c-5099cdaa68f0" providerId="ADAL" clId="{BF4F76CB-A89E-43B2-9E9C-3744D94B7005}" dt="2024-02-26T00:28:03.945" v="149" actId="26606"/>
          <ac:spMkLst>
            <pc:docMk/>
            <pc:sldMk cId="3097170939" sldId="408"/>
            <ac:spMk id="2" creationId="{00000000-0000-0000-0000-000000000000}"/>
          </ac:spMkLst>
        </pc:spChg>
        <pc:spChg chg="mod">
          <ac:chgData name="wiharto" userId="26dbef6a-cfea-4e24-8e0c-5099cdaa68f0" providerId="ADAL" clId="{BF4F76CB-A89E-43B2-9E9C-3744D94B7005}" dt="2024-02-26T00:28:03.945" v="149" actId="26606"/>
          <ac:spMkLst>
            <pc:docMk/>
            <pc:sldMk cId="3097170939" sldId="408"/>
            <ac:spMk id="3" creationId="{459E3B2D-C007-6C39-5FBD-E57FCCA7C8FD}"/>
          </ac:spMkLst>
        </pc:spChg>
        <pc:grpChg chg="add del">
          <ac:chgData name="wiharto" userId="26dbef6a-cfea-4e24-8e0c-5099cdaa68f0" providerId="ADAL" clId="{BF4F76CB-A89E-43B2-9E9C-3744D94B7005}" dt="2024-02-26T00:28:03.945" v="149" actId="26606"/>
          <ac:grpSpMkLst>
            <pc:docMk/>
            <pc:sldMk cId="3097170939" sldId="408"/>
            <ac:grpSpMk id="9224" creationId="{B4DE830A-B531-4A3B-96F6-0ECE88B08555}"/>
          </ac:grpSpMkLst>
        </pc:grpChg>
        <pc:picChg chg="mod">
          <ac:chgData name="wiharto" userId="26dbef6a-cfea-4e24-8e0c-5099cdaa68f0" providerId="ADAL" clId="{BF4F76CB-A89E-43B2-9E9C-3744D94B7005}" dt="2024-02-26T00:28:03.945" v="149" actId="26606"/>
          <ac:picMkLst>
            <pc:docMk/>
            <pc:sldMk cId="3097170939" sldId="408"/>
            <ac:picMk id="9219" creationId="{00000000-0000-0000-0000-000000000000}"/>
          </ac:picMkLst>
        </pc:picChg>
      </pc:sldChg>
      <pc:sldChg chg="delSp modSp mod">
        <pc:chgData name="wiharto" userId="26dbef6a-cfea-4e24-8e0c-5099cdaa68f0" providerId="ADAL" clId="{BF4F76CB-A89E-43B2-9E9C-3744D94B7005}" dt="2024-02-26T00:19:20.335" v="69" actId="1440"/>
        <pc:sldMkLst>
          <pc:docMk/>
          <pc:sldMk cId="1031818427" sldId="409"/>
        </pc:sldMkLst>
        <pc:spChg chg="mod">
          <ac:chgData name="wiharto" userId="26dbef6a-cfea-4e24-8e0c-5099cdaa68f0" providerId="ADAL" clId="{BF4F76CB-A89E-43B2-9E9C-3744D94B7005}" dt="2024-02-25T23:33:04.445" v="23" actId="20577"/>
          <ac:spMkLst>
            <pc:docMk/>
            <pc:sldMk cId="1031818427" sldId="409"/>
            <ac:spMk id="2" creationId="{00000000-0000-0000-0000-000000000000}"/>
          </ac:spMkLst>
        </pc:spChg>
        <pc:spChg chg="del mod">
          <ac:chgData name="wiharto" userId="26dbef6a-cfea-4e24-8e0c-5099cdaa68f0" providerId="ADAL" clId="{BF4F76CB-A89E-43B2-9E9C-3744D94B7005}" dt="2024-02-25T23:33:07.710" v="24" actId="478"/>
          <ac:spMkLst>
            <pc:docMk/>
            <pc:sldMk cId="1031818427" sldId="409"/>
            <ac:spMk id="4" creationId="{00000000-0000-0000-0000-000000000000}"/>
          </ac:spMkLst>
        </pc:spChg>
        <pc:picChg chg="mod">
          <ac:chgData name="wiharto" userId="26dbef6a-cfea-4e24-8e0c-5099cdaa68f0" providerId="ADAL" clId="{BF4F76CB-A89E-43B2-9E9C-3744D94B7005}" dt="2024-02-26T00:19:20.335" v="69" actId="1440"/>
          <ac:picMkLst>
            <pc:docMk/>
            <pc:sldMk cId="1031818427" sldId="409"/>
            <ac:picMk id="1026" creationId="{00000000-0000-0000-0000-000000000000}"/>
          </ac:picMkLst>
        </pc:picChg>
      </pc:sldChg>
      <pc:sldChg chg="addSp delSp modSp mod setBg addAnim delAnim">
        <pc:chgData name="wiharto" userId="26dbef6a-cfea-4e24-8e0c-5099cdaa68f0" providerId="ADAL" clId="{BF4F76CB-A89E-43B2-9E9C-3744D94B7005}" dt="2024-02-27T05:43:50.730" v="180" actId="27614"/>
        <pc:sldMkLst>
          <pc:docMk/>
          <pc:sldMk cId="1974071774" sldId="410"/>
        </pc:sldMkLst>
        <pc:spChg chg="mod ord">
          <ac:chgData name="wiharto" userId="26dbef6a-cfea-4e24-8e0c-5099cdaa68f0" providerId="ADAL" clId="{BF4F76CB-A89E-43B2-9E9C-3744D94B7005}" dt="2024-02-27T05:43:47.198" v="178" actId="26606"/>
          <ac:spMkLst>
            <pc:docMk/>
            <pc:sldMk cId="1974071774" sldId="410"/>
            <ac:spMk id="2" creationId="{00000000-0000-0000-0000-000000000000}"/>
          </ac:spMkLst>
        </pc:spChg>
        <pc:spChg chg="mod ord">
          <ac:chgData name="wiharto" userId="26dbef6a-cfea-4e24-8e0c-5099cdaa68f0" providerId="ADAL" clId="{BF4F76CB-A89E-43B2-9E9C-3744D94B7005}" dt="2024-02-26T00:21:00.324" v="86" actId="26606"/>
          <ac:spMkLst>
            <pc:docMk/>
            <pc:sldMk cId="1974071774" sldId="410"/>
            <ac:spMk id="3" creationId="{254F532A-652D-A594-12CA-F07E4ABD79EE}"/>
          </ac:spMkLst>
        </pc:spChg>
        <pc:spChg chg="add del mod">
          <ac:chgData name="wiharto" userId="26dbef6a-cfea-4e24-8e0c-5099cdaa68f0" providerId="ADAL" clId="{BF4F76CB-A89E-43B2-9E9C-3744D94B7005}" dt="2024-02-25T23:32:51.633" v="9" actId="478"/>
          <ac:spMkLst>
            <pc:docMk/>
            <pc:sldMk cId="1974071774" sldId="410"/>
            <ac:spMk id="5" creationId="{72E20310-AF8C-AEB6-D144-7F575BBE637A}"/>
          </ac:spMkLst>
        </pc:spChg>
        <pc:spChg chg="del mod">
          <ac:chgData name="wiharto" userId="26dbef6a-cfea-4e24-8e0c-5099cdaa68f0" providerId="ADAL" clId="{BF4F76CB-A89E-43B2-9E9C-3744D94B7005}" dt="2024-02-25T23:32:48.538" v="8" actId="478"/>
          <ac:spMkLst>
            <pc:docMk/>
            <pc:sldMk cId="1974071774" sldId="410"/>
            <ac:spMk id="7171" creationId="{00000000-0000-0000-0000-000000000000}"/>
          </ac:spMkLst>
        </pc:spChg>
        <pc:spChg chg="add del">
          <ac:chgData name="wiharto" userId="26dbef6a-cfea-4e24-8e0c-5099cdaa68f0" providerId="ADAL" clId="{BF4F76CB-A89E-43B2-9E9C-3744D94B7005}" dt="2024-02-26T00:21:00.324" v="85" actId="26606"/>
          <ac:spMkLst>
            <pc:docMk/>
            <pc:sldMk cId="1974071774" sldId="410"/>
            <ac:spMk id="7199" creationId="{6F39754A-5AE8-4134-AC03-7ECE18F4DDC9}"/>
          </ac:spMkLst>
        </pc:spChg>
        <pc:spChg chg="add del">
          <ac:chgData name="wiharto" userId="26dbef6a-cfea-4e24-8e0c-5099cdaa68f0" providerId="ADAL" clId="{BF4F76CB-A89E-43B2-9E9C-3744D94B7005}" dt="2024-02-26T00:21:00.324" v="85" actId="26606"/>
          <ac:spMkLst>
            <pc:docMk/>
            <pc:sldMk cId="1974071774" sldId="410"/>
            <ac:spMk id="7201" creationId="{32AE4DB1-C4B7-4533-B160-4930689EC4B3}"/>
          </ac:spMkLst>
        </pc:spChg>
        <pc:spChg chg="add del">
          <ac:chgData name="wiharto" userId="26dbef6a-cfea-4e24-8e0c-5099cdaa68f0" providerId="ADAL" clId="{BF4F76CB-A89E-43B2-9E9C-3744D94B7005}" dt="2024-02-26T00:21:00.324" v="85" actId="26606"/>
          <ac:spMkLst>
            <pc:docMk/>
            <pc:sldMk cId="1974071774" sldId="410"/>
            <ac:spMk id="7203" creationId="{0ECCCCC9-1141-4694-BAF8-390E9748D24A}"/>
          </ac:spMkLst>
        </pc:spChg>
        <pc:spChg chg="add del">
          <ac:chgData name="wiharto" userId="26dbef6a-cfea-4e24-8e0c-5099cdaa68f0" providerId="ADAL" clId="{BF4F76CB-A89E-43B2-9E9C-3744D94B7005}" dt="2024-02-26T00:21:00.324" v="85" actId="26606"/>
          <ac:spMkLst>
            <pc:docMk/>
            <pc:sldMk cId="1974071774" sldId="410"/>
            <ac:spMk id="7205" creationId="{210F6196-1DE6-4201-A387-DBD2AD2C7CA6}"/>
          </ac:spMkLst>
        </pc:spChg>
        <pc:spChg chg="add del">
          <ac:chgData name="wiharto" userId="26dbef6a-cfea-4e24-8e0c-5099cdaa68f0" providerId="ADAL" clId="{BF4F76CB-A89E-43B2-9E9C-3744D94B7005}" dt="2024-02-26T00:21:00.324" v="85" actId="26606"/>
          <ac:spMkLst>
            <pc:docMk/>
            <pc:sldMk cId="1974071774" sldId="410"/>
            <ac:spMk id="7207" creationId="{C00FA844-103F-49B6-9883-12F6926E4570}"/>
          </ac:spMkLst>
        </pc:spChg>
        <pc:spChg chg="add del">
          <ac:chgData name="wiharto" userId="26dbef6a-cfea-4e24-8e0c-5099cdaa68f0" providerId="ADAL" clId="{BF4F76CB-A89E-43B2-9E9C-3744D94B7005}" dt="2024-02-26T00:21:00.324" v="85" actId="26606"/>
          <ac:spMkLst>
            <pc:docMk/>
            <pc:sldMk cId="1974071774" sldId="410"/>
            <ac:spMk id="7209" creationId="{34A55DA4-4E39-41CB-BB2B-C34CBB239847}"/>
          </ac:spMkLst>
        </pc:spChg>
        <pc:grpChg chg="add del">
          <ac:chgData name="wiharto" userId="26dbef6a-cfea-4e24-8e0c-5099cdaa68f0" providerId="ADAL" clId="{BF4F76CB-A89E-43B2-9E9C-3744D94B7005}" dt="2024-02-26T00:20:57.773" v="82" actId="26606"/>
          <ac:grpSpMkLst>
            <pc:docMk/>
            <pc:sldMk cId="1974071774" sldId="410"/>
            <ac:grpSpMk id="7179" creationId="{4098A4C6-4FFB-4EF4-8317-8110224DBB67}"/>
          </ac:grpSpMkLst>
        </pc:grpChg>
        <pc:grpChg chg="add del">
          <ac:chgData name="wiharto" userId="26dbef6a-cfea-4e24-8e0c-5099cdaa68f0" providerId="ADAL" clId="{BF4F76CB-A89E-43B2-9E9C-3744D94B7005}" dt="2024-02-26T00:21:00.324" v="85" actId="26606"/>
          <ac:grpSpMkLst>
            <pc:docMk/>
            <pc:sldMk cId="1974071774" sldId="410"/>
            <ac:grpSpMk id="7196" creationId="{5E7C6FB2-8D54-49F6-AD99-A87D2F9F3888}"/>
          </ac:grpSpMkLst>
        </pc:grpChg>
        <pc:grpChg chg="add del">
          <ac:chgData name="wiharto" userId="26dbef6a-cfea-4e24-8e0c-5099cdaa68f0" providerId="ADAL" clId="{BF4F76CB-A89E-43B2-9E9C-3744D94B7005}" dt="2024-02-27T05:43:47.198" v="178" actId="26606"/>
          <ac:grpSpMkLst>
            <pc:docMk/>
            <pc:sldMk cId="1974071774" sldId="410"/>
            <ac:grpSpMk id="7215" creationId="{ABA25A55-2C70-4BF4-84B3-DAB0B6A0F9DE}"/>
          </ac:grpSpMkLst>
        </pc:grpChg>
        <pc:grpChg chg="add">
          <ac:chgData name="wiharto" userId="26dbef6a-cfea-4e24-8e0c-5099cdaa68f0" providerId="ADAL" clId="{BF4F76CB-A89E-43B2-9E9C-3744D94B7005}" dt="2024-02-27T05:43:47.198" v="178" actId="26606"/>
          <ac:grpSpMkLst>
            <pc:docMk/>
            <pc:sldMk cId="1974071774" sldId="410"/>
            <ac:grpSpMk id="7221" creationId="{EBE86EA4-C4F1-4465-B306-7A2BC2285926}"/>
          </ac:grpSpMkLst>
        </pc:grpChg>
        <pc:picChg chg="add mod ord">
          <ac:chgData name="wiharto" userId="26dbef6a-cfea-4e24-8e0c-5099cdaa68f0" providerId="ADAL" clId="{BF4F76CB-A89E-43B2-9E9C-3744D94B7005}" dt="2024-02-27T05:43:47.198" v="178" actId="26606"/>
          <ac:picMkLst>
            <pc:docMk/>
            <pc:sldMk cId="1974071774" sldId="410"/>
            <ac:picMk id="1026" creationId="{7D7C158A-447D-8507-E77A-793C52EA5D85}"/>
          </ac:picMkLst>
        </pc:picChg>
        <pc:picChg chg="mod ord">
          <ac:chgData name="wiharto" userId="26dbef6a-cfea-4e24-8e0c-5099cdaa68f0" providerId="ADAL" clId="{BF4F76CB-A89E-43B2-9E9C-3744D94B7005}" dt="2024-02-27T05:43:50.730" v="180" actId="27614"/>
          <ac:picMkLst>
            <pc:docMk/>
            <pc:sldMk cId="1974071774" sldId="410"/>
            <ac:picMk id="7172" creationId="{00000000-0000-0000-0000-000000000000}"/>
          </ac:picMkLst>
        </pc:picChg>
        <pc:picChg chg="del mod">
          <ac:chgData name="wiharto" userId="26dbef6a-cfea-4e24-8e0c-5099cdaa68f0" providerId="ADAL" clId="{BF4F76CB-A89E-43B2-9E9C-3744D94B7005}" dt="2024-02-26T00:19:51.816" v="72" actId="478"/>
          <ac:picMkLst>
            <pc:docMk/>
            <pc:sldMk cId="1974071774" sldId="410"/>
            <ac:picMk id="7173" creationId="{00000000-0000-0000-0000-000000000000}"/>
          </ac:picMkLst>
        </pc:picChg>
        <pc:picChg chg="mod ord">
          <ac:chgData name="wiharto" userId="26dbef6a-cfea-4e24-8e0c-5099cdaa68f0" providerId="ADAL" clId="{BF4F76CB-A89E-43B2-9E9C-3744D94B7005}" dt="2024-02-27T05:43:50.586" v="179" actId="27614"/>
          <ac:picMkLst>
            <pc:docMk/>
            <pc:sldMk cId="1974071774" sldId="410"/>
            <ac:picMk id="7174" creationId="{00000000-0000-0000-0000-000000000000}"/>
          </ac:picMkLst>
        </pc:picChg>
        <pc:cxnChg chg="add del">
          <ac:chgData name="wiharto" userId="26dbef6a-cfea-4e24-8e0c-5099cdaa68f0" providerId="ADAL" clId="{BF4F76CB-A89E-43B2-9E9C-3744D94B7005}" dt="2024-02-26T00:20:57.773" v="82" actId="26606"/>
          <ac:cxnSpMkLst>
            <pc:docMk/>
            <pc:sldMk cId="1974071774" sldId="410"/>
            <ac:cxnSpMk id="7191" creationId="{076A370E-C7CA-4ED6-BBEE-CE73A7944BBC}"/>
          </ac:cxnSpMkLst>
        </pc:cxnChg>
        <pc:cxnChg chg="add del">
          <ac:chgData name="wiharto" userId="26dbef6a-cfea-4e24-8e0c-5099cdaa68f0" providerId="ADAL" clId="{BF4F76CB-A89E-43B2-9E9C-3744D94B7005}" dt="2024-02-26T00:20:57.773" v="82" actId="26606"/>
          <ac:cxnSpMkLst>
            <pc:docMk/>
            <pc:sldMk cId="1974071774" sldId="410"/>
            <ac:cxnSpMk id="7193" creationId="{09C45DED-5AFE-434B-A28C-F5DF05539BBE}"/>
          </ac:cxnSpMkLst>
        </pc:cxnChg>
        <pc:cxnChg chg="add del">
          <ac:chgData name="wiharto" userId="26dbef6a-cfea-4e24-8e0c-5099cdaa68f0" providerId="ADAL" clId="{BF4F76CB-A89E-43B2-9E9C-3744D94B7005}" dt="2024-02-26T00:21:00.324" v="85" actId="26606"/>
          <ac:cxnSpMkLst>
            <pc:docMk/>
            <pc:sldMk cId="1974071774" sldId="410"/>
            <ac:cxnSpMk id="7195" creationId="{25CE52D3-C514-4A45-92CA-07DE58D64A18}"/>
          </ac:cxnSpMkLst>
        </pc:cxnChg>
        <pc:cxnChg chg="add del">
          <ac:chgData name="wiharto" userId="26dbef6a-cfea-4e24-8e0c-5099cdaa68f0" providerId="ADAL" clId="{BF4F76CB-A89E-43B2-9E9C-3744D94B7005}" dt="2024-02-26T00:21:00.324" v="85" actId="26606"/>
          <ac:cxnSpMkLst>
            <pc:docMk/>
            <pc:sldMk cId="1974071774" sldId="410"/>
            <ac:cxnSpMk id="7197" creationId="{56CF17F1-9214-4D4D-89BB-392A193CC035}"/>
          </ac:cxnSpMkLst>
        </pc:cxnChg>
        <pc:cxnChg chg="add del">
          <ac:chgData name="wiharto" userId="26dbef6a-cfea-4e24-8e0c-5099cdaa68f0" providerId="ADAL" clId="{BF4F76CB-A89E-43B2-9E9C-3744D94B7005}" dt="2024-02-26T00:21:00.324" v="85" actId="26606"/>
          <ac:cxnSpMkLst>
            <pc:docMk/>
            <pc:sldMk cId="1974071774" sldId="410"/>
            <ac:cxnSpMk id="7212" creationId="{1A82D787-0E65-4BA9-AB8B-05FB4138AFF2}"/>
          </ac:cxnSpMkLst>
        </pc:cxnChg>
        <pc:cxnChg chg="add del">
          <ac:chgData name="wiharto" userId="26dbef6a-cfea-4e24-8e0c-5099cdaa68f0" providerId="ADAL" clId="{BF4F76CB-A89E-43B2-9E9C-3744D94B7005}" dt="2024-02-26T00:21:00.324" v="85" actId="26606"/>
          <ac:cxnSpMkLst>
            <pc:docMk/>
            <pc:sldMk cId="1974071774" sldId="410"/>
            <ac:cxnSpMk id="7213" creationId="{418F5B94-2B91-4FD4-9982-D500C5EAB908}"/>
          </ac:cxnSpMkLst>
        </pc:cxnChg>
      </pc:sldChg>
      <pc:sldChg chg="addSp delSp modSp mod">
        <pc:chgData name="wiharto" userId="26dbef6a-cfea-4e24-8e0c-5099cdaa68f0" providerId="ADAL" clId="{BF4F76CB-A89E-43B2-9E9C-3744D94B7005}" dt="2024-02-26T00:21:41.451" v="91" actId="14100"/>
        <pc:sldMkLst>
          <pc:docMk/>
          <pc:sldMk cId="2031160825" sldId="411"/>
        </pc:sldMkLst>
        <pc:spChg chg="mod">
          <ac:chgData name="wiharto" userId="26dbef6a-cfea-4e24-8e0c-5099cdaa68f0" providerId="ADAL" clId="{BF4F76CB-A89E-43B2-9E9C-3744D94B7005}" dt="2024-02-25T23:33:20.833" v="28" actId="1076"/>
          <ac:spMkLst>
            <pc:docMk/>
            <pc:sldMk cId="2031160825" sldId="411"/>
            <ac:spMk id="6" creationId="{00000000-0000-0000-0000-000000000000}"/>
          </ac:spMkLst>
        </pc:spChg>
        <pc:spChg chg="mod">
          <ac:chgData name="wiharto" userId="26dbef6a-cfea-4e24-8e0c-5099cdaa68f0" providerId="ADAL" clId="{BF4F76CB-A89E-43B2-9E9C-3744D94B7005}" dt="2024-02-25T23:33:24.040" v="29" actId="1076"/>
          <ac:spMkLst>
            <pc:docMk/>
            <pc:sldMk cId="2031160825" sldId="411"/>
            <ac:spMk id="10" creationId="{00000000-0000-0000-0000-000000000000}"/>
          </ac:spMkLst>
        </pc:spChg>
        <pc:picChg chg="del mod">
          <ac:chgData name="wiharto" userId="26dbef6a-cfea-4e24-8e0c-5099cdaa68f0" providerId="ADAL" clId="{BF4F76CB-A89E-43B2-9E9C-3744D94B7005}" dt="2024-02-26T00:21:30.716" v="88" actId="478"/>
          <ac:picMkLst>
            <pc:docMk/>
            <pc:sldMk cId="2031160825" sldId="411"/>
            <ac:picMk id="1027" creationId="{00000000-0000-0000-0000-000000000000}"/>
          </ac:picMkLst>
        </pc:picChg>
        <pc:picChg chg="mod">
          <ac:chgData name="wiharto" userId="26dbef6a-cfea-4e24-8e0c-5099cdaa68f0" providerId="ADAL" clId="{BF4F76CB-A89E-43B2-9E9C-3744D94B7005}" dt="2024-02-25T23:33:26.675" v="30" actId="1076"/>
          <ac:picMkLst>
            <pc:docMk/>
            <pc:sldMk cId="2031160825" sldId="411"/>
            <ac:picMk id="1028" creationId="{00000000-0000-0000-0000-000000000000}"/>
          </ac:picMkLst>
        </pc:picChg>
        <pc:picChg chg="add mod">
          <ac:chgData name="wiharto" userId="26dbef6a-cfea-4e24-8e0c-5099cdaa68f0" providerId="ADAL" clId="{BF4F76CB-A89E-43B2-9E9C-3744D94B7005}" dt="2024-02-26T00:21:41.451" v="91" actId="14100"/>
          <ac:picMkLst>
            <pc:docMk/>
            <pc:sldMk cId="2031160825" sldId="411"/>
            <ac:picMk id="2050" creationId="{948DE384-D9FC-E9E9-C5CA-1B726AD34B65}"/>
          </ac:picMkLst>
        </pc:picChg>
      </pc:sldChg>
      <pc:sldChg chg="addSp delSp modSp mod setBg setClrOvrMap">
        <pc:chgData name="wiharto" userId="26dbef6a-cfea-4e24-8e0c-5099cdaa68f0" providerId="ADAL" clId="{BF4F76CB-A89E-43B2-9E9C-3744D94B7005}" dt="2024-02-27T05:44:03.289" v="182" actId="255"/>
        <pc:sldMkLst>
          <pc:docMk/>
          <pc:sldMk cId="1645752624" sldId="412"/>
        </pc:sldMkLst>
        <pc:spChg chg="mod">
          <ac:chgData name="wiharto" userId="26dbef6a-cfea-4e24-8e0c-5099cdaa68f0" providerId="ADAL" clId="{BF4F76CB-A89E-43B2-9E9C-3744D94B7005}" dt="2024-02-27T05:43:57.849" v="181" actId="26606"/>
          <ac:spMkLst>
            <pc:docMk/>
            <pc:sldMk cId="1645752624" sldId="412"/>
            <ac:spMk id="2" creationId="{00000000-0000-0000-0000-000000000000}"/>
          </ac:spMkLst>
        </pc:spChg>
        <pc:spChg chg="mod">
          <ac:chgData name="wiharto" userId="26dbef6a-cfea-4e24-8e0c-5099cdaa68f0" providerId="ADAL" clId="{BF4F76CB-A89E-43B2-9E9C-3744D94B7005}" dt="2024-02-27T05:43:57.849" v="181" actId="26606"/>
          <ac:spMkLst>
            <pc:docMk/>
            <pc:sldMk cId="1645752624" sldId="412"/>
            <ac:spMk id="3" creationId="{F6917F59-AA77-310D-2DAF-DAF80A767ACB}"/>
          </ac:spMkLst>
        </pc:spChg>
        <pc:spChg chg="mod">
          <ac:chgData name="wiharto" userId="26dbef6a-cfea-4e24-8e0c-5099cdaa68f0" providerId="ADAL" clId="{BF4F76CB-A89E-43B2-9E9C-3744D94B7005}" dt="2024-02-27T05:44:03.289" v="182" actId="255"/>
          <ac:spMkLst>
            <pc:docMk/>
            <pc:sldMk cId="1645752624" sldId="412"/>
            <ac:spMk id="4" creationId="{00000000-0000-0000-0000-000000000000}"/>
          </ac:spMkLst>
        </pc:spChg>
        <pc:spChg chg="add del">
          <ac:chgData name="wiharto" userId="26dbef6a-cfea-4e24-8e0c-5099cdaa68f0" providerId="ADAL" clId="{BF4F76CB-A89E-43B2-9E9C-3744D94B7005}" dt="2024-02-26T00:22:00.461" v="93" actId="26606"/>
          <ac:spMkLst>
            <pc:docMk/>
            <pc:sldMk cId="1645752624" sldId="412"/>
            <ac:spMk id="14" creationId="{3F088236-D655-4F88-B238-E16762358025}"/>
          </ac:spMkLst>
        </pc:spChg>
        <pc:spChg chg="add del">
          <ac:chgData name="wiharto" userId="26dbef6a-cfea-4e24-8e0c-5099cdaa68f0" providerId="ADAL" clId="{BF4F76CB-A89E-43B2-9E9C-3744D94B7005}" dt="2024-02-26T00:22:00.461" v="93" actId="26606"/>
          <ac:spMkLst>
            <pc:docMk/>
            <pc:sldMk cId="1645752624" sldId="412"/>
            <ac:spMk id="16" creationId="{3DAC0C92-199E-475C-9390-119A9B027276}"/>
          </ac:spMkLst>
        </pc:spChg>
        <pc:spChg chg="add del">
          <ac:chgData name="wiharto" userId="26dbef6a-cfea-4e24-8e0c-5099cdaa68f0" providerId="ADAL" clId="{BF4F76CB-A89E-43B2-9E9C-3744D94B7005}" dt="2024-02-26T00:22:00.461" v="93" actId="26606"/>
          <ac:spMkLst>
            <pc:docMk/>
            <pc:sldMk cId="1645752624" sldId="412"/>
            <ac:spMk id="18" creationId="{C4CFB339-0ED8-4FE2-9EF1-6D1375B8499B}"/>
          </ac:spMkLst>
        </pc:spChg>
        <pc:spChg chg="add del">
          <ac:chgData name="wiharto" userId="26dbef6a-cfea-4e24-8e0c-5099cdaa68f0" providerId="ADAL" clId="{BF4F76CB-A89E-43B2-9E9C-3744D94B7005}" dt="2024-02-26T00:22:00.461" v="93" actId="26606"/>
          <ac:spMkLst>
            <pc:docMk/>
            <pc:sldMk cId="1645752624" sldId="412"/>
            <ac:spMk id="20" creationId="{31896C80-2069-4431-9C19-83B913734490}"/>
          </ac:spMkLst>
        </pc:spChg>
        <pc:spChg chg="add del">
          <ac:chgData name="wiharto" userId="26dbef6a-cfea-4e24-8e0c-5099cdaa68f0" providerId="ADAL" clId="{BF4F76CB-A89E-43B2-9E9C-3744D94B7005}" dt="2024-02-26T00:22:00.461" v="93" actId="26606"/>
          <ac:spMkLst>
            <pc:docMk/>
            <pc:sldMk cId="1645752624" sldId="412"/>
            <ac:spMk id="22" creationId="{BF120A21-0841-4823-B0C4-28AEBCEF9B78}"/>
          </ac:spMkLst>
        </pc:spChg>
        <pc:spChg chg="add del">
          <ac:chgData name="wiharto" userId="26dbef6a-cfea-4e24-8e0c-5099cdaa68f0" providerId="ADAL" clId="{BF4F76CB-A89E-43B2-9E9C-3744D94B7005}" dt="2024-02-26T00:22:00.461" v="93" actId="26606"/>
          <ac:spMkLst>
            <pc:docMk/>
            <pc:sldMk cId="1645752624" sldId="412"/>
            <ac:spMk id="24" creationId="{DBB05BAE-BBD3-4289-899F-A6851503C6B0}"/>
          </ac:spMkLst>
        </pc:spChg>
        <pc:spChg chg="add del">
          <ac:chgData name="wiharto" userId="26dbef6a-cfea-4e24-8e0c-5099cdaa68f0" providerId="ADAL" clId="{BF4F76CB-A89E-43B2-9E9C-3744D94B7005}" dt="2024-02-26T00:22:00.461" v="93" actId="26606"/>
          <ac:spMkLst>
            <pc:docMk/>
            <pc:sldMk cId="1645752624" sldId="412"/>
            <ac:spMk id="26" creationId="{9874D11C-36F5-4BBE-A490-019A54E953B0}"/>
          </ac:spMkLst>
        </pc:spChg>
        <pc:spChg chg="add del">
          <ac:chgData name="wiharto" userId="26dbef6a-cfea-4e24-8e0c-5099cdaa68f0" providerId="ADAL" clId="{BF4F76CB-A89E-43B2-9E9C-3744D94B7005}" dt="2024-02-27T05:43:57.849" v="181" actId="26606"/>
          <ac:spMkLst>
            <pc:docMk/>
            <pc:sldMk cId="1645752624" sldId="412"/>
            <ac:spMk id="29" creationId="{3BCB5F6A-9EB0-40B0-9D13-3023E9A20508}"/>
          </ac:spMkLst>
        </pc:spChg>
        <pc:spChg chg="add">
          <ac:chgData name="wiharto" userId="26dbef6a-cfea-4e24-8e0c-5099cdaa68f0" providerId="ADAL" clId="{BF4F76CB-A89E-43B2-9E9C-3744D94B7005}" dt="2024-02-27T05:43:57.849" v="181" actId="26606"/>
          <ac:spMkLst>
            <pc:docMk/>
            <pc:sldMk cId="1645752624" sldId="412"/>
            <ac:spMk id="34" creationId="{2A4588C6-4069-4731-BFB4-10F1E6D37842}"/>
          </ac:spMkLst>
        </pc:spChg>
        <pc:spChg chg="add">
          <ac:chgData name="wiharto" userId="26dbef6a-cfea-4e24-8e0c-5099cdaa68f0" providerId="ADAL" clId="{BF4F76CB-A89E-43B2-9E9C-3744D94B7005}" dt="2024-02-27T05:43:57.849" v="181" actId="26606"/>
          <ac:spMkLst>
            <pc:docMk/>
            <pc:sldMk cId="1645752624" sldId="412"/>
            <ac:spMk id="36" creationId="{23370524-0FE7-41B4-ABCF-7FB26B6CF1F6}"/>
          </ac:spMkLst>
        </pc:spChg>
        <pc:spChg chg="add">
          <ac:chgData name="wiharto" userId="26dbef6a-cfea-4e24-8e0c-5099cdaa68f0" providerId="ADAL" clId="{BF4F76CB-A89E-43B2-9E9C-3744D94B7005}" dt="2024-02-27T05:43:57.849" v="181" actId="26606"/>
          <ac:spMkLst>
            <pc:docMk/>
            <pc:sldMk cId="1645752624" sldId="412"/>
            <ac:spMk id="42" creationId="{4E93B92B-0DD5-4277-9D69-972ABADC3559}"/>
          </ac:spMkLst>
        </pc:spChg>
        <pc:spChg chg="add">
          <ac:chgData name="wiharto" userId="26dbef6a-cfea-4e24-8e0c-5099cdaa68f0" providerId="ADAL" clId="{BF4F76CB-A89E-43B2-9E9C-3744D94B7005}" dt="2024-02-27T05:43:57.849" v="181" actId="26606"/>
          <ac:spMkLst>
            <pc:docMk/>
            <pc:sldMk cId="1645752624" sldId="412"/>
            <ac:spMk id="44" creationId="{7CE87768-354E-4E3F-8202-9F387CF50590}"/>
          </ac:spMkLst>
        </pc:spChg>
        <pc:spChg chg="add">
          <ac:chgData name="wiharto" userId="26dbef6a-cfea-4e24-8e0c-5099cdaa68f0" providerId="ADAL" clId="{BF4F76CB-A89E-43B2-9E9C-3744D94B7005}" dt="2024-02-27T05:43:57.849" v="181" actId="26606"/>
          <ac:spMkLst>
            <pc:docMk/>
            <pc:sldMk cId="1645752624" sldId="412"/>
            <ac:spMk id="46" creationId="{09E5B98F-BD75-4A30-BF72-0A91074702FC}"/>
          </ac:spMkLst>
        </pc:spChg>
        <pc:spChg chg="add">
          <ac:chgData name="wiharto" userId="26dbef6a-cfea-4e24-8e0c-5099cdaa68f0" providerId="ADAL" clId="{BF4F76CB-A89E-43B2-9E9C-3744D94B7005}" dt="2024-02-27T05:43:57.849" v="181" actId="26606"/>
          <ac:spMkLst>
            <pc:docMk/>
            <pc:sldMk cId="1645752624" sldId="412"/>
            <ac:spMk id="48" creationId="{8AAB91E3-41BE-4478-BF23-A24D43E146C5}"/>
          </ac:spMkLst>
        </pc:spChg>
        <pc:spChg chg="add">
          <ac:chgData name="wiharto" userId="26dbef6a-cfea-4e24-8e0c-5099cdaa68f0" providerId="ADAL" clId="{BF4F76CB-A89E-43B2-9E9C-3744D94B7005}" dt="2024-02-27T05:43:57.849" v="181" actId="26606"/>
          <ac:spMkLst>
            <pc:docMk/>
            <pc:sldMk cId="1645752624" sldId="412"/>
            <ac:spMk id="50" creationId="{96DFC7EA-8516-41F1-8ED9-C0A8E1E0862A}"/>
          </ac:spMkLst>
        </pc:spChg>
        <pc:spChg chg="add">
          <ac:chgData name="wiharto" userId="26dbef6a-cfea-4e24-8e0c-5099cdaa68f0" providerId="ADAL" clId="{BF4F76CB-A89E-43B2-9E9C-3744D94B7005}" dt="2024-02-27T05:43:57.849" v="181" actId="26606"/>
          <ac:spMkLst>
            <pc:docMk/>
            <pc:sldMk cId="1645752624" sldId="412"/>
            <ac:spMk id="52" creationId="{E24E972C-8744-4CFA-B783-41EA3CC38199}"/>
          </ac:spMkLst>
        </pc:spChg>
        <pc:spChg chg="add">
          <ac:chgData name="wiharto" userId="26dbef6a-cfea-4e24-8e0c-5099cdaa68f0" providerId="ADAL" clId="{BF4F76CB-A89E-43B2-9E9C-3744D94B7005}" dt="2024-02-27T05:43:57.849" v="181" actId="26606"/>
          <ac:spMkLst>
            <pc:docMk/>
            <pc:sldMk cId="1645752624" sldId="412"/>
            <ac:spMk id="54" creationId="{C7C88F2E-E233-48BA-B85F-D06BA522B790}"/>
          </ac:spMkLst>
        </pc:spChg>
        <pc:picChg chg="add del">
          <ac:chgData name="wiharto" userId="26dbef6a-cfea-4e24-8e0c-5099cdaa68f0" providerId="ADAL" clId="{BF4F76CB-A89E-43B2-9E9C-3744D94B7005}" dt="2024-02-26T00:22:00.461" v="93" actId="26606"/>
          <ac:picMkLst>
            <pc:docMk/>
            <pc:sldMk cId="1645752624" sldId="412"/>
            <ac:picMk id="6" creationId="{61DCFB0E-D784-8775-3E8A-40C47383232D}"/>
          </ac:picMkLst>
        </pc:picChg>
        <pc:picChg chg="add mod ord">
          <ac:chgData name="wiharto" userId="26dbef6a-cfea-4e24-8e0c-5099cdaa68f0" providerId="ADAL" clId="{BF4F76CB-A89E-43B2-9E9C-3744D94B7005}" dt="2024-02-27T05:43:57.849" v="181" actId="26606"/>
          <ac:picMkLst>
            <pc:docMk/>
            <pc:sldMk cId="1645752624" sldId="412"/>
            <ac:picMk id="28" creationId="{A46A9731-65A3-B5A1-7AC3-E9979EB37C6F}"/>
          </ac:picMkLst>
        </pc:picChg>
        <pc:cxnChg chg="add del">
          <ac:chgData name="wiharto" userId="26dbef6a-cfea-4e24-8e0c-5099cdaa68f0" providerId="ADAL" clId="{BF4F76CB-A89E-43B2-9E9C-3744D94B7005}" dt="2024-02-26T00:22:00.461" v="93" actId="26606"/>
          <ac:cxnSpMkLst>
            <pc:docMk/>
            <pc:sldMk cId="1645752624" sldId="412"/>
            <ac:cxnSpMk id="10" creationId="{64FA5DFF-7FE6-4855-84E6-DFA78EE978BD}"/>
          </ac:cxnSpMkLst>
        </pc:cxnChg>
        <pc:cxnChg chg="add del">
          <ac:chgData name="wiharto" userId="26dbef6a-cfea-4e24-8e0c-5099cdaa68f0" providerId="ADAL" clId="{BF4F76CB-A89E-43B2-9E9C-3744D94B7005}" dt="2024-02-26T00:22:00.461" v="93" actId="26606"/>
          <ac:cxnSpMkLst>
            <pc:docMk/>
            <pc:sldMk cId="1645752624" sldId="412"/>
            <ac:cxnSpMk id="12" creationId="{2AFD8CBA-54A3-4363-991B-B9C631BBFA74}"/>
          </ac:cxnSpMkLst>
        </pc:cxnChg>
        <pc:cxnChg chg="add">
          <ac:chgData name="wiharto" userId="26dbef6a-cfea-4e24-8e0c-5099cdaa68f0" providerId="ADAL" clId="{BF4F76CB-A89E-43B2-9E9C-3744D94B7005}" dt="2024-02-27T05:43:57.849" v="181" actId="26606"/>
          <ac:cxnSpMkLst>
            <pc:docMk/>
            <pc:sldMk cId="1645752624" sldId="412"/>
            <ac:cxnSpMk id="38" creationId="{E0A9CA40-1F57-4A6D-ACDA-F720AA468CF6}"/>
          </ac:cxnSpMkLst>
        </pc:cxnChg>
        <pc:cxnChg chg="add">
          <ac:chgData name="wiharto" userId="26dbef6a-cfea-4e24-8e0c-5099cdaa68f0" providerId="ADAL" clId="{BF4F76CB-A89E-43B2-9E9C-3744D94B7005}" dt="2024-02-27T05:43:57.849" v="181" actId="26606"/>
          <ac:cxnSpMkLst>
            <pc:docMk/>
            <pc:sldMk cId="1645752624" sldId="412"/>
            <ac:cxnSpMk id="40" creationId="{B2A94EDB-B0FE-4678-8E69-0F137AE3BE6C}"/>
          </ac:cxnSpMkLst>
        </pc:cxnChg>
      </pc:sldChg>
      <pc:sldChg chg="addSp delSp modSp mod setBg">
        <pc:chgData name="wiharto" userId="26dbef6a-cfea-4e24-8e0c-5099cdaa68f0" providerId="ADAL" clId="{BF4F76CB-A89E-43B2-9E9C-3744D94B7005}" dt="2024-02-26T00:22:17.312" v="95" actId="26606"/>
        <pc:sldMkLst>
          <pc:docMk/>
          <pc:sldMk cId="3340655066" sldId="413"/>
        </pc:sldMkLst>
        <pc:spChg chg="mod">
          <ac:chgData name="wiharto" userId="26dbef6a-cfea-4e24-8e0c-5099cdaa68f0" providerId="ADAL" clId="{BF4F76CB-A89E-43B2-9E9C-3744D94B7005}" dt="2024-02-26T00:22:17.312" v="95" actId="26606"/>
          <ac:spMkLst>
            <pc:docMk/>
            <pc:sldMk cId="3340655066" sldId="413"/>
            <ac:spMk id="2" creationId="{00000000-0000-0000-0000-000000000000}"/>
          </ac:spMkLst>
        </pc:spChg>
        <pc:spChg chg="mod">
          <ac:chgData name="wiharto" userId="26dbef6a-cfea-4e24-8e0c-5099cdaa68f0" providerId="ADAL" clId="{BF4F76CB-A89E-43B2-9E9C-3744D94B7005}" dt="2024-02-26T00:22:17.312" v="95" actId="26606"/>
          <ac:spMkLst>
            <pc:docMk/>
            <pc:sldMk cId="3340655066" sldId="413"/>
            <ac:spMk id="3" creationId="{86B6AD9B-DAB8-FA4A-B43F-BF07ACDA474D}"/>
          </ac:spMkLst>
        </pc:spChg>
        <pc:spChg chg="del mod">
          <ac:chgData name="wiharto" userId="26dbef6a-cfea-4e24-8e0c-5099cdaa68f0" providerId="ADAL" clId="{BF4F76CB-A89E-43B2-9E9C-3744D94B7005}" dt="2024-02-26T00:22:17.312" v="95" actId="26606"/>
          <ac:spMkLst>
            <pc:docMk/>
            <pc:sldMk cId="3340655066" sldId="413"/>
            <ac:spMk id="5123" creationId="{00000000-0000-0000-0000-000000000000}"/>
          </ac:spMkLst>
        </pc:spChg>
        <pc:spChg chg="add">
          <ac:chgData name="wiharto" userId="26dbef6a-cfea-4e24-8e0c-5099cdaa68f0" providerId="ADAL" clId="{BF4F76CB-A89E-43B2-9E9C-3744D94B7005}" dt="2024-02-26T00:22:17.312" v="95" actId="26606"/>
          <ac:spMkLst>
            <pc:docMk/>
            <pc:sldMk cId="3340655066" sldId="413"/>
            <ac:spMk id="5129" creationId="{80265050-FD84-47EF-A163-6A481836C14E}"/>
          </ac:spMkLst>
        </pc:spChg>
        <pc:spChg chg="add">
          <ac:chgData name="wiharto" userId="26dbef6a-cfea-4e24-8e0c-5099cdaa68f0" providerId="ADAL" clId="{BF4F76CB-A89E-43B2-9E9C-3744D94B7005}" dt="2024-02-26T00:22:17.312" v="95" actId="26606"/>
          <ac:spMkLst>
            <pc:docMk/>
            <pc:sldMk cId="3340655066" sldId="413"/>
            <ac:spMk id="5142" creationId="{DE77CD7A-FE9E-475D-BF9C-78183B0B1BAC}"/>
          </ac:spMkLst>
        </pc:spChg>
        <pc:grpChg chg="add">
          <ac:chgData name="wiharto" userId="26dbef6a-cfea-4e24-8e0c-5099cdaa68f0" providerId="ADAL" clId="{BF4F76CB-A89E-43B2-9E9C-3744D94B7005}" dt="2024-02-26T00:22:17.312" v="95" actId="26606"/>
          <ac:grpSpMkLst>
            <pc:docMk/>
            <pc:sldMk cId="3340655066" sldId="413"/>
            <ac:grpSpMk id="5131" creationId="{A11B064D-F4EB-4312-AEEA-6AFDB257E7C6}"/>
          </ac:grpSpMkLst>
        </pc:grpChg>
        <pc:graphicFrameChg chg="add">
          <ac:chgData name="wiharto" userId="26dbef6a-cfea-4e24-8e0c-5099cdaa68f0" providerId="ADAL" clId="{BF4F76CB-A89E-43B2-9E9C-3744D94B7005}" dt="2024-02-26T00:22:17.312" v="95" actId="26606"/>
          <ac:graphicFrameMkLst>
            <pc:docMk/>
            <pc:sldMk cId="3340655066" sldId="413"/>
            <ac:graphicFrameMk id="5125" creationId="{71487FA5-BCA2-7260-4465-7BDFA2C68422}"/>
          </ac:graphicFrameMkLst>
        </pc:graphicFrameChg>
      </pc:sldChg>
      <pc:sldChg chg="modSp mod">
        <pc:chgData name="wiharto" userId="26dbef6a-cfea-4e24-8e0c-5099cdaa68f0" providerId="ADAL" clId="{BF4F76CB-A89E-43B2-9E9C-3744D94B7005}" dt="2024-02-25T23:33:54.942" v="38" actId="14100"/>
        <pc:sldMkLst>
          <pc:docMk/>
          <pc:sldMk cId="3286228375" sldId="414"/>
        </pc:sldMkLst>
        <pc:spChg chg="mod">
          <ac:chgData name="wiharto" userId="26dbef6a-cfea-4e24-8e0c-5099cdaa68f0" providerId="ADAL" clId="{BF4F76CB-A89E-43B2-9E9C-3744D94B7005}" dt="2024-02-25T23:33:52.333" v="37" actId="14100"/>
          <ac:spMkLst>
            <pc:docMk/>
            <pc:sldMk cId="3286228375" sldId="414"/>
            <ac:spMk id="3" creationId="{00000000-0000-0000-0000-000000000000}"/>
          </ac:spMkLst>
        </pc:spChg>
        <pc:spChg chg="mod">
          <ac:chgData name="wiharto" userId="26dbef6a-cfea-4e24-8e0c-5099cdaa68f0" providerId="ADAL" clId="{BF4F76CB-A89E-43B2-9E9C-3744D94B7005}" dt="2024-02-25T23:33:54.942" v="38" actId="14100"/>
          <ac:spMkLst>
            <pc:docMk/>
            <pc:sldMk cId="3286228375" sldId="414"/>
            <ac:spMk id="4" creationId="{00000000-0000-0000-0000-000000000000}"/>
          </ac:spMkLst>
        </pc:spChg>
      </pc:sldChg>
      <pc:sldChg chg="modSp mod">
        <pc:chgData name="wiharto" userId="26dbef6a-cfea-4e24-8e0c-5099cdaa68f0" providerId="ADAL" clId="{BF4F76CB-A89E-43B2-9E9C-3744D94B7005}" dt="2024-02-25T23:34:27.668" v="44" actId="14100"/>
        <pc:sldMkLst>
          <pc:docMk/>
          <pc:sldMk cId="849980573" sldId="415"/>
        </pc:sldMkLst>
        <pc:spChg chg="mod">
          <ac:chgData name="wiharto" userId="26dbef6a-cfea-4e24-8e0c-5099cdaa68f0" providerId="ADAL" clId="{BF4F76CB-A89E-43B2-9E9C-3744D94B7005}" dt="2024-02-25T23:34:27.668" v="44" actId="14100"/>
          <ac:spMkLst>
            <pc:docMk/>
            <pc:sldMk cId="849980573" sldId="415"/>
            <ac:spMk id="3" creationId="{00000000-0000-0000-0000-000000000000}"/>
          </ac:spMkLst>
        </pc:spChg>
        <pc:spChg chg="mod">
          <ac:chgData name="wiharto" userId="26dbef6a-cfea-4e24-8e0c-5099cdaa68f0" providerId="ADAL" clId="{BF4F76CB-A89E-43B2-9E9C-3744D94B7005}" dt="2024-02-25T23:34:19.666" v="42" actId="14100"/>
          <ac:spMkLst>
            <pc:docMk/>
            <pc:sldMk cId="849980573" sldId="415"/>
            <ac:spMk id="4" creationId="{00000000-0000-0000-0000-000000000000}"/>
          </ac:spMkLst>
        </pc:spChg>
      </pc:sldChg>
      <pc:sldChg chg="modSp mod">
        <pc:chgData name="wiharto" userId="26dbef6a-cfea-4e24-8e0c-5099cdaa68f0" providerId="ADAL" clId="{BF4F76CB-A89E-43B2-9E9C-3744D94B7005}" dt="2024-02-25T23:34:47.219" v="46" actId="14100"/>
        <pc:sldMkLst>
          <pc:docMk/>
          <pc:sldMk cId="3205825314" sldId="417"/>
        </pc:sldMkLst>
        <pc:spChg chg="mod">
          <ac:chgData name="wiharto" userId="26dbef6a-cfea-4e24-8e0c-5099cdaa68f0" providerId="ADAL" clId="{BF4F76CB-A89E-43B2-9E9C-3744D94B7005}" dt="2024-02-25T23:34:47.219" v="46" actId="14100"/>
          <ac:spMkLst>
            <pc:docMk/>
            <pc:sldMk cId="3205825314" sldId="417"/>
            <ac:spMk id="3" creationId="{00000000-0000-0000-0000-000000000000}"/>
          </ac:spMkLst>
        </pc:spChg>
      </pc:sldChg>
      <pc:sldChg chg="modSp">
        <pc:chgData name="wiharto" userId="26dbef6a-cfea-4e24-8e0c-5099cdaa68f0" providerId="ADAL" clId="{BF4F76CB-A89E-43B2-9E9C-3744D94B7005}" dt="2024-02-26T00:23:27.442" v="97" actId="1440"/>
        <pc:sldMkLst>
          <pc:docMk/>
          <pc:sldMk cId="2172007342" sldId="418"/>
        </pc:sldMkLst>
        <pc:picChg chg="mod">
          <ac:chgData name="wiharto" userId="26dbef6a-cfea-4e24-8e0c-5099cdaa68f0" providerId="ADAL" clId="{BF4F76CB-A89E-43B2-9E9C-3744D94B7005}" dt="2024-02-26T00:23:27.442" v="97" actId="1440"/>
          <ac:picMkLst>
            <pc:docMk/>
            <pc:sldMk cId="2172007342" sldId="418"/>
            <ac:picMk id="2050" creationId="{00000000-0000-0000-0000-000000000000}"/>
          </ac:picMkLst>
        </pc:picChg>
      </pc:sldChg>
      <pc:sldChg chg="addSp modSp mod setBg">
        <pc:chgData name="wiharto" userId="26dbef6a-cfea-4e24-8e0c-5099cdaa68f0" providerId="ADAL" clId="{BF4F76CB-A89E-43B2-9E9C-3744D94B7005}" dt="2024-02-27T05:44:22.668" v="184" actId="14100"/>
        <pc:sldMkLst>
          <pc:docMk/>
          <pc:sldMk cId="2187292741" sldId="419"/>
        </pc:sldMkLst>
        <pc:spChg chg="mod">
          <ac:chgData name="wiharto" userId="26dbef6a-cfea-4e24-8e0c-5099cdaa68f0" providerId="ADAL" clId="{BF4F76CB-A89E-43B2-9E9C-3744D94B7005}" dt="2024-02-26T00:31:43.796" v="150" actId="26606"/>
          <ac:spMkLst>
            <pc:docMk/>
            <pc:sldMk cId="2187292741" sldId="419"/>
            <ac:spMk id="2" creationId="{00000000-0000-0000-0000-000000000000}"/>
          </ac:spMkLst>
        </pc:spChg>
        <pc:spChg chg="mod">
          <ac:chgData name="wiharto" userId="26dbef6a-cfea-4e24-8e0c-5099cdaa68f0" providerId="ADAL" clId="{BF4F76CB-A89E-43B2-9E9C-3744D94B7005}" dt="2024-02-27T05:44:22.668" v="184" actId="14100"/>
          <ac:spMkLst>
            <pc:docMk/>
            <pc:sldMk cId="2187292741" sldId="419"/>
            <ac:spMk id="3" creationId="{00000000-0000-0000-0000-000000000000}"/>
          </ac:spMkLst>
        </pc:spChg>
        <pc:spChg chg="mod">
          <ac:chgData name="wiharto" userId="26dbef6a-cfea-4e24-8e0c-5099cdaa68f0" providerId="ADAL" clId="{BF4F76CB-A89E-43B2-9E9C-3744D94B7005}" dt="2024-02-26T00:31:43.796" v="150" actId="26606"/>
          <ac:spMkLst>
            <pc:docMk/>
            <pc:sldMk cId="2187292741" sldId="419"/>
            <ac:spMk id="4" creationId="{D810ED93-D023-8113-84A6-7DBC71D4656F}"/>
          </ac:spMkLst>
        </pc:spChg>
        <pc:spChg chg="add">
          <ac:chgData name="wiharto" userId="26dbef6a-cfea-4e24-8e0c-5099cdaa68f0" providerId="ADAL" clId="{BF4F76CB-A89E-43B2-9E9C-3744D94B7005}" dt="2024-02-26T00:31:43.796" v="150" actId="26606"/>
          <ac:spMkLst>
            <pc:docMk/>
            <pc:sldMk cId="2187292741" sldId="419"/>
            <ac:spMk id="10" creationId="{518E5A25-92C5-4F27-8E26-0AAAB0CDC85E}"/>
          </ac:spMkLst>
        </pc:spChg>
        <pc:picChg chg="add">
          <ac:chgData name="wiharto" userId="26dbef6a-cfea-4e24-8e0c-5099cdaa68f0" providerId="ADAL" clId="{BF4F76CB-A89E-43B2-9E9C-3744D94B7005}" dt="2024-02-26T00:31:43.796" v="150" actId="26606"/>
          <ac:picMkLst>
            <pc:docMk/>
            <pc:sldMk cId="2187292741" sldId="419"/>
            <ac:picMk id="6" creationId="{D8572340-C139-2E7A-B70D-A55C878B5217}"/>
          </ac:picMkLst>
        </pc:picChg>
      </pc:sldChg>
      <pc:sldChg chg="addSp delSp modSp mod setBg setClrOvrMap">
        <pc:chgData name="wiharto" userId="26dbef6a-cfea-4e24-8e0c-5099cdaa68f0" providerId="ADAL" clId="{BF4F76CB-A89E-43B2-9E9C-3744D94B7005}" dt="2024-02-27T05:50:26.222" v="232" actId="14100"/>
        <pc:sldMkLst>
          <pc:docMk/>
          <pc:sldMk cId="1496191482" sldId="420"/>
        </pc:sldMkLst>
        <pc:spChg chg="mod">
          <ac:chgData name="wiharto" userId="26dbef6a-cfea-4e24-8e0c-5099cdaa68f0" providerId="ADAL" clId="{BF4F76CB-A89E-43B2-9E9C-3744D94B7005}" dt="2024-02-27T05:50:26.222" v="232" actId="14100"/>
          <ac:spMkLst>
            <pc:docMk/>
            <pc:sldMk cId="1496191482" sldId="420"/>
            <ac:spMk id="2" creationId="{00000000-0000-0000-0000-000000000000}"/>
          </ac:spMkLst>
        </pc:spChg>
        <pc:spChg chg="mod">
          <ac:chgData name="wiharto" userId="26dbef6a-cfea-4e24-8e0c-5099cdaa68f0" providerId="ADAL" clId="{BF4F76CB-A89E-43B2-9E9C-3744D94B7005}" dt="2024-02-27T05:50:22.704" v="231" actId="255"/>
          <ac:spMkLst>
            <pc:docMk/>
            <pc:sldMk cId="1496191482" sldId="420"/>
            <ac:spMk id="3" creationId="{00000000-0000-0000-0000-000000000000}"/>
          </ac:spMkLst>
        </pc:spChg>
        <pc:spChg chg="mod">
          <ac:chgData name="wiharto" userId="26dbef6a-cfea-4e24-8e0c-5099cdaa68f0" providerId="ADAL" clId="{BF4F76CB-A89E-43B2-9E9C-3744D94B7005}" dt="2024-02-27T05:50:17.583" v="230" actId="26606"/>
          <ac:spMkLst>
            <pc:docMk/>
            <pc:sldMk cId="1496191482" sldId="420"/>
            <ac:spMk id="4" creationId="{982388AB-B987-C37E-CAAA-A26EF7ED5570}"/>
          </ac:spMkLst>
        </pc:spChg>
        <pc:spChg chg="add del">
          <ac:chgData name="wiharto" userId="26dbef6a-cfea-4e24-8e0c-5099cdaa68f0" providerId="ADAL" clId="{BF4F76CB-A89E-43B2-9E9C-3744D94B7005}" dt="2024-02-26T00:31:53.250" v="152" actId="26606"/>
          <ac:spMkLst>
            <pc:docMk/>
            <pc:sldMk cId="1496191482" sldId="420"/>
            <ac:spMk id="10" creationId="{518E5A25-92C5-4F27-8E26-0AAAB0CDC85E}"/>
          </ac:spMkLst>
        </pc:spChg>
        <pc:spChg chg="add del">
          <ac:chgData name="wiharto" userId="26dbef6a-cfea-4e24-8e0c-5099cdaa68f0" providerId="ADAL" clId="{BF4F76CB-A89E-43B2-9E9C-3744D94B7005}" dt="2024-02-26T00:31:54.950" v="154" actId="26606"/>
          <ac:spMkLst>
            <pc:docMk/>
            <pc:sldMk cId="1496191482" sldId="420"/>
            <ac:spMk id="13" creationId="{3BCB5F6A-9EB0-40B0-9D13-3023E9A20508}"/>
          </ac:spMkLst>
        </pc:spChg>
        <pc:spChg chg="add del">
          <ac:chgData name="wiharto" userId="26dbef6a-cfea-4e24-8e0c-5099cdaa68f0" providerId="ADAL" clId="{BF4F76CB-A89E-43B2-9E9C-3744D94B7005}" dt="2024-02-26T00:31:56.548" v="156" actId="26606"/>
          <ac:spMkLst>
            <pc:docMk/>
            <pc:sldMk cId="1496191482" sldId="420"/>
            <ac:spMk id="16" creationId="{518E5A25-92C5-4F27-8E26-0AAAB0CDC85E}"/>
          </ac:spMkLst>
        </pc:spChg>
        <pc:spChg chg="add del">
          <ac:chgData name="wiharto" userId="26dbef6a-cfea-4e24-8e0c-5099cdaa68f0" providerId="ADAL" clId="{BF4F76CB-A89E-43B2-9E9C-3744D94B7005}" dt="2024-02-27T05:50:17.583" v="230" actId="26606"/>
          <ac:spMkLst>
            <pc:docMk/>
            <pc:sldMk cId="1496191482" sldId="420"/>
            <ac:spMk id="19" creationId="{3BCB5F6A-9EB0-40B0-9D13-3023E9A20508}"/>
          </ac:spMkLst>
        </pc:spChg>
        <pc:spChg chg="add">
          <ac:chgData name="wiharto" userId="26dbef6a-cfea-4e24-8e0c-5099cdaa68f0" providerId="ADAL" clId="{BF4F76CB-A89E-43B2-9E9C-3744D94B7005}" dt="2024-02-27T05:50:17.583" v="230" actId="26606"/>
          <ac:spMkLst>
            <pc:docMk/>
            <pc:sldMk cId="1496191482" sldId="420"/>
            <ac:spMk id="24" creationId="{2A4588C6-4069-4731-BFB4-10F1E6D37842}"/>
          </ac:spMkLst>
        </pc:spChg>
        <pc:spChg chg="add">
          <ac:chgData name="wiharto" userId="26dbef6a-cfea-4e24-8e0c-5099cdaa68f0" providerId="ADAL" clId="{BF4F76CB-A89E-43B2-9E9C-3744D94B7005}" dt="2024-02-27T05:50:17.583" v="230" actId="26606"/>
          <ac:spMkLst>
            <pc:docMk/>
            <pc:sldMk cId="1496191482" sldId="420"/>
            <ac:spMk id="26" creationId="{23370524-0FE7-41B4-ABCF-7FB26B6CF1F6}"/>
          </ac:spMkLst>
        </pc:spChg>
        <pc:spChg chg="add">
          <ac:chgData name="wiharto" userId="26dbef6a-cfea-4e24-8e0c-5099cdaa68f0" providerId="ADAL" clId="{BF4F76CB-A89E-43B2-9E9C-3744D94B7005}" dt="2024-02-27T05:50:17.583" v="230" actId="26606"/>
          <ac:spMkLst>
            <pc:docMk/>
            <pc:sldMk cId="1496191482" sldId="420"/>
            <ac:spMk id="32" creationId="{4E93B92B-0DD5-4277-9D69-972ABADC3559}"/>
          </ac:spMkLst>
        </pc:spChg>
        <pc:spChg chg="add">
          <ac:chgData name="wiharto" userId="26dbef6a-cfea-4e24-8e0c-5099cdaa68f0" providerId="ADAL" clId="{BF4F76CB-A89E-43B2-9E9C-3744D94B7005}" dt="2024-02-27T05:50:17.583" v="230" actId="26606"/>
          <ac:spMkLst>
            <pc:docMk/>
            <pc:sldMk cId="1496191482" sldId="420"/>
            <ac:spMk id="34" creationId="{7CE87768-354E-4E3F-8202-9F387CF50590}"/>
          </ac:spMkLst>
        </pc:spChg>
        <pc:spChg chg="add">
          <ac:chgData name="wiharto" userId="26dbef6a-cfea-4e24-8e0c-5099cdaa68f0" providerId="ADAL" clId="{BF4F76CB-A89E-43B2-9E9C-3744D94B7005}" dt="2024-02-27T05:50:17.583" v="230" actId="26606"/>
          <ac:spMkLst>
            <pc:docMk/>
            <pc:sldMk cId="1496191482" sldId="420"/>
            <ac:spMk id="36" creationId="{09E5B98F-BD75-4A30-BF72-0A91074702FC}"/>
          </ac:spMkLst>
        </pc:spChg>
        <pc:spChg chg="add">
          <ac:chgData name="wiharto" userId="26dbef6a-cfea-4e24-8e0c-5099cdaa68f0" providerId="ADAL" clId="{BF4F76CB-A89E-43B2-9E9C-3744D94B7005}" dt="2024-02-27T05:50:17.583" v="230" actId="26606"/>
          <ac:spMkLst>
            <pc:docMk/>
            <pc:sldMk cId="1496191482" sldId="420"/>
            <ac:spMk id="38" creationId="{8AAB91E3-41BE-4478-BF23-A24D43E146C5}"/>
          </ac:spMkLst>
        </pc:spChg>
        <pc:spChg chg="add">
          <ac:chgData name="wiharto" userId="26dbef6a-cfea-4e24-8e0c-5099cdaa68f0" providerId="ADAL" clId="{BF4F76CB-A89E-43B2-9E9C-3744D94B7005}" dt="2024-02-27T05:50:17.583" v="230" actId="26606"/>
          <ac:spMkLst>
            <pc:docMk/>
            <pc:sldMk cId="1496191482" sldId="420"/>
            <ac:spMk id="40" creationId="{96DFC7EA-8516-41F1-8ED9-C0A8E1E0862A}"/>
          </ac:spMkLst>
        </pc:spChg>
        <pc:spChg chg="add">
          <ac:chgData name="wiharto" userId="26dbef6a-cfea-4e24-8e0c-5099cdaa68f0" providerId="ADAL" clId="{BF4F76CB-A89E-43B2-9E9C-3744D94B7005}" dt="2024-02-27T05:50:17.583" v="230" actId="26606"/>
          <ac:spMkLst>
            <pc:docMk/>
            <pc:sldMk cId="1496191482" sldId="420"/>
            <ac:spMk id="42" creationId="{E24E972C-8744-4CFA-B783-41EA3CC38199}"/>
          </ac:spMkLst>
        </pc:spChg>
        <pc:spChg chg="add">
          <ac:chgData name="wiharto" userId="26dbef6a-cfea-4e24-8e0c-5099cdaa68f0" providerId="ADAL" clId="{BF4F76CB-A89E-43B2-9E9C-3744D94B7005}" dt="2024-02-27T05:50:17.583" v="230" actId="26606"/>
          <ac:spMkLst>
            <pc:docMk/>
            <pc:sldMk cId="1496191482" sldId="420"/>
            <ac:spMk id="44" creationId="{C7C88F2E-E233-48BA-B85F-D06BA522B790}"/>
          </ac:spMkLst>
        </pc:spChg>
        <pc:picChg chg="add del">
          <ac:chgData name="wiharto" userId="26dbef6a-cfea-4e24-8e0c-5099cdaa68f0" providerId="ADAL" clId="{BF4F76CB-A89E-43B2-9E9C-3744D94B7005}" dt="2024-02-26T00:31:53.250" v="152" actId="26606"/>
          <ac:picMkLst>
            <pc:docMk/>
            <pc:sldMk cId="1496191482" sldId="420"/>
            <ac:picMk id="6" creationId="{D6EE6062-0801-9B3B-B099-FCFD59CC65D1}"/>
          </ac:picMkLst>
        </pc:picChg>
        <pc:picChg chg="add del">
          <ac:chgData name="wiharto" userId="26dbef6a-cfea-4e24-8e0c-5099cdaa68f0" providerId="ADAL" clId="{BF4F76CB-A89E-43B2-9E9C-3744D94B7005}" dt="2024-02-26T00:31:54.950" v="154" actId="26606"/>
          <ac:picMkLst>
            <pc:docMk/>
            <pc:sldMk cId="1496191482" sldId="420"/>
            <ac:picMk id="12" creationId="{AC6E5AAE-698A-1CEC-3F70-318746C99DFE}"/>
          </ac:picMkLst>
        </pc:picChg>
        <pc:picChg chg="add del">
          <ac:chgData name="wiharto" userId="26dbef6a-cfea-4e24-8e0c-5099cdaa68f0" providerId="ADAL" clId="{BF4F76CB-A89E-43B2-9E9C-3744D94B7005}" dt="2024-02-26T00:31:56.548" v="156" actId="26606"/>
          <ac:picMkLst>
            <pc:docMk/>
            <pc:sldMk cId="1496191482" sldId="420"/>
            <ac:picMk id="15" creationId="{D6EE6062-0801-9B3B-B099-FCFD59CC65D1}"/>
          </ac:picMkLst>
        </pc:picChg>
        <pc:picChg chg="add mod ord">
          <ac:chgData name="wiharto" userId="26dbef6a-cfea-4e24-8e0c-5099cdaa68f0" providerId="ADAL" clId="{BF4F76CB-A89E-43B2-9E9C-3744D94B7005}" dt="2024-02-27T05:50:17.583" v="230" actId="26606"/>
          <ac:picMkLst>
            <pc:docMk/>
            <pc:sldMk cId="1496191482" sldId="420"/>
            <ac:picMk id="18" creationId="{7F6CEF81-7CC4-9F25-194D-9E51291CB9A5}"/>
          </ac:picMkLst>
        </pc:picChg>
        <pc:cxnChg chg="add">
          <ac:chgData name="wiharto" userId="26dbef6a-cfea-4e24-8e0c-5099cdaa68f0" providerId="ADAL" clId="{BF4F76CB-A89E-43B2-9E9C-3744D94B7005}" dt="2024-02-27T05:50:17.583" v="230" actId="26606"/>
          <ac:cxnSpMkLst>
            <pc:docMk/>
            <pc:sldMk cId="1496191482" sldId="420"/>
            <ac:cxnSpMk id="28" creationId="{E0A9CA40-1F57-4A6D-ACDA-F720AA468CF6}"/>
          </ac:cxnSpMkLst>
        </pc:cxnChg>
        <pc:cxnChg chg="add">
          <ac:chgData name="wiharto" userId="26dbef6a-cfea-4e24-8e0c-5099cdaa68f0" providerId="ADAL" clId="{BF4F76CB-A89E-43B2-9E9C-3744D94B7005}" dt="2024-02-27T05:50:17.583" v="230" actId="26606"/>
          <ac:cxnSpMkLst>
            <pc:docMk/>
            <pc:sldMk cId="1496191482" sldId="420"/>
            <ac:cxnSpMk id="30" creationId="{B2A94EDB-B0FE-4678-8E69-0F137AE3BE6C}"/>
          </ac:cxnSpMkLst>
        </pc:cxnChg>
      </pc:sldChg>
      <pc:sldChg chg="addSp delSp modSp mod setBg">
        <pc:chgData name="wiharto" userId="26dbef6a-cfea-4e24-8e0c-5099cdaa68f0" providerId="ADAL" clId="{BF4F76CB-A89E-43B2-9E9C-3744D94B7005}" dt="2024-02-27T05:44:53.137" v="191" actId="14100"/>
        <pc:sldMkLst>
          <pc:docMk/>
          <pc:sldMk cId="1195318250" sldId="421"/>
        </pc:sldMkLst>
        <pc:spChg chg="mod">
          <ac:chgData name="wiharto" userId="26dbef6a-cfea-4e24-8e0c-5099cdaa68f0" providerId="ADAL" clId="{BF4F76CB-A89E-43B2-9E9C-3744D94B7005}" dt="2024-02-27T05:44:53.137" v="191" actId="14100"/>
          <ac:spMkLst>
            <pc:docMk/>
            <pc:sldMk cId="1195318250" sldId="421"/>
            <ac:spMk id="2" creationId="{00000000-0000-0000-0000-000000000000}"/>
          </ac:spMkLst>
        </pc:spChg>
        <pc:spChg chg="mod">
          <ac:chgData name="wiharto" userId="26dbef6a-cfea-4e24-8e0c-5099cdaa68f0" providerId="ADAL" clId="{BF4F76CB-A89E-43B2-9E9C-3744D94B7005}" dt="2024-02-27T05:44:48.895" v="189" actId="14100"/>
          <ac:spMkLst>
            <pc:docMk/>
            <pc:sldMk cId="1195318250" sldId="421"/>
            <ac:spMk id="3" creationId="{00000000-0000-0000-0000-000000000000}"/>
          </ac:spMkLst>
        </pc:spChg>
        <pc:spChg chg="mod">
          <ac:chgData name="wiharto" userId="26dbef6a-cfea-4e24-8e0c-5099cdaa68f0" providerId="ADAL" clId="{BF4F76CB-A89E-43B2-9E9C-3744D94B7005}" dt="2024-02-27T05:44:41.860" v="187" actId="26606"/>
          <ac:spMkLst>
            <pc:docMk/>
            <pc:sldMk cId="1195318250" sldId="421"/>
            <ac:spMk id="4" creationId="{F84DEFC1-D581-E699-6D4C-5DBC0E568B22}"/>
          </ac:spMkLst>
        </pc:spChg>
        <pc:spChg chg="add del">
          <ac:chgData name="wiharto" userId="26dbef6a-cfea-4e24-8e0c-5099cdaa68f0" providerId="ADAL" clId="{BF4F76CB-A89E-43B2-9E9C-3744D94B7005}" dt="2024-02-27T05:44:41.860" v="187" actId="26606"/>
          <ac:spMkLst>
            <pc:docMk/>
            <pc:sldMk cId="1195318250" sldId="421"/>
            <ac:spMk id="10" creationId="{3BCB5F6A-9EB0-40B0-9D13-3023E9A20508}"/>
          </ac:spMkLst>
        </pc:spChg>
        <pc:spChg chg="add">
          <ac:chgData name="wiharto" userId="26dbef6a-cfea-4e24-8e0c-5099cdaa68f0" providerId="ADAL" clId="{BF4F76CB-A89E-43B2-9E9C-3744D94B7005}" dt="2024-02-27T05:44:41.860" v="187" actId="26606"/>
          <ac:spMkLst>
            <pc:docMk/>
            <pc:sldMk cId="1195318250" sldId="421"/>
            <ac:spMk id="15" creationId="{2A4588C6-4069-4731-BFB4-10F1E6D37842}"/>
          </ac:spMkLst>
        </pc:spChg>
        <pc:spChg chg="add">
          <ac:chgData name="wiharto" userId="26dbef6a-cfea-4e24-8e0c-5099cdaa68f0" providerId="ADAL" clId="{BF4F76CB-A89E-43B2-9E9C-3744D94B7005}" dt="2024-02-27T05:44:41.860" v="187" actId="26606"/>
          <ac:spMkLst>
            <pc:docMk/>
            <pc:sldMk cId="1195318250" sldId="421"/>
            <ac:spMk id="17" creationId="{23370524-0FE7-41B4-ABCF-7FB26B6CF1F6}"/>
          </ac:spMkLst>
        </pc:spChg>
        <pc:spChg chg="add">
          <ac:chgData name="wiharto" userId="26dbef6a-cfea-4e24-8e0c-5099cdaa68f0" providerId="ADAL" clId="{BF4F76CB-A89E-43B2-9E9C-3744D94B7005}" dt="2024-02-27T05:44:41.860" v="187" actId="26606"/>
          <ac:spMkLst>
            <pc:docMk/>
            <pc:sldMk cId="1195318250" sldId="421"/>
            <ac:spMk id="23" creationId="{4E93B92B-0DD5-4277-9D69-972ABADC3559}"/>
          </ac:spMkLst>
        </pc:spChg>
        <pc:spChg chg="add">
          <ac:chgData name="wiharto" userId="26dbef6a-cfea-4e24-8e0c-5099cdaa68f0" providerId="ADAL" clId="{BF4F76CB-A89E-43B2-9E9C-3744D94B7005}" dt="2024-02-27T05:44:41.860" v="187" actId="26606"/>
          <ac:spMkLst>
            <pc:docMk/>
            <pc:sldMk cId="1195318250" sldId="421"/>
            <ac:spMk id="25" creationId="{7CE87768-354E-4E3F-8202-9F387CF50590}"/>
          </ac:spMkLst>
        </pc:spChg>
        <pc:spChg chg="add">
          <ac:chgData name="wiharto" userId="26dbef6a-cfea-4e24-8e0c-5099cdaa68f0" providerId="ADAL" clId="{BF4F76CB-A89E-43B2-9E9C-3744D94B7005}" dt="2024-02-27T05:44:41.860" v="187" actId="26606"/>
          <ac:spMkLst>
            <pc:docMk/>
            <pc:sldMk cId="1195318250" sldId="421"/>
            <ac:spMk id="27" creationId="{09E5B98F-BD75-4A30-BF72-0A91074702FC}"/>
          </ac:spMkLst>
        </pc:spChg>
        <pc:spChg chg="add">
          <ac:chgData name="wiharto" userId="26dbef6a-cfea-4e24-8e0c-5099cdaa68f0" providerId="ADAL" clId="{BF4F76CB-A89E-43B2-9E9C-3744D94B7005}" dt="2024-02-27T05:44:41.860" v="187" actId="26606"/>
          <ac:spMkLst>
            <pc:docMk/>
            <pc:sldMk cId="1195318250" sldId="421"/>
            <ac:spMk id="29" creationId="{8AAB91E3-41BE-4478-BF23-A24D43E146C5}"/>
          </ac:spMkLst>
        </pc:spChg>
        <pc:spChg chg="add">
          <ac:chgData name="wiharto" userId="26dbef6a-cfea-4e24-8e0c-5099cdaa68f0" providerId="ADAL" clId="{BF4F76CB-A89E-43B2-9E9C-3744D94B7005}" dt="2024-02-27T05:44:41.860" v="187" actId="26606"/>
          <ac:spMkLst>
            <pc:docMk/>
            <pc:sldMk cId="1195318250" sldId="421"/>
            <ac:spMk id="31" creationId="{96DFC7EA-8516-41F1-8ED9-C0A8E1E0862A}"/>
          </ac:spMkLst>
        </pc:spChg>
        <pc:spChg chg="add">
          <ac:chgData name="wiharto" userId="26dbef6a-cfea-4e24-8e0c-5099cdaa68f0" providerId="ADAL" clId="{BF4F76CB-A89E-43B2-9E9C-3744D94B7005}" dt="2024-02-27T05:44:41.860" v="187" actId="26606"/>
          <ac:spMkLst>
            <pc:docMk/>
            <pc:sldMk cId="1195318250" sldId="421"/>
            <ac:spMk id="33" creationId="{E24E972C-8744-4CFA-B783-41EA3CC38199}"/>
          </ac:spMkLst>
        </pc:spChg>
        <pc:spChg chg="add">
          <ac:chgData name="wiharto" userId="26dbef6a-cfea-4e24-8e0c-5099cdaa68f0" providerId="ADAL" clId="{BF4F76CB-A89E-43B2-9E9C-3744D94B7005}" dt="2024-02-27T05:44:41.860" v="187" actId="26606"/>
          <ac:spMkLst>
            <pc:docMk/>
            <pc:sldMk cId="1195318250" sldId="421"/>
            <ac:spMk id="35" creationId="{C7C88F2E-E233-48BA-B85F-D06BA522B790}"/>
          </ac:spMkLst>
        </pc:spChg>
        <pc:picChg chg="add mod ord">
          <ac:chgData name="wiharto" userId="26dbef6a-cfea-4e24-8e0c-5099cdaa68f0" providerId="ADAL" clId="{BF4F76CB-A89E-43B2-9E9C-3744D94B7005}" dt="2024-02-27T05:44:41.860" v="187" actId="26606"/>
          <ac:picMkLst>
            <pc:docMk/>
            <pc:sldMk cId="1195318250" sldId="421"/>
            <ac:picMk id="6" creationId="{5459744D-CCFE-71D2-CFF3-D50D272CCF89}"/>
          </ac:picMkLst>
        </pc:picChg>
        <pc:cxnChg chg="add">
          <ac:chgData name="wiharto" userId="26dbef6a-cfea-4e24-8e0c-5099cdaa68f0" providerId="ADAL" clId="{BF4F76CB-A89E-43B2-9E9C-3744D94B7005}" dt="2024-02-27T05:44:41.860" v="187" actId="26606"/>
          <ac:cxnSpMkLst>
            <pc:docMk/>
            <pc:sldMk cId="1195318250" sldId="421"/>
            <ac:cxnSpMk id="19" creationId="{E0A9CA40-1F57-4A6D-ACDA-F720AA468CF6}"/>
          </ac:cxnSpMkLst>
        </pc:cxnChg>
        <pc:cxnChg chg="add">
          <ac:chgData name="wiharto" userId="26dbef6a-cfea-4e24-8e0c-5099cdaa68f0" providerId="ADAL" clId="{BF4F76CB-A89E-43B2-9E9C-3744D94B7005}" dt="2024-02-27T05:44:41.860" v="187" actId="26606"/>
          <ac:cxnSpMkLst>
            <pc:docMk/>
            <pc:sldMk cId="1195318250" sldId="421"/>
            <ac:cxnSpMk id="21" creationId="{B2A94EDB-B0FE-4678-8E69-0F137AE3BE6C}"/>
          </ac:cxnSpMkLst>
        </pc:cxnChg>
      </pc:sldChg>
      <pc:sldChg chg="addSp delSp modSp mod setBg">
        <pc:chgData name="wiharto" userId="26dbef6a-cfea-4e24-8e0c-5099cdaa68f0" providerId="ADAL" clId="{BF4F76CB-A89E-43B2-9E9C-3744D94B7005}" dt="2024-02-27T05:45:13.205" v="196" actId="14100"/>
        <pc:sldMkLst>
          <pc:docMk/>
          <pc:sldMk cId="905550792" sldId="422"/>
        </pc:sldMkLst>
        <pc:spChg chg="mod">
          <ac:chgData name="wiharto" userId="26dbef6a-cfea-4e24-8e0c-5099cdaa68f0" providerId="ADAL" clId="{BF4F76CB-A89E-43B2-9E9C-3744D94B7005}" dt="2024-02-27T05:45:13.205" v="196" actId="14100"/>
          <ac:spMkLst>
            <pc:docMk/>
            <pc:sldMk cId="905550792" sldId="422"/>
            <ac:spMk id="2" creationId="{00000000-0000-0000-0000-000000000000}"/>
          </ac:spMkLst>
        </pc:spChg>
        <pc:spChg chg="mod">
          <ac:chgData name="wiharto" userId="26dbef6a-cfea-4e24-8e0c-5099cdaa68f0" providerId="ADAL" clId="{BF4F76CB-A89E-43B2-9E9C-3744D94B7005}" dt="2024-02-27T05:45:08.243" v="195" actId="255"/>
          <ac:spMkLst>
            <pc:docMk/>
            <pc:sldMk cId="905550792" sldId="422"/>
            <ac:spMk id="3" creationId="{00000000-0000-0000-0000-000000000000}"/>
          </ac:spMkLst>
        </pc:spChg>
        <pc:spChg chg="mod">
          <ac:chgData name="wiharto" userId="26dbef6a-cfea-4e24-8e0c-5099cdaa68f0" providerId="ADAL" clId="{BF4F76CB-A89E-43B2-9E9C-3744D94B7005}" dt="2024-02-27T05:44:59.685" v="192" actId="26606"/>
          <ac:spMkLst>
            <pc:docMk/>
            <pc:sldMk cId="905550792" sldId="422"/>
            <ac:spMk id="4" creationId="{E7C5B79A-AD4C-76CB-8FD5-2B2BDA5BA693}"/>
          </ac:spMkLst>
        </pc:spChg>
        <pc:spChg chg="add del">
          <ac:chgData name="wiharto" userId="26dbef6a-cfea-4e24-8e0c-5099cdaa68f0" providerId="ADAL" clId="{BF4F76CB-A89E-43B2-9E9C-3744D94B7005}" dt="2024-02-27T05:44:59.685" v="192" actId="26606"/>
          <ac:spMkLst>
            <pc:docMk/>
            <pc:sldMk cId="905550792" sldId="422"/>
            <ac:spMk id="10" creationId="{3BCB5F6A-9EB0-40B0-9D13-3023E9A20508}"/>
          </ac:spMkLst>
        </pc:spChg>
        <pc:spChg chg="add">
          <ac:chgData name="wiharto" userId="26dbef6a-cfea-4e24-8e0c-5099cdaa68f0" providerId="ADAL" clId="{BF4F76CB-A89E-43B2-9E9C-3744D94B7005}" dt="2024-02-27T05:44:59.685" v="192" actId="26606"/>
          <ac:spMkLst>
            <pc:docMk/>
            <pc:sldMk cId="905550792" sldId="422"/>
            <ac:spMk id="15" creationId="{2A4588C6-4069-4731-BFB4-10F1E6D37842}"/>
          </ac:spMkLst>
        </pc:spChg>
        <pc:spChg chg="add">
          <ac:chgData name="wiharto" userId="26dbef6a-cfea-4e24-8e0c-5099cdaa68f0" providerId="ADAL" clId="{BF4F76CB-A89E-43B2-9E9C-3744D94B7005}" dt="2024-02-27T05:44:59.685" v="192" actId="26606"/>
          <ac:spMkLst>
            <pc:docMk/>
            <pc:sldMk cId="905550792" sldId="422"/>
            <ac:spMk id="17" creationId="{23370524-0FE7-41B4-ABCF-7FB26B6CF1F6}"/>
          </ac:spMkLst>
        </pc:spChg>
        <pc:spChg chg="add">
          <ac:chgData name="wiharto" userId="26dbef6a-cfea-4e24-8e0c-5099cdaa68f0" providerId="ADAL" clId="{BF4F76CB-A89E-43B2-9E9C-3744D94B7005}" dt="2024-02-27T05:44:59.685" v="192" actId="26606"/>
          <ac:spMkLst>
            <pc:docMk/>
            <pc:sldMk cId="905550792" sldId="422"/>
            <ac:spMk id="23" creationId="{4E93B92B-0DD5-4277-9D69-972ABADC3559}"/>
          </ac:spMkLst>
        </pc:spChg>
        <pc:spChg chg="add">
          <ac:chgData name="wiharto" userId="26dbef6a-cfea-4e24-8e0c-5099cdaa68f0" providerId="ADAL" clId="{BF4F76CB-A89E-43B2-9E9C-3744D94B7005}" dt="2024-02-27T05:44:59.685" v="192" actId="26606"/>
          <ac:spMkLst>
            <pc:docMk/>
            <pc:sldMk cId="905550792" sldId="422"/>
            <ac:spMk id="25" creationId="{7CE87768-354E-4E3F-8202-9F387CF50590}"/>
          </ac:spMkLst>
        </pc:spChg>
        <pc:spChg chg="add">
          <ac:chgData name="wiharto" userId="26dbef6a-cfea-4e24-8e0c-5099cdaa68f0" providerId="ADAL" clId="{BF4F76CB-A89E-43B2-9E9C-3744D94B7005}" dt="2024-02-27T05:44:59.685" v="192" actId="26606"/>
          <ac:spMkLst>
            <pc:docMk/>
            <pc:sldMk cId="905550792" sldId="422"/>
            <ac:spMk id="27" creationId="{09E5B98F-BD75-4A30-BF72-0A91074702FC}"/>
          </ac:spMkLst>
        </pc:spChg>
        <pc:spChg chg="add">
          <ac:chgData name="wiharto" userId="26dbef6a-cfea-4e24-8e0c-5099cdaa68f0" providerId="ADAL" clId="{BF4F76CB-A89E-43B2-9E9C-3744D94B7005}" dt="2024-02-27T05:44:59.685" v="192" actId="26606"/>
          <ac:spMkLst>
            <pc:docMk/>
            <pc:sldMk cId="905550792" sldId="422"/>
            <ac:spMk id="29" creationId="{8AAB91E3-41BE-4478-BF23-A24D43E146C5}"/>
          </ac:spMkLst>
        </pc:spChg>
        <pc:spChg chg="add">
          <ac:chgData name="wiharto" userId="26dbef6a-cfea-4e24-8e0c-5099cdaa68f0" providerId="ADAL" clId="{BF4F76CB-A89E-43B2-9E9C-3744D94B7005}" dt="2024-02-27T05:44:59.685" v="192" actId="26606"/>
          <ac:spMkLst>
            <pc:docMk/>
            <pc:sldMk cId="905550792" sldId="422"/>
            <ac:spMk id="31" creationId="{96DFC7EA-8516-41F1-8ED9-C0A8E1E0862A}"/>
          </ac:spMkLst>
        </pc:spChg>
        <pc:spChg chg="add">
          <ac:chgData name="wiharto" userId="26dbef6a-cfea-4e24-8e0c-5099cdaa68f0" providerId="ADAL" clId="{BF4F76CB-A89E-43B2-9E9C-3744D94B7005}" dt="2024-02-27T05:44:59.685" v="192" actId="26606"/>
          <ac:spMkLst>
            <pc:docMk/>
            <pc:sldMk cId="905550792" sldId="422"/>
            <ac:spMk id="33" creationId="{E24E972C-8744-4CFA-B783-41EA3CC38199}"/>
          </ac:spMkLst>
        </pc:spChg>
        <pc:spChg chg="add">
          <ac:chgData name="wiharto" userId="26dbef6a-cfea-4e24-8e0c-5099cdaa68f0" providerId="ADAL" clId="{BF4F76CB-A89E-43B2-9E9C-3744D94B7005}" dt="2024-02-27T05:44:59.685" v="192" actId="26606"/>
          <ac:spMkLst>
            <pc:docMk/>
            <pc:sldMk cId="905550792" sldId="422"/>
            <ac:spMk id="35" creationId="{C7C88F2E-E233-48BA-B85F-D06BA522B790}"/>
          </ac:spMkLst>
        </pc:spChg>
        <pc:picChg chg="add mod ord">
          <ac:chgData name="wiharto" userId="26dbef6a-cfea-4e24-8e0c-5099cdaa68f0" providerId="ADAL" clId="{BF4F76CB-A89E-43B2-9E9C-3744D94B7005}" dt="2024-02-27T05:44:59.685" v="192" actId="26606"/>
          <ac:picMkLst>
            <pc:docMk/>
            <pc:sldMk cId="905550792" sldId="422"/>
            <ac:picMk id="6" creationId="{D7FA9D41-38FD-7FAF-6DD8-5EC7D02AD32E}"/>
          </ac:picMkLst>
        </pc:picChg>
        <pc:cxnChg chg="add">
          <ac:chgData name="wiharto" userId="26dbef6a-cfea-4e24-8e0c-5099cdaa68f0" providerId="ADAL" clId="{BF4F76CB-A89E-43B2-9E9C-3744D94B7005}" dt="2024-02-27T05:44:59.685" v="192" actId="26606"/>
          <ac:cxnSpMkLst>
            <pc:docMk/>
            <pc:sldMk cId="905550792" sldId="422"/>
            <ac:cxnSpMk id="19" creationId="{E0A9CA40-1F57-4A6D-ACDA-F720AA468CF6}"/>
          </ac:cxnSpMkLst>
        </pc:cxnChg>
        <pc:cxnChg chg="add">
          <ac:chgData name="wiharto" userId="26dbef6a-cfea-4e24-8e0c-5099cdaa68f0" providerId="ADAL" clId="{BF4F76CB-A89E-43B2-9E9C-3744D94B7005}" dt="2024-02-27T05:44:59.685" v="192" actId="26606"/>
          <ac:cxnSpMkLst>
            <pc:docMk/>
            <pc:sldMk cId="905550792" sldId="422"/>
            <ac:cxnSpMk id="21" creationId="{B2A94EDB-B0FE-4678-8E69-0F137AE3BE6C}"/>
          </ac:cxnSpMkLst>
        </pc:cxnChg>
      </pc:sldChg>
      <pc:sldChg chg="addSp delSp modSp mod setBg">
        <pc:chgData name="wiharto" userId="26dbef6a-cfea-4e24-8e0c-5099cdaa68f0" providerId="ADAL" clId="{BF4F76CB-A89E-43B2-9E9C-3744D94B7005}" dt="2024-02-27T05:45:26.069" v="199" actId="14100"/>
        <pc:sldMkLst>
          <pc:docMk/>
          <pc:sldMk cId="3465664409" sldId="423"/>
        </pc:sldMkLst>
        <pc:spChg chg="mod">
          <ac:chgData name="wiharto" userId="26dbef6a-cfea-4e24-8e0c-5099cdaa68f0" providerId="ADAL" clId="{BF4F76CB-A89E-43B2-9E9C-3744D94B7005}" dt="2024-02-27T05:45:26.069" v="199" actId="14100"/>
          <ac:spMkLst>
            <pc:docMk/>
            <pc:sldMk cId="3465664409" sldId="423"/>
            <ac:spMk id="2" creationId="{00000000-0000-0000-0000-000000000000}"/>
          </ac:spMkLst>
        </pc:spChg>
        <pc:spChg chg="mod">
          <ac:chgData name="wiharto" userId="26dbef6a-cfea-4e24-8e0c-5099cdaa68f0" providerId="ADAL" clId="{BF4F76CB-A89E-43B2-9E9C-3744D94B7005}" dt="2024-02-27T05:45:21.814" v="198" actId="255"/>
          <ac:spMkLst>
            <pc:docMk/>
            <pc:sldMk cId="3465664409" sldId="423"/>
            <ac:spMk id="3" creationId="{00000000-0000-0000-0000-000000000000}"/>
          </ac:spMkLst>
        </pc:spChg>
        <pc:spChg chg="mod">
          <ac:chgData name="wiharto" userId="26dbef6a-cfea-4e24-8e0c-5099cdaa68f0" providerId="ADAL" clId="{BF4F76CB-A89E-43B2-9E9C-3744D94B7005}" dt="2024-02-27T05:45:17.473" v="197" actId="26606"/>
          <ac:spMkLst>
            <pc:docMk/>
            <pc:sldMk cId="3465664409" sldId="423"/>
            <ac:spMk id="4" creationId="{822042CC-B359-81E2-0762-648983E4C45B}"/>
          </ac:spMkLst>
        </pc:spChg>
        <pc:spChg chg="add del">
          <ac:chgData name="wiharto" userId="26dbef6a-cfea-4e24-8e0c-5099cdaa68f0" providerId="ADAL" clId="{BF4F76CB-A89E-43B2-9E9C-3744D94B7005}" dt="2024-02-27T05:45:17.473" v="197" actId="26606"/>
          <ac:spMkLst>
            <pc:docMk/>
            <pc:sldMk cId="3465664409" sldId="423"/>
            <ac:spMk id="10" creationId="{3BCB5F6A-9EB0-40B0-9D13-3023E9A20508}"/>
          </ac:spMkLst>
        </pc:spChg>
        <pc:spChg chg="add">
          <ac:chgData name="wiharto" userId="26dbef6a-cfea-4e24-8e0c-5099cdaa68f0" providerId="ADAL" clId="{BF4F76CB-A89E-43B2-9E9C-3744D94B7005}" dt="2024-02-27T05:45:17.473" v="197" actId="26606"/>
          <ac:spMkLst>
            <pc:docMk/>
            <pc:sldMk cId="3465664409" sldId="423"/>
            <ac:spMk id="15" creationId="{2A4588C6-4069-4731-BFB4-10F1E6D37842}"/>
          </ac:spMkLst>
        </pc:spChg>
        <pc:spChg chg="add">
          <ac:chgData name="wiharto" userId="26dbef6a-cfea-4e24-8e0c-5099cdaa68f0" providerId="ADAL" clId="{BF4F76CB-A89E-43B2-9E9C-3744D94B7005}" dt="2024-02-27T05:45:17.473" v="197" actId="26606"/>
          <ac:spMkLst>
            <pc:docMk/>
            <pc:sldMk cId="3465664409" sldId="423"/>
            <ac:spMk id="17" creationId="{23370524-0FE7-41B4-ABCF-7FB26B6CF1F6}"/>
          </ac:spMkLst>
        </pc:spChg>
        <pc:spChg chg="add">
          <ac:chgData name="wiharto" userId="26dbef6a-cfea-4e24-8e0c-5099cdaa68f0" providerId="ADAL" clId="{BF4F76CB-A89E-43B2-9E9C-3744D94B7005}" dt="2024-02-27T05:45:17.473" v="197" actId="26606"/>
          <ac:spMkLst>
            <pc:docMk/>
            <pc:sldMk cId="3465664409" sldId="423"/>
            <ac:spMk id="23" creationId="{4E93B92B-0DD5-4277-9D69-972ABADC3559}"/>
          </ac:spMkLst>
        </pc:spChg>
        <pc:spChg chg="add">
          <ac:chgData name="wiharto" userId="26dbef6a-cfea-4e24-8e0c-5099cdaa68f0" providerId="ADAL" clId="{BF4F76CB-A89E-43B2-9E9C-3744D94B7005}" dt="2024-02-27T05:45:17.473" v="197" actId="26606"/>
          <ac:spMkLst>
            <pc:docMk/>
            <pc:sldMk cId="3465664409" sldId="423"/>
            <ac:spMk id="25" creationId="{7CE87768-354E-4E3F-8202-9F387CF50590}"/>
          </ac:spMkLst>
        </pc:spChg>
        <pc:spChg chg="add">
          <ac:chgData name="wiharto" userId="26dbef6a-cfea-4e24-8e0c-5099cdaa68f0" providerId="ADAL" clId="{BF4F76CB-A89E-43B2-9E9C-3744D94B7005}" dt="2024-02-27T05:45:17.473" v="197" actId="26606"/>
          <ac:spMkLst>
            <pc:docMk/>
            <pc:sldMk cId="3465664409" sldId="423"/>
            <ac:spMk id="27" creationId="{09E5B98F-BD75-4A30-BF72-0A91074702FC}"/>
          </ac:spMkLst>
        </pc:spChg>
        <pc:spChg chg="add">
          <ac:chgData name="wiharto" userId="26dbef6a-cfea-4e24-8e0c-5099cdaa68f0" providerId="ADAL" clId="{BF4F76CB-A89E-43B2-9E9C-3744D94B7005}" dt="2024-02-27T05:45:17.473" v="197" actId="26606"/>
          <ac:spMkLst>
            <pc:docMk/>
            <pc:sldMk cId="3465664409" sldId="423"/>
            <ac:spMk id="29" creationId="{8AAB91E3-41BE-4478-BF23-A24D43E146C5}"/>
          </ac:spMkLst>
        </pc:spChg>
        <pc:spChg chg="add">
          <ac:chgData name="wiharto" userId="26dbef6a-cfea-4e24-8e0c-5099cdaa68f0" providerId="ADAL" clId="{BF4F76CB-A89E-43B2-9E9C-3744D94B7005}" dt="2024-02-27T05:45:17.473" v="197" actId="26606"/>
          <ac:spMkLst>
            <pc:docMk/>
            <pc:sldMk cId="3465664409" sldId="423"/>
            <ac:spMk id="31" creationId="{96DFC7EA-8516-41F1-8ED9-C0A8E1E0862A}"/>
          </ac:spMkLst>
        </pc:spChg>
        <pc:spChg chg="add">
          <ac:chgData name="wiharto" userId="26dbef6a-cfea-4e24-8e0c-5099cdaa68f0" providerId="ADAL" clId="{BF4F76CB-A89E-43B2-9E9C-3744D94B7005}" dt="2024-02-27T05:45:17.473" v="197" actId="26606"/>
          <ac:spMkLst>
            <pc:docMk/>
            <pc:sldMk cId="3465664409" sldId="423"/>
            <ac:spMk id="33" creationId="{E24E972C-8744-4CFA-B783-41EA3CC38199}"/>
          </ac:spMkLst>
        </pc:spChg>
        <pc:spChg chg="add">
          <ac:chgData name="wiharto" userId="26dbef6a-cfea-4e24-8e0c-5099cdaa68f0" providerId="ADAL" clId="{BF4F76CB-A89E-43B2-9E9C-3744D94B7005}" dt="2024-02-27T05:45:17.473" v="197" actId="26606"/>
          <ac:spMkLst>
            <pc:docMk/>
            <pc:sldMk cId="3465664409" sldId="423"/>
            <ac:spMk id="35" creationId="{C7C88F2E-E233-48BA-B85F-D06BA522B790}"/>
          </ac:spMkLst>
        </pc:spChg>
        <pc:picChg chg="add mod ord">
          <ac:chgData name="wiharto" userId="26dbef6a-cfea-4e24-8e0c-5099cdaa68f0" providerId="ADAL" clId="{BF4F76CB-A89E-43B2-9E9C-3744D94B7005}" dt="2024-02-27T05:45:17.473" v="197" actId="26606"/>
          <ac:picMkLst>
            <pc:docMk/>
            <pc:sldMk cId="3465664409" sldId="423"/>
            <ac:picMk id="6" creationId="{90D591EA-DEC9-0EA0-53AF-13A69A5FCFF2}"/>
          </ac:picMkLst>
        </pc:picChg>
        <pc:cxnChg chg="add">
          <ac:chgData name="wiharto" userId="26dbef6a-cfea-4e24-8e0c-5099cdaa68f0" providerId="ADAL" clId="{BF4F76CB-A89E-43B2-9E9C-3744D94B7005}" dt="2024-02-27T05:45:17.473" v="197" actId="26606"/>
          <ac:cxnSpMkLst>
            <pc:docMk/>
            <pc:sldMk cId="3465664409" sldId="423"/>
            <ac:cxnSpMk id="19" creationId="{E0A9CA40-1F57-4A6D-ACDA-F720AA468CF6}"/>
          </ac:cxnSpMkLst>
        </pc:cxnChg>
        <pc:cxnChg chg="add">
          <ac:chgData name="wiharto" userId="26dbef6a-cfea-4e24-8e0c-5099cdaa68f0" providerId="ADAL" clId="{BF4F76CB-A89E-43B2-9E9C-3744D94B7005}" dt="2024-02-27T05:45:17.473" v="197" actId="26606"/>
          <ac:cxnSpMkLst>
            <pc:docMk/>
            <pc:sldMk cId="3465664409" sldId="423"/>
            <ac:cxnSpMk id="21" creationId="{B2A94EDB-B0FE-4678-8E69-0F137AE3BE6C}"/>
          </ac:cxnSpMkLst>
        </pc:cxnChg>
      </pc:sldChg>
      <pc:sldChg chg="addSp delSp modSp mod setBg">
        <pc:chgData name="wiharto" userId="26dbef6a-cfea-4e24-8e0c-5099cdaa68f0" providerId="ADAL" clId="{BF4F76CB-A89E-43B2-9E9C-3744D94B7005}" dt="2024-02-27T05:45:34.786" v="201" actId="255"/>
        <pc:sldMkLst>
          <pc:docMk/>
          <pc:sldMk cId="2932918635" sldId="424"/>
        </pc:sldMkLst>
        <pc:spChg chg="mod">
          <ac:chgData name="wiharto" userId="26dbef6a-cfea-4e24-8e0c-5099cdaa68f0" providerId="ADAL" clId="{BF4F76CB-A89E-43B2-9E9C-3744D94B7005}" dt="2024-02-27T05:45:29.644" v="200" actId="26606"/>
          <ac:spMkLst>
            <pc:docMk/>
            <pc:sldMk cId="2932918635" sldId="424"/>
            <ac:spMk id="2" creationId="{662F69CE-BD15-892F-5E49-171E719231C8}"/>
          </ac:spMkLst>
        </pc:spChg>
        <pc:spChg chg="mod">
          <ac:chgData name="wiharto" userId="26dbef6a-cfea-4e24-8e0c-5099cdaa68f0" providerId="ADAL" clId="{BF4F76CB-A89E-43B2-9E9C-3744D94B7005}" dt="2024-02-27T05:45:34.786" v="201" actId="255"/>
          <ac:spMkLst>
            <pc:docMk/>
            <pc:sldMk cId="2932918635" sldId="424"/>
            <ac:spMk id="3" creationId="{00000000-0000-0000-0000-000000000000}"/>
          </ac:spMkLst>
        </pc:spChg>
        <pc:spChg chg="mod">
          <ac:chgData name="wiharto" userId="26dbef6a-cfea-4e24-8e0c-5099cdaa68f0" providerId="ADAL" clId="{BF4F76CB-A89E-43B2-9E9C-3744D94B7005}" dt="2024-02-27T05:45:29.644" v="200" actId="26606"/>
          <ac:spMkLst>
            <pc:docMk/>
            <pc:sldMk cId="2932918635" sldId="424"/>
            <ac:spMk id="4" creationId="{00000000-0000-0000-0000-000000000000}"/>
          </ac:spMkLst>
        </pc:spChg>
        <pc:spChg chg="add del">
          <ac:chgData name="wiharto" userId="26dbef6a-cfea-4e24-8e0c-5099cdaa68f0" providerId="ADAL" clId="{BF4F76CB-A89E-43B2-9E9C-3744D94B7005}" dt="2024-02-27T05:45:29.644" v="200" actId="26606"/>
          <ac:spMkLst>
            <pc:docMk/>
            <pc:sldMk cId="2932918635" sldId="424"/>
            <ac:spMk id="10" creationId="{3BCB5F6A-9EB0-40B0-9D13-3023E9A20508}"/>
          </ac:spMkLst>
        </pc:spChg>
        <pc:spChg chg="add">
          <ac:chgData name="wiharto" userId="26dbef6a-cfea-4e24-8e0c-5099cdaa68f0" providerId="ADAL" clId="{BF4F76CB-A89E-43B2-9E9C-3744D94B7005}" dt="2024-02-27T05:45:29.644" v="200" actId="26606"/>
          <ac:spMkLst>
            <pc:docMk/>
            <pc:sldMk cId="2932918635" sldId="424"/>
            <ac:spMk id="15" creationId="{2A4588C6-4069-4731-BFB4-10F1E6D37842}"/>
          </ac:spMkLst>
        </pc:spChg>
        <pc:spChg chg="add">
          <ac:chgData name="wiharto" userId="26dbef6a-cfea-4e24-8e0c-5099cdaa68f0" providerId="ADAL" clId="{BF4F76CB-A89E-43B2-9E9C-3744D94B7005}" dt="2024-02-27T05:45:29.644" v="200" actId="26606"/>
          <ac:spMkLst>
            <pc:docMk/>
            <pc:sldMk cId="2932918635" sldId="424"/>
            <ac:spMk id="17" creationId="{23370524-0FE7-41B4-ABCF-7FB26B6CF1F6}"/>
          </ac:spMkLst>
        </pc:spChg>
        <pc:spChg chg="add">
          <ac:chgData name="wiharto" userId="26dbef6a-cfea-4e24-8e0c-5099cdaa68f0" providerId="ADAL" clId="{BF4F76CB-A89E-43B2-9E9C-3744D94B7005}" dt="2024-02-27T05:45:29.644" v="200" actId="26606"/>
          <ac:spMkLst>
            <pc:docMk/>
            <pc:sldMk cId="2932918635" sldId="424"/>
            <ac:spMk id="23" creationId="{4E93B92B-0DD5-4277-9D69-972ABADC3559}"/>
          </ac:spMkLst>
        </pc:spChg>
        <pc:spChg chg="add">
          <ac:chgData name="wiharto" userId="26dbef6a-cfea-4e24-8e0c-5099cdaa68f0" providerId="ADAL" clId="{BF4F76CB-A89E-43B2-9E9C-3744D94B7005}" dt="2024-02-27T05:45:29.644" v="200" actId="26606"/>
          <ac:spMkLst>
            <pc:docMk/>
            <pc:sldMk cId="2932918635" sldId="424"/>
            <ac:spMk id="25" creationId="{7CE87768-354E-4E3F-8202-9F387CF50590}"/>
          </ac:spMkLst>
        </pc:spChg>
        <pc:spChg chg="add">
          <ac:chgData name="wiharto" userId="26dbef6a-cfea-4e24-8e0c-5099cdaa68f0" providerId="ADAL" clId="{BF4F76CB-A89E-43B2-9E9C-3744D94B7005}" dt="2024-02-27T05:45:29.644" v="200" actId="26606"/>
          <ac:spMkLst>
            <pc:docMk/>
            <pc:sldMk cId="2932918635" sldId="424"/>
            <ac:spMk id="27" creationId="{09E5B98F-BD75-4A30-BF72-0A91074702FC}"/>
          </ac:spMkLst>
        </pc:spChg>
        <pc:spChg chg="add">
          <ac:chgData name="wiharto" userId="26dbef6a-cfea-4e24-8e0c-5099cdaa68f0" providerId="ADAL" clId="{BF4F76CB-A89E-43B2-9E9C-3744D94B7005}" dt="2024-02-27T05:45:29.644" v="200" actId="26606"/>
          <ac:spMkLst>
            <pc:docMk/>
            <pc:sldMk cId="2932918635" sldId="424"/>
            <ac:spMk id="29" creationId="{8AAB91E3-41BE-4478-BF23-A24D43E146C5}"/>
          </ac:spMkLst>
        </pc:spChg>
        <pc:spChg chg="add">
          <ac:chgData name="wiharto" userId="26dbef6a-cfea-4e24-8e0c-5099cdaa68f0" providerId="ADAL" clId="{BF4F76CB-A89E-43B2-9E9C-3744D94B7005}" dt="2024-02-27T05:45:29.644" v="200" actId="26606"/>
          <ac:spMkLst>
            <pc:docMk/>
            <pc:sldMk cId="2932918635" sldId="424"/>
            <ac:spMk id="31" creationId="{96DFC7EA-8516-41F1-8ED9-C0A8E1E0862A}"/>
          </ac:spMkLst>
        </pc:spChg>
        <pc:spChg chg="add">
          <ac:chgData name="wiharto" userId="26dbef6a-cfea-4e24-8e0c-5099cdaa68f0" providerId="ADAL" clId="{BF4F76CB-A89E-43B2-9E9C-3744D94B7005}" dt="2024-02-27T05:45:29.644" v="200" actId="26606"/>
          <ac:spMkLst>
            <pc:docMk/>
            <pc:sldMk cId="2932918635" sldId="424"/>
            <ac:spMk id="33" creationId="{E24E972C-8744-4CFA-B783-41EA3CC38199}"/>
          </ac:spMkLst>
        </pc:spChg>
        <pc:spChg chg="add">
          <ac:chgData name="wiharto" userId="26dbef6a-cfea-4e24-8e0c-5099cdaa68f0" providerId="ADAL" clId="{BF4F76CB-A89E-43B2-9E9C-3744D94B7005}" dt="2024-02-27T05:45:29.644" v="200" actId="26606"/>
          <ac:spMkLst>
            <pc:docMk/>
            <pc:sldMk cId="2932918635" sldId="424"/>
            <ac:spMk id="35" creationId="{C7C88F2E-E233-48BA-B85F-D06BA522B790}"/>
          </ac:spMkLst>
        </pc:spChg>
        <pc:picChg chg="add mod ord">
          <ac:chgData name="wiharto" userId="26dbef6a-cfea-4e24-8e0c-5099cdaa68f0" providerId="ADAL" clId="{BF4F76CB-A89E-43B2-9E9C-3744D94B7005}" dt="2024-02-27T05:45:29.644" v="200" actId="26606"/>
          <ac:picMkLst>
            <pc:docMk/>
            <pc:sldMk cId="2932918635" sldId="424"/>
            <ac:picMk id="6" creationId="{F3F54938-9A3A-C9CE-21D3-B2B48754C02F}"/>
          </ac:picMkLst>
        </pc:picChg>
        <pc:cxnChg chg="add">
          <ac:chgData name="wiharto" userId="26dbef6a-cfea-4e24-8e0c-5099cdaa68f0" providerId="ADAL" clId="{BF4F76CB-A89E-43B2-9E9C-3744D94B7005}" dt="2024-02-27T05:45:29.644" v="200" actId="26606"/>
          <ac:cxnSpMkLst>
            <pc:docMk/>
            <pc:sldMk cId="2932918635" sldId="424"/>
            <ac:cxnSpMk id="19" creationId="{E0A9CA40-1F57-4A6D-ACDA-F720AA468CF6}"/>
          </ac:cxnSpMkLst>
        </pc:cxnChg>
        <pc:cxnChg chg="add">
          <ac:chgData name="wiharto" userId="26dbef6a-cfea-4e24-8e0c-5099cdaa68f0" providerId="ADAL" clId="{BF4F76CB-A89E-43B2-9E9C-3744D94B7005}" dt="2024-02-27T05:45:29.644" v="200" actId="26606"/>
          <ac:cxnSpMkLst>
            <pc:docMk/>
            <pc:sldMk cId="2932918635" sldId="424"/>
            <ac:cxnSpMk id="21" creationId="{B2A94EDB-B0FE-4678-8E69-0F137AE3BE6C}"/>
          </ac:cxnSpMkLst>
        </pc:cxnChg>
      </pc:sldChg>
      <pc:sldChg chg="addSp delSp modSp mod setBg">
        <pc:chgData name="wiharto" userId="26dbef6a-cfea-4e24-8e0c-5099cdaa68f0" providerId="ADAL" clId="{BF4F76CB-A89E-43B2-9E9C-3744D94B7005}" dt="2024-02-27T05:45:57.862" v="207" actId="255"/>
        <pc:sldMkLst>
          <pc:docMk/>
          <pc:sldMk cId="3369139575" sldId="425"/>
        </pc:sldMkLst>
        <pc:spChg chg="mod">
          <ac:chgData name="wiharto" userId="26dbef6a-cfea-4e24-8e0c-5099cdaa68f0" providerId="ADAL" clId="{BF4F76CB-A89E-43B2-9E9C-3744D94B7005}" dt="2024-02-27T05:45:40.942" v="202" actId="26606"/>
          <ac:spMkLst>
            <pc:docMk/>
            <pc:sldMk cId="3369139575" sldId="425"/>
            <ac:spMk id="2" creationId="{B0568D5B-E365-1244-39E1-71EC30B4D489}"/>
          </ac:spMkLst>
        </pc:spChg>
        <pc:spChg chg="mod">
          <ac:chgData name="wiharto" userId="26dbef6a-cfea-4e24-8e0c-5099cdaa68f0" providerId="ADAL" clId="{BF4F76CB-A89E-43B2-9E9C-3744D94B7005}" dt="2024-02-27T05:45:40.942" v="202" actId="26606"/>
          <ac:spMkLst>
            <pc:docMk/>
            <pc:sldMk cId="3369139575" sldId="425"/>
            <ac:spMk id="3" creationId="{00000000-0000-0000-0000-000000000000}"/>
          </ac:spMkLst>
        </pc:spChg>
        <pc:spChg chg="mod">
          <ac:chgData name="wiharto" userId="26dbef6a-cfea-4e24-8e0c-5099cdaa68f0" providerId="ADAL" clId="{BF4F76CB-A89E-43B2-9E9C-3744D94B7005}" dt="2024-02-27T05:45:57.862" v="207" actId="255"/>
          <ac:spMkLst>
            <pc:docMk/>
            <pc:sldMk cId="3369139575" sldId="425"/>
            <ac:spMk id="40963" creationId="{00000000-0000-0000-0000-000000000000}"/>
          </ac:spMkLst>
        </pc:spChg>
        <pc:spChg chg="add del">
          <ac:chgData name="wiharto" userId="26dbef6a-cfea-4e24-8e0c-5099cdaa68f0" providerId="ADAL" clId="{BF4F76CB-A89E-43B2-9E9C-3744D94B7005}" dt="2024-02-27T05:45:40.942" v="202" actId="26606"/>
          <ac:spMkLst>
            <pc:docMk/>
            <pc:sldMk cId="3369139575" sldId="425"/>
            <ac:spMk id="40969" creationId="{3BCB5F6A-9EB0-40B0-9D13-3023E9A20508}"/>
          </ac:spMkLst>
        </pc:spChg>
        <pc:spChg chg="add">
          <ac:chgData name="wiharto" userId="26dbef6a-cfea-4e24-8e0c-5099cdaa68f0" providerId="ADAL" clId="{BF4F76CB-A89E-43B2-9E9C-3744D94B7005}" dt="2024-02-27T05:45:40.942" v="202" actId="26606"/>
          <ac:spMkLst>
            <pc:docMk/>
            <pc:sldMk cId="3369139575" sldId="425"/>
            <ac:spMk id="40974" creationId="{2A4588C6-4069-4731-BFB4-10F1E6D37842}"/>
          </ac:spMkLst>
        </pc:spChg>
        <pc:spChg chg="add">
          <ac:chgData name="wiharto" userId="26dbef6a-cfea-4e24-8e0c-5099cdaa68f0" providerId="ADAL" clId="{BF4F76CB-A89E-43B2-9E9C-3744D94B7005}" dt="2024-02-27T05:45:40.942" v="202" actId="26606"/>
          <ac:spMkLst>
            <pc:docMk/>
            <pc:sldMk cId="3369139575" sldId="425"/>
            <ac:spMk id="40976" creationId="{23370524-0FE7-41B4-ABCF-7FB26B6CF1F6}"/>
          </ac:spMkLst>
        </pc:spChg>
        <pc:spChg chg="add">
          <ac:chgData name="wiharto" userId="26dbef6a-cfea-4e24-8e0c-5099cdaa68f0" providerId="ADAL" clId="{BF4F76CB-A89E-43B2-9E9C-3744D94B7005}" dt="2024-02-27T05:45:40.942" v="202" actId="26606"/>
          <ac:spMkLst>
            <pc:docMk/>
            <pc:sldMk cId="3369139575" sldId="425"/>
            <ac:spMk id="40982" creationId="{4E93B92B-0DD5-4277-9D69-972ABADC3559}"/>
          </ac:spMkLst>
        </pc:spChg>
        <pc:spChg chg="add">
          <ac:chgData name="wiharto" userId="26dbef6a-cfea-4e24-8e0c-5099cdaa68f0" providerId="ADAL" clId="{BF4F76CB-A89E-43B2-9E9C-3744D94B7005}" dt="2024-02-27T05:45:40.942" v="202" actId="26606"/>
          <ac:spMkLst>
            <pc:docMk/>
            <pc:sldMk cId="3369139575" sldId="425"/>
            <ac:spMk id="40984" creationId="{7CE87768-354E-4E3F-8202-9F387CF50590}"/>
          </ac:spMkLst>
        </pc:spChg>
        <pc:spChg chg="add">
          <ac:chgData name="wiharto" userId="26dbef6a-cfea-4e24-8e0c-5099cdaa68f0" providerId="ADAL" clId="{BF4F76CB-A89E-43B2-9E9C-3744D94B7005}" dt="2024-02-27T05:45:40.942" v="202" actId="26606"/>
          <ac:spMkLst>
            <pc:docMk/>
            <pc:sldMk cId="3369139575" sldId="425"/>
            <ac:spMk id="40986" creationId="{09E5B98F-BD75-4A30-BF72-0A91074702FC}"/>
          </ac:spMkLst>
        </pc:spChg>
        <pc:spChg chg="add">
          <ac:chgData name="wiharto" userId="26dbef6a-cfea-4e24-8e0c-5099cdaa68f0" providerId="ADAL" clId="{BF4F76CB-A89E-43B2-9E9C-3744D94B7005}" dt="2024-02-27T05:45:40.942" v="202" actId="26606"/>
          <ac:spMkLst>
            <pc:docMk/>
            <pc:sldMk cId="3369139575" sldId="425"/>
            <ac:spMk id="40988" creationId="{8AAB91E3-41BE-4478-BF23-A24D43E146C5}"/>
          </ac:spMkLst>
        </pc:spChg>
        <pc:spChg chg="add">
          <ac:chgData name="wiharto" userId="26dbef6a-cfea-4e24-8e0c-5099cdaa68f0" providerId="ADAL" clId="{BF4F76CB-A89E-43B2-9E9C-3744D94B7005}" dt="2024-02-27T05:45:40.942" v="202" actId="26606"/>
          <ac:spMkLst>
            <pc:docMk/>
            <pc:sldMk cId="3369139575" sldId="425"/>
            <ac:spMk id="40990" creationId="{96DFC7EA-8516-41F1-8ED9-C0A8E1E0862A}"/>
          </ac:spMkLst>
        </pc:spChg>
        <pc:spChg chg="add">
          <ac:chgData name="wiharto" userId="26dbef6a-cfea-4e24-8e0c-5099cdaa68f0" providerId="ADAL" clId="{BF4F76CB-A89E-43B2-9E9C-3744D94B7005}" dt="2024-02-27T05:45:40.942" v="202" actId="26606"/>
          <ac:spMkLst>
            <pc:docMk/>
            <pc:sldMk cId="3369139575" sldId="425"/>
            <ac:spMk id="40992" creationId="{E24E972C-8744-4CFA-B783-41EA3CC38199}"/>
          </ac:spMkLst>
        </pc:spChg>
        <pc:spChg chg="add">
          <ac:chgData name="wiharto" userId="26dbef6a-cfea-4e24-8e0c-5099cdaa68f0" providerId="ADAL" clId="{BF4F76CB-A89E-43B2-9E9C-3744D94B7005}" dt="2024-02-27T05:45:40.942" v="202" actId="26606"/>
          <ac:spMkLst>
            <pc:docMk/>
            <pc:sldMk cId="3369139575" sldId="425"/>
            <ac:spMk id="40994" creationId="{C7C88F2E-E233-48BA-B85F-D06BA522B790}"/>
          </ac:spMkLst>
        </pc:spChg>
        <pc:picChg chg="add mod ord">
          <ac:chgData name="wiharto" userId="26dbef6a-cfea-4e24-8e0c-5099cdaa68f0" providerId="ADAL" clId="{BF4F76CB-A89E-43B2-9E9C-3744D94B7005}" dt="2024-02-27T05:45:40.942" v="202" actId="26606"/>
          <ac:picMkLst>
            <pc:docMk/>
            <pc:sldMk cId="3369139575" sldId="425"/>
            <ac:picMk id="40965" creationId="{FA4325CE-C688-6C71-2662-3CE046DEB30A}"/>
          </ac:picMkLst>
        </pc:picChg>
        <pc:cxnChg chg="add">
          <ac:chgData name="wiharto" userId="26dbef6a-cfea-4e24-8e0c-5099cdaa68f0" providerId="ADAL" clId="{BF4F76CB-A89E-43B2-9E9C-3744D94B7005}" dt="2024-02-27T05:45:40.942" v="202" actId="26606"/>
          <ac:cxnSpMkLst>
            <pc:docMk/>
            <pc:sldMk cId="3369139575" sldId="425"/>
            <ac:cxnSpMk id="40978" creationId="{E0A9CA40-1F57-4A6D-ACDA-F720AA468CF6}"/>
          </ac:cxnSpMkLst>
        </pc:cxnChg>
        <pc:cxnChg chg="add">
          <ac:chgData name="wiharto" userId="26dbef6a-cfea-4e24-8e0c-5099cdaa68f0" providerId="ADAL" clId="{BF4F76CB-A89E-43B2-9E9C-3744D94B7005}" dt="2024-02-27T05:45:40.942" v="202" actId="26606"/>
          <ac:cxnSpMkLst>
            <pc:docMk/>
            <pc:sldMk cId="3369139575" sldId="425"/>
            <ac:cxnSpMk id="40980" creationId="{B2A94EDB-B0FE-4678-8E69-0F137AE3BE6C}"/>
          </ac:cxnSpMkLst>
        </pc:cxnChg>
      </pc:sldChg>
      <pc:sldChg chg="addSp delSp modSp mod setBg">
        <pc:chgData name="wiharto" userId="26dbef6a-cfea-4e24-8e0c-5099cdaa68f0" providerId="ADAL" clId="{BF4F76CB-A89E-43B2-9E9C-3744D94B7005}" dt="2024-02-27T05:46:14.348" v="211" actId="14100"/>
        <pc:sldMkLst>
          <pc:docMk/>
          <pc:sldMk cId="1624342653" sldId="426"/>
        </pc:sldMkLst>
        <pc:spChg chg="mod">
          <ac:chgData name="wiharto" userId="26dbef6a-cfea-4e24-8e0c-5099cdaa68f0" providerId="ADAL" clId="{BF4F76CB-A89E-43B2-9E9C-3744D94B7005}" dt="2024-02-27T05:46:05.053" v="208" actId="26606"/>
          <ac:spMkLst>
            <pc:docMk/>
            <pc:sldMk cId="1624342653" sldId="426"/>
            <ac:spMk id="2" creationId="{00000000-0000-0000-0000-000000000000}"/>
          </ac:spMkLst>
        </pc:spChg>
        <pc:spChg chg="mod">
          <ac:chgData name="wiharto" userId="26dbef6a-cfea-4e24-8e0c-5099cdaa68f0" providerId="ADAL" clId="{BF4F76CB-A89E-43B2-9E9C-3744D94B7005}" dt="2024-02-27T05:46:05.053" v="208" actId="26606"/>
          <ac:spMkLst>
            <pc:docMk/>
            <pc:sldMk cId="1624342653" sldId="426"/>
            <ac:spMk id="3" creationId="{069BECCF-09DF-0402-414C-69702B7F61EE}"/>
          </ac:spMkLst>
        </pc:spChg>
        <pc:spChg chg="mod">
          <ac:chgData name="wiharto" userId="26dbef6a-cfea-4e24-8e0c-5099cdaa68f0" providerId="ADAL" clId="{BF4F76CB-A89E-43B2-9E9C-3744D94B7005}" dt="2024-02-27T05:46:14.348" v="211" actId="14100"/>
          <ac:spMkLst>
            <pc:docMk/>
            <pc:sldMk cId="1624342653" sldId="426"/>
            <ac:spMk id="41987" creationId="{00000000-0000-0000-0000-000000000000}"/>
          </ac:spMkLst>
        </pc:spChg>
        <pc:spChg chg="add del">
          <ac:chgData name="wiharto" userId="26dbef6a-cfea-4e24-8e0c-5099cdaa68f0" providerId="ADAL" clId="{BF4F76CB-A89E-43B2-9E9C-3744D94B7005}" dt="2024-02-27T05:46:05.053" v="208" actId="26606"/>
          <ac:spMkLst>
            <pc:docMk/>
            <pc:sldMk cId="1624342653" sldId="426"/>
            <ac:spMk id="41993" creationId="{3BCB5F6A-9EB0-40B0-9D13-3023E9A20508}"/>
          </ac:spMkLst>
        </pc:spChg>
        <pc:spChg chg="add">
          <ac:chgData name="wiharto" userId="26dbef6a-cfea-4e24-8e0c-5099cdaa68f0" providerId="ADAL" clId="{BF4F76CB-A89E-43B2-9E9C-3744D94B7005}" dt="2024-02-27T05:46:05.053" v="208" actId="26606"/>
          <ac:spMkLst>
            <pc:docMk/>
            <pc:sldMk cId="1624342653" sldId="426"/>
            <ac:spMk id="41998" creationId="{2A4588C6-4069-4731-BFB4-10F1E6D37842}"/>
          </ac:spMkLst>
        </pc:spChg>
        <pc:spChg chg="add">
          <ac:chgData name="wiharto" userId="26dbef6a-cfea-4e24-8e0c-5099cdaa68f0" providerId="ADAL" clId="{BF4F76CB-A89E-43B2-9E9C-3744D94B7005}" dt="2024-02-27T05:46:05.053" v="208" actId="26606"/>
          <ac:spMkLst>
            <pc:docMk/>
            <pc:sldMk cId="1624342653" sldId="426"/>
            <ac:spMk id="42000" creationId="{23370524-0FE7-41B4-ABCF-7FB26B6CF1F6}"/>
          </ac:spMkLst>
        </pc:spChg>
        <pc:spChg chg="add">
          <ac:chgData name="wiharto" userId="26dbef6a-cfea-4e24-8e0c-5099cdaa68f0" providerId="ADAL" clId="{BF4F76CB-A89E-43B2-9E9C-3744D94B7005}" dt="2024-02-27T05:46:05.053" v="208" actId="26606"/>
          <ac:spMkLst>
            <pc:docMk/>
            <pc:sldMk cId="1624342653" sldId="426"/>
            <ac:spMk id="42006" creationId="{4E93B92B-0DD5-4277-9D69-972ABADC3559}"/>
          </ac:spMkLst>
        </pc:spChg>
        <pc:spChg chg="add">
          <ac:chgData name="wiharto" userId="26dbef6a-cfea-4e24-8e0c-5099cdaa68f0" providerId="ADAL" clId="{BF4F76CB-A89E-43B2-9E9C-3744D94B7005}" dt="2024-02-27T05:46:05.053" v="208" actId="26606"/>
          <ac:spMkLst>
            <pc:docMk/>
            <pc:sldMk cId="1624342653" sldId="426"/>
            <ac:spMk id="42008" creationId="{7CE87768-354E-4E3F-8202-9F387CF50590}"/>
          </ac:spMkLst>
        </pc:spChg>
        <pc:spChg chg="add">
          <ac:chgData name="wiharto" userId="26dbef6a-cfea-4e24-8e0c-5099cdaa68f0" providerId="ADAL" clId="{BF4F76CB-A89E-43B2-9E9C-3744D94B7005}" dt="2024-02-27T05:46:05.053" v="208" actId="26606"/>
          <ac:spMkLst>
            <pc:docMk/>
            <pc:sldMk cId="1624342653" sldId="426"/>
            <ac:spMk id="42010" creationId="{09E5B98F-BD75-4A30-BF72-0A91074702FC}"/>
          </ac:spMkLst>
        </pc:spChg>
        <pc:spChg chg="add">
          <ac:chgData name="wiharto" userId="26dbef6a-cfea-4e24-8e0c-5099cdaa68f0" providerId="ADAL" clId="{BF4F76CB-A89E-43B2-9E9C-3744D94B7005}" dt="2024-02-27T05:46:05.053" v="208" actId="26606"/>
          <ac:spMkLst>
            <pc:docMk/>
            <pc:sldMk cId="1624342653" sldId="426"/>
            <ac:spMk id="42012" creationId="{8AAB91E3-41BE-4478-BF23-A24D43E146C5}"/>
          </ac:spMkLst>
        </pc:spChg>
        <pc:spChg chg="add">
          <ac:chgData name="wiharto" userId="26dbef6a-cfea-4e24-8e0c-5099cdaa68f0" providerId="ADAL" clId="{BF4F76CB-A89E-43B2-9E9C-3744D94B7005}" dt="2024-02-27T05:46:05.053" v="208" actId="26606"/>
          <ac:spMkLst>
            <pc:docMk/>
            <pc:sldMk cId="1624342653" sldId="426"/>
            <ac:spMk id="42014" creationId="{96DFC7EA-8516-41F1-8ED9-C0A8E1E0862A}"/>
          </ac:spMkLst>
        </pc:spChg>
        <pc:spChg chg="add">
          <ac:chgData name="wiharto" userId="26dbef6a-cfea-4e24-8e0c-5099cdaa68f0" providerId="ADAL" clId="{BF4F76CB-A89E-43B2-9E9C-3744D94B7005}" dt="2024-02-27T05:46:05.053" v="208" actId="26606"/>
          <ac:spMkLst>
            <pc:docMk/>
            <pc:sldMk cId="1624342653" sldId="426"/>
            <ac:spMk id="42016" creationId="{E24E972C-8744-4CFA-B783-41EA3CC38199}"/>
          </ac:spMkLst>
        </pc:spChg>
        <pc:spChg chg="add">
          <ac:chgData name="wiharto" userId="26dbef6a-cfea-4e24-8e0c-5099cdaa68f0" providerId="ADAL" clId="{BF4F76CB-A89E-43B2-9E9C-3744D94B7005}" dt="2024-02-27T05:46:05.053" v="208" actId="26606"/>
          <ac:spMkLst>
            <pc:docMk/>
            <pc:sldMk cId="1624342653" sldId="426"/>
            <ac:spMk id="42018" creationId="{C7C88F2E-E233-48BA-B85F-D06BA522B790}"/>
          </ac:spMkLst>
        </pc:spChg>
        <pc:picChg chg="add mod ord">
          <ac:chgData name="wiharto" userId="26dbef6a-cfea-4e24-8e0c-5099cdaa68f0" providerId="ADAL" clId="{BF4F76CB-A89E-43B2-9E9C-3744D94B7005}" dt="2024-02-27T05:46:05.053" v="208" actId="26606"/>
          <ac:picMkLst>
            <pc:docMk/>
            <pc:sldMk cId="1624342653" sldId="426"/>
            <ac:picMk id="41989" creationId="{44433FF9-5862-0368-B467-7E0D8363D792}"/>
          </ac:picMkLst>
        </pc:picChg>
        <pc:cxnChg chg="add">
          <ac:chgData name="wiharto" userId="26dbef6a-cfea-4e24-8e0c-5099cdaa68f0" providerId="ADAL" clId="{BF4F76CB-A89E-43B2-9E9C-3744D94B7005}" dt="2024-02-27T05:46:05.053" v="208" actId="26606"/>
          <ac:cxnSpMkLst>
            <pc:docMk/>
            <pc:sldMk cId="1624342653" sldId="426"/>
            <ac:cxnSpMk id="42002" creationId="{E0A9CA40-1F57-4A6D-ACDA-F720AA468CF6}"/>
          </ac:cxnSpMkLst>
        </pc:cxnChg>
        <pc:cxnChg chg="add">
          <ac:chgData name="wiharto" userId="26dbef6a-cfea-4e24-8e0c-5099cdaa68f0" providerId="ADAL" clId="{BF4F76CB-A89E-43B2-9E9C-3744D94B7005}" dt="2024-02-27T05:46:05.053" v="208" actId="26606"/>
          <ac:cxnSpMkLst>
            <pc:docMk/>
            <pc:sldMk cId="1624342653" sldId="426"/>
            <ac:cxnSpMk id="42004" creationId="{B2A94EDB-B0FE-4678-8E69-0F137AE3BE6C}"/>
          </ac:cxnSpMkLst>
        </pc:cxnChg>
      </pc:sldChg>
      <pc:sldChg chg="addSp delSp modSp mod setBg">
        <pc:chgData name="wiharto" userId="26dbef6a-cfea-4e24-8e0c-5099cdaa68f0" providerId="ADAL" clId="{BF4F76CB-A89E-43B2-9E9C-3744D94B7005}" dt="2024-02-27T05:46:35.747" v="216" actId="255"/>
        <pc:sldMkLst>
          <pc:docMk/>
          <pc:sldMk cId="1710054419" sldId="427"/>
        </pc:sldMkLst>
        <pc:spChg chg="mod ord">
          <ac:chgData name="wiharto" userId="26dbef6a-cfea-4e24-8e0c-5099cdaa68f0" providerId="ADAL" clId="{BF4F76CB-A89E-43B2-9E9C-3744D94B7005}" dt="2024-02-27T05:46:18.872" v="212" actId="26606"/>
          <ac:spMkLst>
            <pc:docMk/>
            <pc:sldMk cId="1710054419" sldId="427"/>
            <ac:spMk id="2" creationId="{00000000-0000-0000-0000-000000000000}"/>
          </ac:spMkLst>
        </pc:spChg>
        <pc:spChg chg="mod">
          <ac:chgData name="wiharto" userId="26dbef6a-cfea-4e24-8e0c-5099cdaa68f0" providerId="ADAL" clId="{BF4F76CB-A89E-43B2-9E9C-3744D94B7005}" dt="2024-02-27T05:46:35.747" v="216" actId="255"/>
          <ac:spMkLst>
            <pc:docMk/>
            <pc:sldMk cId="1710054419" sldId="427"/>
            <ac:spMk id="3" creationId="{00000000-0000-0000-0000-000000000000}"/>
          </ac:spMkLst>
        </pc:spChg>
        <pc:spChg chg="mod">
          <ac:chgData name="wiharto" userId="26dbef6a-cfea-4e24-8e0c-5099cdaa68f0" providerId="ADAL" clId="{BF4F76CB-A89E-43B2-9E9C-3744D94B7005}" dt="2024-02-26T00:25:32.629" v="121" actId="26606"/>
          <ac:spMkLst>
            <pc:docMk/>
            <pc:sldMk cId="1710054419" sldId="427"/>
            <ac:spMk id="4" creationId="{A5E34259-D12A-9D77-709C-BE533B91C300}"/>
          </ac:spMkLst>
        </pc:spChg>
        <pc:spChg chg="add del">
          <ac:chgData name="wiharto" userId="26dbef6a-cfea-4e24-8e0c-5099cdaa68f0" providerId="ADAL" clId="{BF4F76CB-A89E-43B2-9E9C-3744D94B7005}" dt="2024-02-26T00:25:32.614" v="120" actId="26606"/>
          <ac:spMkLst>
            <pc:docMk/>
            <pc:sldMk cId="1710054419" sldId="427"/>
            <ac:spMk id="10" creationId="{9F8803AC-EE0E-40C2-AD46-FD84FAD82220}"/>
          </ac:spMkLst>
        </pc:spChg>
        <pc:spChg chg="add del">
          <ac:chgData name="wiharto" userId="26dbef6a-cfea-4e24-8e0c-5099cdaa68f0" providerId="ADAL" clId="{BF4F76CB-A89E-43B2-9E9C-3744D94B7005}" dt="2024-02-26T00:25:32.614" v="120" actId="26606"/>
          <ac:spMkLst>
            <pc:docMk/>
            <pc:sldMk cId="1710054419" sldId="427"/>
            <ac:spMk id="12" creationId="{051A3413-562D-435C-AAE4-56808F0CBC73}"/>
          </ac:spMkLst>
        </pc:spChg>
        <pc:spChg chg="add del">
          <ac:chgData name="wiharto" userId="26dbef6a-cfea-4e24-8e0c-5099cdaa68f0" providerId="ADAL" clId="{BF4F76CB-A89E-43B2-9E9C-3744D94B7005}" dt="2024-02-27T05:46:18.872" v="212" actId="26606"/>
          <ac:spMkLst>
            <pc:docMk/>
            <pc:sldMk cId="1710054419" sldId="427"/>
            <ac:spMk id="15" creationId="{518E5A25-92C5-4F27-8E26-0AAAB0CDC85E}"/>
          </ac:spMkLst>
        </pc:spChg>
        <pc:spChg chg="add">
          <ac:chgData name="wiharto" userId="26dbef6a-cfea-4e24-8e0c-5099cdaa68f0" providerId="ADAL" clId="{BF4F76CB-A89E-43B2-9E9C-3744D94B7005}" dt="2024-02-27T05:46:18.872" v="212" actId="26606"/>
          <ac:spMkLst>
            <pc:docMk/>
            <pc:sldMk cId="1710054419" sldId="427"/>
            <ac:spMk id="20" creationId="{2A4588C6-4069-4731-BFB4-10F1E6D37842}"/>
          </ac:spMkLst>
        </pc:spChg>
        <pc:spChg chg="add">
          <ac:chgData name="wiharto" userId="26dbef6a-cfea-4e24-8e0c-5099cdaa68f0" providerId="ADAL" clId="{BF4F76CB-A89E-43B2-9E9C-3744D94B7005}" dt="2024-02-27T05:46:18.872" v="212" actId="26606"/>
          <ac:spMkLst>
            <pc:docMk/>
            <pc:sldMk cId="1710054419" sldId="427"/>
            <ac:spMk id="22" creationId="{23370524-0FE7-41B4-ABCF-7FB26B6CF1F6}"/>
          </ac:spMkLst>
        </pc:spChg>
        <pc:spChg chg="add">
          <ac:chgData name="wiharto" userId="26dbef6a-cfea-4e24-8e0c-5099cdaa68f0" providerId="ADAL" clId="{BF4F76CB-A89E-43B2-9E9C-3744D94B7005}" dt="2024-02-27T05:46:18.872" v="212" actId="26606"/>
          <ac:spMkLst>
            <pc:docMk/>
            <pc:sldMk cId="1710054419" sldId="427"/>
            <ac:spMk id="28" creationId="{4E93B92B-0DD5-4277-9D69-972ABADC3559}"/>
          </ac:spMkLst>
        </pc:spChg>
        <pc:spChg chg="add">
          <ac:chgData name="wiharto" userId="26dbef6a-cfea-4e24-8e0c-5099cdaa68f0" providerId="ADAL" clId="{BF4F76CB-A89E-43B2-9E9C-3744D94B7005}" dt="2024-02-27T05:46:18.872" v="212" actId="26606"/>
          <ac:spMkLst>
            <pc:docMk/>
            <pc:sldMk cId="1710054419" sldId="427"/>
            <ac:spMk id="30" creationId="{7CE87768-354E-4E3F-8202-9F387CF50590}"/>
          </ac:spMkLst>
        </pc:spChg>
        <pc:spChg chg="add">
          <ac:chgData name="wiharto" userId="26dbef6a-cfea-4e24-8e0c-5099cdaa68f0" providerId="ADAL" clId="{BF4F76CB-A89E-43B2-9E9C-3744D94B7005}" dt="2024-02-27T05:46:18.872" v="212" actId="26606"/>
          <ac:spMkLst>
            <pc:docMk/>
            <pc:sldMk cId="1710054419" sldId="427"/>
            <ac:spMk id="32" creationId="{09E5B98F-BD75-4A30-BF72-0A91074702FC}"/>
          </ac:spMkLst>
        </pc:spChg>
        <pc:spChg chg="add">
          <ac:chgData name="wiharto" userId="26dbef6a-cfea-4e24-8e0c-5099cdaa68f0" providerId="ADAL" clId="{BF4F76CB-A89E-43B2-9E9C-3744D94B7005}" dt="2024-02-27T05:46:18.872" v="212" actId="26606"/>
          <ac:spMkLst>
            <pc:docMk/>
            <pc:sldMk cId="1710054419" sldId="427"/>
            <ac:spMk id="34" creationId="{8AAB91E3-41BE-4478-BF23-A24D43E146C5}"/>
          </ac:spMkLst>
        </pc:spChg>
        <pc:spChg chg="add">
          <ac:chgData name="wiharto" userId="26dbef6a-cfea-4e24-8e0c-5099cdaa68f0" providerId="ADAL" clId="{BF4F76CB-A89E-43B2-9E9C-3744D94B7005}" dt="2024-02-27T05:46:18.872" v="212" actId="26606"/>
          <ac:spMkLst>
            <pc:docMk/>
            <pc:sldMk cId="1710054419" sldId="427"/>
            <ac:spMk id="36" creationId="{96DFC7EA-8516-41F1-8ED9-C0A8E1E0862A}"/>
          </ac:spMkLst>
        </pc:spChg>
        <pc:spChg chg="add">
          <ac:chgData name="wiharto" userId="26dbef6a-cfea-4e24-8e0c-5099cdaa68f0" providerId="ADAL" clId="{BF4F76CB-A89E-43B2-9E9C-3744D94B7005}" dt="2024-02-27T05:46:18.872" v="212" actId="26606"/>
          <ac:spMkLst>
            <pc:docMk/>
            <pc:sldMk cId="1710054419" sldId="427"/>
            <ac:spMk id="38" creationId="{E24E972C-8744-4CFA-B783-41EA3CC38199}"/>
          </ac:spMkLst>
        </pc:spChg>
        <pc:spChg chg="add">
          <ac:chgData name="wiharto" userId="26dbef6a-cfea-4e24-8e0c-5099cdaa68f0" providerId="ADAL" clId="{BF4F76CB-A89E-43B2-9E9C-3744D94B7005}" dt="2024-02-27T05:46:18.872" v="212" actId="26606"/>
          <ac:spMkLst>
            <pc:docMk/>
            <pc:sldMk cId="1710054419" sldId="427"/>
            <ac:spMk id="40" creationId="{C7C88F2E-E233-48BA-B85F-D06BA522B790}"/>
          </ac:spMkLst>
        </pc:spChg>
        <pc:picChg chg="add del">
          <ac:chgData name="wiharto" userId="26dbef6a-cfea-4e24-8e0c-5099cdaa68f0" providerId="ADAL" clId="{BF4F76CB-A89E-43B2-9E9C-3744D94B7005}" dt="2024-02-26T00:25:32.614" v="120" actId="26606"/>
          <ac:picMkLst>
            <pc:docMk/>
            <pc:sldMk cId="1710054419" sldId="427"/>
            <ac:picMk id="6" creationId="{BA72FC74-E824-8CE3-C403-15586ACA0556}"/>
          </ac:picMkLst>
        </pc:picChg>
        <pc:picChg chg="add mod">
          <ac:chgData name="wiharto" userId="26dbef6a-cfea-4e24-8e0c-5099cdaa68f0" providerId="ADAL" clId="{BF4F76CB-A89E-43B2-9E9C-3744D94B7005}" dt="2024-02-27T05:46:18.872" v="212" actId="26606"/>
          <ac:picMkLst>
            <pc:docMk/>
            <pc:sldMk cId="1710054419" sldId="427"/>
            <ac:picMk id="14" creationId="{BF0CE09C-7E90-F386-9848-F3ED88708A41}"/>
          </ac:picMkLst>
        </pc:picChg>
        <pc:cxnChg chg="add">
          <ac:chgData name="wiharto" userId="26dbef6a-cfea-4e24-8e0c-5099cdaa68f0" providerId="ADAL" clId="{BF4F76CB-A89E-43B2-9E9C-3744D94B7005}" dt="2024-02-27T05:46:18.872" v="212" actId="26606"/>
          <ac:cxnSpMkLst>
            <pc:docMk/>
            <pc:sldMk cId="1710054419" sldId="427"/>
            <ac:cxnSpMk id="24" creationId="{E0A9CA40-1F57-4A6D-ACDA-F720AA468CF6}"/>
          </ac:cxnSpMkLst>
        </pc:cxnChg>
        <pc:cxnChg chg="add">
          <ac:chgData name="wiharto" userId="26dbef6a-cfea-4e24-8e0c-5099cdaa68f0" providerId="ADAL" clId="{BF4F76CB-A89E-43B2-9E9C-3744D94B7005}" dt="2024-02-27T05:46:18.872" v="212" actId="26606"/>
          <ac:cxnSpMkLst>
            <pc:docMk/>
            <pc:sldMk cId="1710054419" sldId="427"/>
            <ac:cxnSpMk id="26" creationId="{B2A94EDB-B0FE-4678-8E69-0F137AE3BE6C}"/>
          </ac:cxnSpMkLst>
        </pc:cxnChg>
      </pc:sldChg>
      <pc:sldChg chg="addSp delSp modSp mod setBg setClrOvrMap">
        <pc:chgData name="wiharto" userId="26dbef6a-cfea-4e24-8e0c-5099cdaa68f0" providerId="ADAL" clId="{BF4F76CB-A89E-43B2-9E9C-3744D94B7005}" dt="2024-02-27T05:47:05.103" v="220" actId="255"/>
        <pc:sldMkLst>
          <pc:docMk/>
          <pc:sldMk cId="3462492438" sldId="428"/>
        </pc:sldMkLst>
        <pc:spChg chg="mod ord">
          <ac:chgData name="wiharto" userId="26dbef6a-cfea-4e24-8e0c-5099cdaa68f0" providerId="ADAL" clId="{BF4F76CB-A89E-43B2-9E9C-3744D94B7005}" dt="2024-02-27T05:46:53.849" v="217" actId="26606"/>
          <ac:spMkLst>
            <pc:docMk/>
            <pc:sldMk cId="3462492438" sldId="428"/>
            <ac:spMk id="2" creationId="{00000000-0000-0000-0000-000000000000}"/>
          </ac:spMkLst>
        </pc:spChg>
        <pc:spChg chg="mod ord">
          <ac:chgData name="wiharto" userId="26dbef6a-cfea-4e24-8e0c-5099cdaa68f0" providerId="ADAL" clId="{BF4F76CB-A89E-43B2-9E9C-3744D94B7005}" dt="2024-02-26T00:25:37.461" v="122" actId="26606"/>
          <ac:spMkLst>
            <pc:docMk/>
            <pc:sldMk cId="3462492438" sldId="428"/>
            <ac:spMk id="3" creationId="{AA2FFAD6-697B-57DD-04A4-A1954C018706}"/>
          </ac:spMkLst>
        </pc:spChg>
        <pc:spChg chg="mod ord">
          <ac:chgData name="wiharto" userId="26dbef6a-cfea-4e24-8e0c-5099cdaa68f0" providerId="ADAL" clId="{BF4F76CB-A89E-43B2-9E9C-3744D94B7005}" dt="2024-02-27T05:47:05.103" v="220" actId="255"/>
          <ac:spMkLst>
            <pc:docMk/>
            <pc:sldMk cId="3462492438" sldId="428"/>
            <ac:spMk id="44035" creationId="{00000000-0000-0000-0000-000000000000}"/>
          </ac:spMkLst>
        </pc:spChg>
        <pc:spChg chg="add del">
          <ac:chgData name="wiharto" userId="26dbef6a-cfea-4e24-8e0c-5099cdaa68f0" providerId="ADAL" clId="{BF4F76CB-A89E-43B2-9E9C-3744D94B7005}" dt="2024-02-26T00:24:28.807" v="108" actId="26606"/>
          <ac:spMkLst>
            <pc:docMk/>
            <pc:sldMk cId="3462492438" sldId="428"/>
            <ac:spMk id="44040" creationId="{603AE127-802C-459A-A612-DB85B67F0DC0}"/>
          </ac:spMkLst>
        </pc:spChg>
        <pc:spChg chg="add del">
          <ac:chgData name="wiharto" userId="26dbef6a-cfea-4e24-8e0c-5099cdaa68f0" providerId="ADAL" clId="{BF4F76CB-A89E-43B2-9E9C-3744D94B7005}" dt="2024-02-26T00:24:28.807" v="108" actId="26606"/>
          <ac:spMkLst>
            <pc:docMk/>
            <pc:sldMk cId="3462492438" sldId="428"/>
            <ac:spMk id="44042" creationId="{9323D83D-50D6-4040-A58B-FCEA340F886A}"/>
          </ac:spMkLst>
        </pc:spChg>
        <pc:spChg chg="add del">
          <ac:chgData name="wiharto" userId="26dbef6a-cfea-4e24-8e0c-5099cdaa68f0" providerId="ADAL" clId="{BF4F76CB-A89E-43B2-9E9C-3744D94B7005}" dt="2024-02-26T00:24:28.807" v="108" actId="26606"/>
          <ac:spMkLst>
            <pc:docMk/>
            <pc:sldMk cId="3462492438" sldId="428"/>
            <ac:spMk id="44046" creationId="{F10FD715-4DCE-4779-B634-EC78315EA213}"/>
          </ac:spMkLst>
        </pc:spChg>
        <pc:spChg chg="add del">
          <ac:chgData name="wiharto" userId="26dbef6a-cfea-4e24-8e0c-5099cdaa68f0" providerId="ADAL" clId="{BF4F76CB-A89E-43B2-9E9C-3744D94B7005}" dt="2024-02-26T00:24:32.337" v="110" actId="26606"/>
          <ac:spMkLst>
            <pc:docMk/>
            <pc:sldMk cId="3462492438" sldId="428"/>
            <ac:spMk id="44053" creationId="{86C16C40-7C29-4ACC-B851-7E08E459B596}"/>
          </ac:spMkLst>
        </pc:spChg>
        <pc:spChg chg="add del">
          <ac:chgData name="wiharto" userId="26dbef6a-cfea-4e24-8e0c-5099cdaa68f0" providerId="ADAL" clId="{BF4F76CB-A89E-43B2-9E9C-3744D94B7005}" dt="2024-02-26T00:25:37.461" v="122" actId="26606"/>
          <ac:spMkLst>
            <pc:docMk/>
            <pc:sldMk cId="3462492438" sldId="428"/>
            <ac:spMk id="44058" creationId="{E80B86A7-A1EC-475B-9166-88902B033A38}"/>
          </ac:spMkLst>
        </pc:spChg>
        <pc:spChg chg="add del">
          <ac:chgData name="wiharto" userId="26dbef6a-cfea-4e24-8e0c-5099cdaa68f0" providerId="ADAL" clId="{BF4F76CB-A89E-43B2-9E9C-3744D94B7005}" dt="2024-02-26T00:25:37.461" v="122" actId="26606"/>
          <ac:spMkLst>
            <pc:docMk/>
            <pc:sldMk cId="3462492438" sldId="428"/>
            <ac:spMk id="44059" creationId="{C2C29CB1-9F74-4879-A6AF-AEA67B6F1F4D}"/>
          </ac:spMkLst>
        </pc:spChg>
        <pc:spChg chg="add del">
          <ac:chgData name="wiharto" userId="26dbef6a-cfea-4e24-8e0c-5099cdaa68f0" providerId="ADAL" clId="{BF4F76CB-A89E-43B2-9E9C-3744D94B7005}" dt="2024-02-26T00:25:37.461" v="122" actId="26606"/>
          <ac:spMkLst>
            <pc:docMk/>
            <pc:sldMk cId="3462492438" sldId="428"/>
            <ac:spMk id="44060" creationId="{7E2C7115-5336-410C-AD71-0F0952A2E5A7}"/>
          </ac:spMkLst>
        </pc:spChg>
        <pc:spChg chg="add del">
          <ac:chgData name="wiharto" userId="26dbef6a-cfea-4e24-8e0c-5099cdaa68f0" providerId="ADAL" clId="{BF4F76CB-A89E-43B2-9E9C-3744D94B7005}" dt="2024-02-27T05:46:53.849" v="217" actId="26606"/>
          <ac:spMkLst>
            <pc:docMk/>
            <pc:sldMk cId="3462492438" sldId="428"/>
            <ac:spMk id="44066" creationId="{518E5A25-92C5-4F27-8E26-0AAAB0CDC85E}"/>
          </ac:spMkLst>
        </pc:spChg>
        <pc:spChg chg="add">
          <ac:chgData name="wiharto" userId="26dbef6a-cfea-4e24-8e0c-5099cdaa68f0" providerId="ADAL" clId="{BF4F76CB-A89E-43B2-9E9C-3744D94B7005}" dt="2024-02-27T05:46:53.849" v="217" actId="26606"/>
          <ac:spMkLst>
            <pc:docMk/>
            <pc:sldMk cId="3462492438" sldId="428"/>
            <ac:spMk id="44071" creationId="{2A4588C6-4069-4731-BFB4-10F1E6D37842}"/>
          </ac:spMkLst>
        </pc:spChg>
        <pc:spChg chg="add">
          <ac:chgData name="wiharto" userId="26dbef6a-cfea-4e24-8e0c-5099cdaa68f0" providerId="ADAL" clId="{BF4F76CB-A89E-43B2-9E9C-3744D94B7005}" dt="2024-02-27T05:46:53.849" v="217" actId="26606"/>
          <ac:spMkLst>
            <pc:docMk/>
            <pc:sldMk cId="3462492438" sldId="428"/>
            <ac:spMk id="44073" creationId="{23370524-0FE7-41B4-ABCF-7FB26B6CF1F6}"/>
          </ac:spMkLst>
        </pc:spChg>
        <pc:spChg chg="add">
          <ac:chgData name="wiharto" userId="26dbef6a-cfea-4e24-8e0c-5099cdaa68f0" providerId="ADAL" clId="{BF4F76CB-A89E-43B2-9E9C-3744D94B7005}" dt="2024-02-27T05:46:53.849" v="217" actId="26606"/>
          <ac:spMkLst>
            <pc:docMk/>
            <pc:sldMk cId="3462492438" sldId="428"/>
            <ac:spMk id="44079" creationId="{4E93B92B-0DD5-4277-9D69-972ABADC3559}"/>
          </ac:spMkLst>
        </pc:spChg>
        <pc:spChg chg="add">
          <ac:chgData name="wiharto" userId="26dbef6a-cfea-4e24-8e0c-5099cdaa68f0" providerId="ADAL" clId="{BF4F76CB-A89E-43B2-9E9C-3744D94B7005}" dt="2024-02-27T05:46:53.849" v="217" actId="26606"/>
          <ac:spMkLst>
            <pc:docMk/>
            <pc:sldMk cId="3462492438" sldId="428"/>
            <ac:spMk id="44081" creationId="{7CE87768-354E-4E3F-8202-9F387CF50590}"/>
          </ac:spMkLst>
        </pc:spChg>
        <pc:spChg chg="add">
          <ac:chgData name="wiharto" userId="26dbef6a-cfea-4e24-8e0c-5099cdaa68f0" providerId="ADAL" clId="{BF4F76CB-A89E-43B2-9E9C-3744D94B7005}" dt="2024-02-27T05:46:53.849" v="217" actId="26606"/>
          <ac:spMkLst>
            <pc:docMk/>
            <pc:sldMk cId="3462492438" sldId="428"/>
            <ac:spMk id="44083" creationId="{09E5B98F-BD75-4A30-BF72-0A91074702FC}"/>
          </ac:spMkLst>
        </pc:spChg>
        <pc:spChg chg="add">
          <ac:chgData name="wiharto" userId="26dbef6a-cfea-4e24-8e0c-5099cdaa68f0" providerId="ADAL" clId="{BF4F76CB-A89E-43B2-9E9C-3744D94B7005}" dt="2024-02-27T05:46:53.849" v="217" actId="26606"/>
          <ac:spMkLst>
            <pc:docMk/>
            <pc:sldMk cId="3462492438" sldId="428"/>
            <ac:spMk id="44085" creationId="{8AAB91E3-41BE-4478-BF23-A24D43E146C5}"/>
          </ac:spMkLst>
        </pc:spChg>
        <pc:spChg chg="add">
          <ac:chgData name="wiharto" userId="26dbef6a-cfea-4e24-8e0c-5099cdaa68f0" providerId="ADAL" clId="{BF4F76CB-A89E-43B2-9E9C-3744D94B7005}" dt="2024-02-27T05:46:53.849" v="217" actId="26606"/>
          <ac:spMkLst>
            <pc:docMk/>
            <pc:sldMk cId="3462492438" sldId="428"/>
            <ac:spMk id="44087" creationId="{96DFC7EA-8516-41F1-8ED9-C0A8E1E0862A}"/>
          </ac:spMkLst>
        </pc:spChg>
        <pc:spChg chg="add">
          <ac:chgData name="wiharto" userId="26dbef6a-cfea-4e24-8e0c-5099cdaa68f0" providerId="ADAL" clId="{BF4F76CB-A89E-43B2-9E9C-3744D94B7005}" dt="2024-02-27T05:46:53.849" v="217" actId="26606"/>
          <ac:spMkLst>
            <pc:docMk/>
            <pc:sldMk cId="3462492438" sldId="428"/>
            <ac:spMk id="44089" creationId="{E24E972C-8744-4CFA-B783-41EA3CC38199}"/>
          </ac:spMkLst>
        </pc:spChg>
        <pc:spChg chg="add">
          <ac:chgData name="wiharto" userId="26dbef6a-cfea-4e24-8e0c-5099cdaa68f0" providerId="ADAL" clId="{BF4F76CB-A89E-43B2-9E9C-3744D94B7005}" dt="2024-02-27T05:46:53.849" v="217" actId="26606"/>
          <ac:spMkLst>
            <pc:docMk/>
            <pc:sldMk cId="3462492438" sldId="428"/>
            <ac:spMk id="44091" creationId="{C7C88F2E-E233-48BA-B85F-D06BA522B790}"/>
          </ac:spMkLst>
        </pc:spChg>
        <pc:grpChg chg="add del">
          <ac:chgData name="wiharto" userId="26dbef6a-cfea-4e24-8e0c-5099cdaa68f0" providerId="ADAL" clId="{BF4F76CB-A89E-43B2-9E9C-3744D94B7005}" dt="2024-02-26T00:24:32.337" v="110" actId="26606"/>
          <ac:grpSpMkLst>
            <pc:docMk/>
            <pc:sldMk cId="3462492438" sldId="428"/>
            <ac:grpSpMk id="44054" creationId="{648049AD-9827-49E8-8BF5-32E175C8EA8A}"/>
          </ac:grpSpMkLst>
        </pc:grpChg>
        <pc:picChg chg="add mod">
          <ac:chgData name="wiharto" userId="26dbef6a-cfea-4e24-8e0c-5099cdaa68f0" providerId="ADAL" clId="{BF4F76CB-A89E-43B2-9E9C-3744D94B7005}" dt="2024-02-27T05:46:53.849" v="217" actId="26606"/>
          <ac:picMkLst>
            <pc:docMk/>
            <pc:sldMk cId="3462492438" sldId="428"/>
            <ac:picMk id="44062" creationId="{DF27190C-C55D-F0CB-4B54-CE92D615D3FA}"/>
          </ac:picMkLst>
        </pc:picChg>
        <pc:cxnChg chg="add del">
          <ac:chgData name="wiharto" userId="26dbef6a-cfea-4e24-8e0c-5099cdaa68f0" providerId="ADAL" clId="{BF4F76CB-A89E-43B2-9E9C-3744D94B7005}" dt="2024-02-26T00:24:28.807" v="108" actId="26606"/>
          <ac:cxnSpMkLst>
            <pc:docMk/>
            <pc:sldMk cId="3462492438" sldId="428"/>
            <ac:cxnSpMk id="44044" creationId="{1A1FE6BB-DFB2-4080-9B5E-076EF5DDE67B}"/>
          </ac:cxnSpMkLst>
        </pc:cxnChg>
        <pc:cxnChg chg="add">
          <ac:chgData name="wiharto" userId="26dbef6a-cfea-4e24-8e0c-5099cdaa68f0" providerId="ADAL" clId="{BF4F76CB-A89E-43B2-9E9C-3744D94B7005}" dt="2024-02-27T05:46:53.849" v="217" actId="26606"/>
          <ac:cxnSpMkLst>
            <pc:docMk/>
            <pc:sldMk cId="3462492438" sldId="428"/>
            <ac:cxnSpMk id="44075" creationId="{E0A9CA40-1F57-4A6D-ACDA-F720AA468CF6}"/>
          </ac:cxnSpMkLst>
        </pc:cxnChg>
        <pc:cxnChg chg="add">
          <ac:chgData name="wiharto" userId="26dbef6a-cfea-4e24-8e0c-5099cdaa68f0" providerId="ADAL" clId="{BF4F76CB-A89E-43B2-9E9C-3744D94B7005}" dt="2024-02-27T05:46:53.849" v="217" actId="26606"/>
          <ac:cxnSpMkLst>
            <pc:docMk/>
            <pc:sldMk cId="3462492438" sldId="428"/>
            <ac:cxnSpMk id="44077" creationId="{B2A94EDB-B0FE-4678-8E69-0F137AE3BE6C}"/>
          </ac:cxnSpMkLst>
        </pc:cxnChg>
      </pc:sldChg>
      <pc:sldChg chg="addSp delSp modSp mod setBg">
        <pc:chgData name="wiharto" userId="26dbef6a-cfea-4e24-8e0c-5099cdaa68f0" providerId="ADAL" clId="{BF4F76CB-A89E-43B2-9E9C-3744D94B7005}" dt="2024-02-27T05:47:19.696" v="224" actId="255"/>
        <pc:sldMkLst>
          <pc:docMk/>
          <pc:sldMk cId="3698666197" sldId="429"/>
        </pc:sldMkLst>
        <pc:spChg chg="mod ord">
          <ac:chgData name="wiharto" userId="26dbef6a-cfea-4e24-8e0c-5099cdaa68f0" providerId="ADAL" clId="{BF4F76CB-A89E-43B2-9E9C-3744D94B7005}" dt="2024-02-27T05:47:10.114" v="221" actId="26606"/>
          <ac:spMkLst>
            <pc:docMk/>
            <pc:sldMk cId="3698666197" sldId="429"/>
            <ac:spMk id="2" creationId="{00000000-0000-0000-0000-000000000000}"/>
          </ac:spMkLst>
        </pc:spChg>
        <pc:spChg chg="mod">
          <ac:chgData name="wiharto" userId="26dbef6a-cfea-4e24-8e0c-5099cdaa68f0" providerId="ADAL" clId="{BF4F76CB-A89E-43B2-9E9C-3744D94B7005}" dt="2024-02-26T00:25:17.106" v="115" actId="26606"/>
          <ac:spMkLst>
            <pc:docMk/>
            <pc:sldMk cId="3698666197" sldId="429"/>
            <ac:spMk id="3" creationId="{8D5E2415-B7BE-1BE5-E08F-275A4991EB6B}"/>
          </ac:spMkLst>
        </pc:spChg>
        <pc:spChg chg="mod ord">
          <ac:chgData name="wiharto" userId="26dbef6a-cfea-4e24-8e0c-5099cdaa68f0" providerId="ADAL" clId="{BF4F76CB-A89E-43B2-9E9C-3744D94B7005}" dt="2024-02-27T05:47:19.696" v="224" actId="255"/>
          <ac:spMkLst>
            <pc:docMk/>
            <pc:sldMk cId="3698666197" sldId="429"/>
            <ac:spMk id="45059" creationId="{00000000-0000-0000-0000-000000000000}"/>
          </ac:spMkLst>
        </pc:spChg>
        <pc:spChg chg="add del">
          <ac:chgData name="wiharto" userId="26dbef6a-cfea-4e24-8e0c-5099cdaa68f0" providerId="ADAL" clId="{BF4F76CB-A89E-43B2-9E9C-3744D94B7005}" dt="2024-02-26T00:25:21.593" v="118" actId="26606"/>
          <ac:spMkLst>
            <pc:docMk/>
            <pc:sldMk cId="3698666197" sldId="429"/>
            <ac:spMk id="45064" creationId="{603AE127-802C-459A-A612-DB85B67F0DC0}"/>
          </ac:spMkLst>
        </pc:spChg>
        <pc:spChg chg="add del">
          <ac:chgData name="wiharto" userId="26dbef6a-cfea-4e24-8e0c-5099cdaa68f0" providerId="ADAL" clId="{BF4F76CB-A89E-43B2-9E9C-3744D94B7005}" dt="2024-02-26T00:25:21.593" v="118" actId="26606"/>
          <ac:spMkLst>
            <pc:docMk/>
            <pc:sldMk cId="3698666197" sldId="429"/>
            <ac:spMk id="45066" creationId="{9323D83D-50D6-4040-A58B-FCEA340F886A}"/>
          </ac:spMkLst>
        </pc:spChg>
        <pc:spChg chg="add del">
          <ac:chgData name="wiharto" userId="26dbef6a-cfea-4e24-8e0c-5099cdaa68f0" providerId="ADAL" clId="{BF4F76CB-A89E-43B2-9E9C-3744D94B7005}" dt="2024-02-26T00:25:21.593" v="118" actId="26606"/>
          <ac:spMkLst>
            <pc:docMk/>
            <pc:sldMk cId="3698666197" sldId="429"/>
            <ac:spMk id="45070" creationId="{F10FD715-4DCE-4779-B634-EC78315EA213}"/>
          </ac:spMkLst>
        </pc:spChg>
        <pc:spChg chg="add del">
          <ac:chgData name="wiharto" userId="26dbef6a-cfea-4e24-8e0c-5099cdaa68f0" providerId="ADAL" clId="{BF4F76CB-A89E-43B2-9E9C-3744D94B7005}" dt="2024-02-26T00:25:17.106" v="115" actId="26606"/>
          <ac:spMkLst>
            <pc:docMk/>
            <pc:sldMk cId="3698666197" sldId="429"/>
            <ac:spMk id="45075" creationId="{8DF4D7F6-81B5-452A-9CE6-76D81F91D41B}"/>
          </ac:spMkLst>
        </pc:spChg>
        <pc:spChg chg="add del">
          <ac:chgData name="wiharto" userId="26dbef6a-cfea-4e24-8e0c-5099cdaa68f0" providerId="ADAL" clId="{BF4F76CB-A89E-43B2-9E9C-3744D94B7005}" dt="2024-02-27T05:47:10.114" v="221" actId="26606"/>
          <ac:spMkLst>
            <pc:docMk/>
            <pc:sldMk cId="3698666197" sldId="429"/>
            <ac:spMk id="45076" creationId="{9F8803AC-EE0E-40C2-AD46-FD84FAD82220}"/>
          </ac:spMkLst>
        </pc:spChg>
        <pc:spChg chg="add del">
          <ac:chgData name="wiharto" userId="26dbef6a-cfea-4e24-8e0c-5099cdaa68f0" providerId="ADAL" clId="{BF4F76CB-A89E-43B2-9E9C-3744D94B7005}" dt="2024-02-26T00:25:17.106" v="115" actId="26606"/>
          <ac:spMkLst>
            <pc:docMk/>
            <pc:sldMk cId="3698666197" sldId="429"/>
            <ac:spMk id="45077" creationId="{4600514D-20FB-4559-97DC-D1DC39E6C3DE}"/>
          </ac:spMkLst>
        </pc:spChg>
        <pc:spChg chg="add del">
          <ac:chgData name="wiharto" userId="26dbef6a-cfea-4e24-8e0c-5099cdaa68f0" providerId="ADAL" clId="{BF4F76CB-A89E-43B2-9E9C-3744D94B7005}" dt="2024-02-27T05:47:10.114" v="221" actId="26606"/>
          <ac:spMkLst>
            <pc:docMk/>
            <pc:sldMk cId="3698666197" sldId="429"/>
            <ac:spMk id="45078" creationId="{051A3413-562D-435C-AAE4-56808F0CBC73}"/>
          </ac:spMkLst>
        </pc:spChg>
        <pc:spChg chg="add del">
          <ac:chgData name="wiharto" userId="26dbef6a-cfea-4e24-8e0c-5099cdaa68f0" providerId="ADAL" clId="{BF4F76CB-A89E-43B2-9E9C-3744D94B7005}" dt="2024-02-26T00:25:17.106" v="115" actId="26606"/>
          <ac:spMkLst>
            <pc:docMk/>
            <pc:sldMk cId="3698666197" sldId="429"/>
            <ac:spMk id="45079" creationId="{266F638A-E405-4AC0-B984-72E5813B0DD1}"/>
          </ac:spMkLst>
        </pc:spChg>
        <pc:spChg chg="add">
          <ac:chgData name="wiharto" userId="26dbef6a-cfea-4e24-8e0c-5099cdaa68f0" providerId="ADAL" clId="{BF4F76CB-A89E-43B2-9E9C-3744D94B7005}" dt="2024-02-27T05:47:10.114" v="221" actId="26606"/>
          <ac:spMkLst>
            <pc:docMk/>
            <pc:sldMk cId="3698666197" sldId="429"/>
            <ac:spMk id="45080" creationId="{2A4588C6-4069-4731-BFB4-10F1E6D37842}"/>
          </ac:spMkLst>
        </pc:spChg>
        <pc:spChg chg="add">
          <ac:chgData name="wiharto" userId="26dbef6a-cfea-4e24-8e0c-5099cdaa68f0" providerId="ADAL" clId="{BF4F76CB-A89E-43B2-9E9C-3744D94B7005}" dt="2024-02-27T05:47:10.114" v="221" actId="26606"/>
          <ac:spMkLst>
            <pc:docMk/>
            <pc:sldMk cId="3698666197" sldId="429"/>
            <ac:spMk id="45082" creationId="{23370524-0FE7-41B4-ABCF-7FB26B6CF1F6}"/>
          </ac:spMkLst>
        </pc:spChg>
        <pc:spChg chg="add del">
          <ac:chgData name="wiharto" userId="26dbef6a-cfea-4e24-8e0c-5099cdaa68f0" providerId="ADAL" clId="{BF4F76CB-A89E-43B2-9E9C-3744D94B7005}" dt="2024-02-26T00:25:17.106" v="115" actId="26606"/>
          <ac:spMkLst>
            <pc:docMk/>
            <pc:sldMk cId="3698666197" sldId="429"/>
            <ac:spMk id="45085" creationId="{27B538D5-95DB-47ED-9CB4-34AE5BF78E6B}"/>
          </ac:spMkLst>
        </pc:spChg>
        <pc:spChg chg="add del">
          <ac:chgData name="wiharto" userId="26dbef6a-cfea-4e24-8e0c-5099cdaa68f0" providerId="ADAL" clId="{BF4F76CB-A89E-43B2-9E9C-3744D94B7005}" dt="2024-02-26T00:25:21.587" v="117" actId="26606"/>
          <ac:spMkLst>
            <pc:docMk/>
            <pc:sldMk cId="3698666197" sldId="429"/>
            <ac:spMk id="45087" creationId="{E80B86A7-A1EC-475B-9166-88902B033A38}"/>
          </ac:spMkLst>
        </pc:spChg>
        <pc:spChg chg="add del">
          <ac:chgData name="wiharto" userId="26dbef6a-cfea-4e24-8e0c-5099cdaa68f0" providerId="ADAL" clId="{BF4F76CB-A89E-43B2-9E9C-3744D94B7005}" dt="2024-02-26T00:25:21.587" v="117" actId="26606"/>
          <ac:spMkLst>
            <pc:docMk/>
            <pc:sldMk cId="3698666197" sldId="429"/>
            <ac:spMk id="45088" creationId="{C2C29CB1-9F74-4879-A6AF-AEA67B6F1F4D}"/>
          </ac:spMkLst>
        </pc:spChg>
        <pc:spChg chg="add del">
          <ac:chgData name="wiharto" userId="26dbef6a-cfea-4e24-8e0c-5099cdaa68f0" providerId="ADAL" clId="{BF4F76CB-A89E-43B2-9E9C-3744D94B7005}" dt="2024-02-26T00:25:21.587" v="117" actId="26606"/>
          <ac:spMkLst>
            <pc:docMk/>
            <pc:sldMk cId="3698666197" sldId="429"/>
            <ac:spMk id="45089" creationId="{7E2C7115-5336-410C-AD71-0F0952A2E5A7}"/>
          </ac:spMkLst>
        </pc:spChg>
        <pc:spChg chg="add">
          <ac:chgData name="wiharto" userId="26dbef6a-cfea-4e24-8e0c-5099cdaa68f0" providerId="ADAL" clId="{BF4F76CB-A89E-43B2-9E9C-3744D94B7005}" dt="2024-02-27T05:47:10.114" v="221" actId="26606"/>
          <ac:spMkLst>
            <pc:docMk/>
            <pc:sldMk cId="3698666197" sldId="429"/>
            <ac:spMk id="45091" creationId="{4E93B92B-0DD5-4277-9D69-972ABADC3559}"/>
          </ac:spMkLst>
        </pc:spChg>
        <pc:spChg chg="add">
          <ac:chgData name="wiharto" userId="26dbef6a-cfea-4e24-8e0c-5099cdaa68f0" providerId="ADAL" clId="{BF4F76CB-A89E-43B2-9E9C-3744D94B7005}" dt="2024-02-27T05:47:10.114" v="221" actId="26606"/>
          <ac:spMkLst>
            <pc:docMk/>
            <pc:sldMk cId="3698666197" sldId="429"/>
            <ac:spMk id="45093" creationId="{7CE87768-354E-4E3F-8202-9F387CF50590}"/>
          </ac:spMkLst>
        </pc:spChg>
        <pc:spChg chg="add">
          <ac:chgData name="wiharto" userId="26dbef6a-cfea-4e24-8e0c-5099cdaa68f0" providerId="ADAL" clId="{BF4F76CB-A89E-43B2-9E9C-3744D94B7005}" dt="2024-02-27T05:47:10.114" v="221" actId="26606"/>
          <ac:spMkLst>
            <pc:docMk/>
            <pc:sldMk cId="3698666197" sldId="429"/>
            <ac:spMk id="45095" creationId="{09E5B98F-BD75-4A30-BF72-0A91074702FC}"/>
          </ac:spMkLst>
        </pc:spChg>
        <pc:spChg chg="add">
          <ac:chgData name="wiharto" userId="26dbef6a-cfea-4e24-8e0c-5099cdaa68f0" providerId="ADAL" clId="{BF4F76CB-A89E-43B2-9E9C-3744D94B7005}" dt="2024-02-27T05:47:10.114" v="221" actId="26606"/>
          <ac:spMkLst>
            <pc:docMk/>
            <pc:sldMk cId="3698666197" sldId="429"/>
            <ac:spMk id="45097" creationId="{8AAB91E3-41BE-4478-BF23-A24D43E146C5}"/>
          </ac:spMkLst>
        </pc:spChg>
        <pc:spChg chg="add">
          <ac:chgData name="wiharto" userId="26dbef6a-cfea-4e24-8e0c-5099cdaa68f0" providerId="ADAL" clId="{BF4F76CB-A89E-43B2-9E9C-3744D94B7005}" dt="2024-02-27T05:47:10.114" v="221" actId="26606"/>
          <ac:spMkLst>
            <pc:docMk/>
            <pc:sldMk cId="3698666197" sldId="429"/>
            <ac:spMk id="45099" creationId="{96DFC7EA-8516-41F1-8ED9-C0A8E1E0862A}"/>
          </ac:spMkLst>
        </pc:spChg>
        <pc:spChg chg="add">
          <ac:chgData name="wiharto" userId="26dbef6a-cfea-4e24-8e0c-5099cdaa68f0" providerId="ADAL" clId="{BF4F76CB-A89E-43B2-9E9C-3744D94B7005}" dt="2024-02-27T05:47:10.114" v="221" actId="26606"/>
          <ac:spMkLst>
            <pc:docMk/>
            <pc:sldMk cId="3698666197" sldId="429"/>
            <ac:spMk id="45101" creationId="{E24E972C-8744-4CFA-B783-41EA3CC38199}"/>
          </ac:spMkLst>
        </pc:spChg>
        <pc:spChg chg="add">
          <ac:chgData name="wiharto" userId="26dbef6a-cfea-4e24-8e0c-5099cdaa68f0" providerId="ADAL" clId="{BF4F76CB-A89E-43B2-9E9C-3744D94B7005}" dt="2024-02-27T05:47:10.114" v="221" actId="26606"/>
          <ac:spMkLst>
            <pc:docMk/>
            <pc:sldMk cId="3698666197" sldId="429"/>
            <ac:spMk id="45103" creationId="{C7C88F2E-E233-48BA-B85F-D06BA522B790}"/>
          </ac:spMkLst>
        </pc:spChg>
        <pc:picChg chg="add mod">
          <ac:chgData name="wiharto" userId="26dbef6a-cfea-4e24-8e0c-5099cdaa68f0" providerId="ADAL" clId="{BF4F76CB-A89E-43B2-9E9C-3744D94B7005}" dt="2024-02-27T05:47:10.114" v="221" actId="26606"/>
          <ac:picMkLst>
            <pc:docMk/>
            <pc:sldMk cId="3698666197" sldId="429"/>
            <ac:picMk id="45072" creationId="{695C612C-B3A8-0672-252E-B796287F1890}"/>
          </ac:picMkLst>
        </pc:picChg>
        <pc:cxnChg chg="add del">
          <ac:chgData name="wiharto" userId="26dbef6a-cfea-4e24-8e0c-5099cdaa68f0" providerId="ADAL" clId="{BF4F76CB-A89E-43B2-9E9C-3744D94B7005}" dt="2024-02-26T00:25:21.593" v="118" actId="26606"/>
          <ac:cxnSpMkLst>
            <pc:docMk/>
            <pc:sldMk cId="3698666197" sldId="429"/>
            <ac:cxnSpMk id="45068" creationId="{1A1FE6BB-DFB2-4080-9B5E-076EF5DDE67B}"/>
          </ac:cxnSpMkLst>
        </pc:cxnChg>
        <pc:cxnChg chg="add del">
          <ac:chgData name="wiharto" userId="26dbef6a-cfea-4e24-8e0c-5099cdaa68f0" providerId="ADAL" clId="{BF4F76CB-A89E-43B2-9E9C-3744D94B7005}" dt="2024-02-26T00:25:17.106" v="115" actId="26606"/>
          <ac:cxnSpMkLst>
            <pc:docMk/>
            <pc:sldMk cId="3698666197" sldId="429"/>
            <ac:cxnSpMk id="45081" creationId="{7D1CBE93-B17D-4509-843C-82287C38032A}"/>
          </ac:cxnSpMkLst>
        </pc:cxnChg>
        <pc:cxnChg chg="add del">
          <ac:chgData name="wiharto" userId="26dbef6a-cfea-4e24-8e0c-5099cdaa68f0" providerId="ADAL" clId="{BF4F76CB-A89E-43B2-9E9C-3744D94B7005}" dt="2024-02-26T00:25:17.106" v="115" actId="26606"/>
          <ac:cxnSpMkLst>
            <pc:docMk/>
            <pc:sldMk cId="3698666197" sldId="429"/>
            <ac:cxnSpMk id="45083" creationId="{AE6277B4-6A43-48AB-89B2-3442221619CC}"/>
          </ac:cxnSpMkLst>
        </pc:cxnChg>
        <pc:cxnChg chg="add">
          <ac:chgData name="wiharto" userId="26dbef6a-cfea-4e24-8e0c-5099cdaa68f0" providerId="ADAL" clId="{BF4F76CB-A89E-43B2-9E9C-3744D94B7005}" dt="2024-02-27T05:47:10.114" v="221" actId="26606"/>
          <ac:cxnSpMkLst>
            <pc:docMk/>
            <pc:sldMk cId="3698666197" sldId="429"/>
            <ac:cxnSpMk id="45084" creationId="{E0A9CA40-1F57-4A6D-ACDA-F720AA468CF6}"/>
          </ac:cxnSpMkLst>
        </pc:cxnChg>
        <pc:cxnChg chg="add">
          <ac:chgData name="wiharto" userId="26dbef6a-cfea-4e24-8e0c-5099cdaa68f0" providerId="ADAL" clId="{BF4F76CB-A89E-43B2-9E9C-3744D94B7005}" dt="2024-02-27T05:47:10.114" v="221" actId="26606"/>
          <ac:cxnSpMkLst>
            <pc:docMk/>
            <pc:sldMk cId="3698666197" sldId="429"/>
            <ac:cxnSpMk id="45086" creationId="{B2A94EDB-B0FE-4678-8E69-0F137AE3BE6C}"/>
          </ac:cxnSpMkLst>
        </pc:cxnChg>
      </pc:sldChg>
      <pc:sldChg chg="addSp delSp modSp mod setBg">
        <pc:chgData name="wiharto" userId="26dbef6a-cfea-4e24-8e0c-5099cdaa68f0" providerId="ADAL" clId="{BF4F76CB-A89E-43B2-9E9C-3744D94B7005}" dt="2024-02-26T00:25:46.017" v="123" actId="26606"/>
        <pc:sldMkLst>
          <pc:docMk/>
          <pc:sldMk cId="1549249743" sldId="430"/>
        </pc:sldMkLst>
        <pc:spChg chg="mod">
          <ac:chgData name="wiharto" userId="26dbef6a-cfea-4e24-8e0c-5099cdaa68f0" providerId="ADAL" clId="{BF4F76CB-A89E-43B2-9E9C-3744D94B7005}" dt="2024-02-26T00:25:46.017" v="123" actId="26606"/>
          <ac:spMkLst>
            <pc:docMk/>
            <pc:sldMk cId="1549249743" sldId="430"/>
            <ac:spMk id="2" creationId="{00000000-0000-0000-0000-000000000000}"/>
          </ac:spMkLst>
        </pc:spChg>
        <pc:spChg chg="mod">
          <ac:chgData name="wiharto" userId="26dbef6a-cfea-4e24-8e0c-5099cdaa68f0" providerId="ADAL" clId="{BF4F76CB-A89E-43B2-9E9C-3744D94B7005}" dt="2024-02-26T00:25:00.843" v="113" actId="26606"/>
          <ac:spMkLst>
            <pc:docMk/>
            <pc:sldMk cId="1549249743" sldId="430"/>
            <ac:spMk id="3" creationId="{AF56C6BF-4C11-A75F-E462-D94F593FB8FE}"/>
          </ac:spMkLst>
        </pc:spChg>
        <pc:spChg chg="mod">
          <ac:chgData name="wiharto" userId="26dbef6a-cfea-4e24-8e0c-5099cdaa68f0" providerId="ADAL" clId="{BF4F76CB-A89E-43B2-9E9C-3744D94B7005}" dt="2024-02-26T00:25:46.017" v="123" actId="26606"/>
          <ac:spMkLst>
            <pc:docMk/>
            <pc:sldMk cId="1549249743" sldId="430"/>
            <ac:spMk id="46083" creationId="{00000000-0000-0000-0000-000000000000}"/>
          </ac:spMkLst>
        </pc:spChg>
        <pc:spChg chg="add del">
          <ac:chgData name="wiharto" userId="26dbef6a-cfea-4e24-8e0c-5099cdaa68f0" providerId="ADAL" clId="{BF4F76CB-A89E-43B2-9E9C-3744D94B7005}" dt="2024-02-26T00:25:46.017" v="123" actId="26606"/>
          <ac:spMkLst>
            <pc:docMk/>
            <pc:sldMk cId="1549249743" sldId="430"/>
            <ac:spMk id="46089" creationId="{9F8803AC-EE0E-40C2-AD46-FD84FAD82220}"/>
          </ac:spMkLst>
        </pc:spChg>
        <pc:spChg chg="add del">
          <ac:chgData name="wiharto" userId="26dbef6a-cfea-4e24-8e0c-5099cdaa68f0" providerId="ADAL" clId="{BF4F76CB-A89E-43B2-9E9C-3744D94B7005}" dt="2024-02-26T00:25:46.017" v="123" actId="26606"/>
          <ac:spMkLst>
            <pc:docMk/>
            <pc:sldMk cId="1549249743" sldId="430"/>
            <ac:spMk id="46091" creationId="{051A3413-562D-435C-AAE4-56808F0CBC73}"/>
          </ac:spMkLst>
        </pc:spChg>
        <pc:spChg chg="add">
          <ac:chgData name="wiharto" userId="26dbef6a-cfea-4e24-8e0c-5099cdaa68f0" providerId="ADAL" clId="{BF4F76CB-A89E-43B2-9E9C-3744D94B7005}" dt="2024-02-26T00:25:46.017" v="123" actId="26606"/>
          <ac:spMkLst>
            <pc:docMk/>
            <pc:sldMk cId="1549249743" sldId="430"/>
            <ac:spMk id="46096" creationId="{518E5A25-92C5-4F27-8E26-0AAAB0CDC85E}"/>
          </ac:spMkLst>
        </pc:spChg>
        <pc:picChg chg="add mod">
          <ac:chgData name="wiharto" userId="26dbef6a-cfea-4e24-8e0c-5099cdaa68f0" providerId="ADAL" clId="{BF4F76CB-A89E-43B2-9E9C-3744D94B7005}" dt="2024-02-26T00:25:46.017" v="123" actId="26606"/>
          <ac:picMkLst>
            <pc:docMk/>
            <pc:sldMk cId="1549249743" sldId="430"/>
            <ac:picMk id="46085" creationId="{1273D6DF-911E-F084-C109-8CBF8D460CB6}"/>
          </ac:picMkLst>
        </pc:picChg>
      </pc:sldChg>
      <pc:sldChg chg="addSp delSp modSp mod setBg">
        <pc:chgData name="wiharto" userId="26dbef6a-cfea-4e24-8e0c-5099cdaa68f0" providerId="ADAL" clId="{BF4F76CB-A89E-43B2-9E9C-3744D94B7005}" dt="2024-02-27T05:47:27.189" v="225" actId="26606"/>
        <pc:sldMkLst>
          <pc:docMk/>
          <pc:sldMk cId="2781885127" sldId="433"/>
        </pc:sldMkLst>
        <pc:spChg chg="mod">
          <ac:chgData name="wiharto" userId="26dbef6a-cfea-4e24-8e0c-5099cdaa68f0" providerId="ADAL" clId="{BF4F76CB-A89E-43B2-9E9C-3744D94B7005}" dt="2024-02-27T05:47:27.189" v="225" actId="26606"/>
          <ac:spMkLst>
            <pc:docMk/>
            <pc:sldMk cId="2781885127" sldId="433"/>
            <ac:spMk id="2" creationId="{00000000-0000-0000-0000-000000000000}"/>
          </ac:spMkLst>
        </pc:spChg>
        <pc:spChg chg="mod">
          <ac:chgData name="wiharto" userId="26dbef6a-cfea-4e24-8e0c-5099cdaa68f0" providerId="ADAL" clId="{BF4F76CB-A89E-43B2-9E9C-3744D94B7005}" dt="2024-02-27T05:47:27.189" v="225" actId="26606"/>
          <ac:spMkLst>
            <pc:docMk/>
            <pc:sldMk cId="2781885127" sldId="433"/>
            <ac:spMk id="3" creationId="{BEDF9C36-9702-8A85-83AE-5811416D5D54}"/>
          </ac:spMkLst>
        </pc:spChg>
        <pc:spChg chg="mod">
          <ac:chgData name="wiharto" userId="26dbef6a-cfea-4e24-8e0c-5099cdaa68f0" providerId="ADAL" clId="{BF4F76CB-A89E-43B2-9E9C-3744D94B7005}" dt="2024-02-27T05:47:27.189" v="225" actId="26606"/>
          <ac:spMkLst>
            <pc:docMk/>
            <pc:sldMk cId="2781885127" sldId="433"/>
            <ac:spMk id="11267" creationId="{00000000-0000-0000-0000-000000000000}"/>
          </ac:spMkLst>
        </pc:spChg>
        <pc:spChg chg="add del">
          <ac:chgData name="wiharto" userId="26dbef6a-cfea-4e24-8e0c-5099cdaa68f0" providerId="ADAL" clId="{BF4F76CB-A89E-43B2-9E9C-3744D94B7005}" dt="2024-02-27T05:47:27.189" v="225" actId="26606"/>
          <ac:spMkLst>
            <pc:docMk/>
            <pc:sldMk cId="2781885127" sldId="433"/>
            <ac:spMk id="11273" creationId="{3BCB5F6A-9EB0-40B0-9D13-3023E9A20508}"/>
          </ac:spMkLst>
        </pc:spChg>
        <pc:spChg chg="add">
          <ac:chgData name="wiharto" userId="26dbef6a-cfea-4e24-8e0c-5099cdaa68f0" providerId="ADAL" clId="{BF4F76CB-A89E-43B2-9E9C-3744D94B7005}" dt="2024-02-27T05:47:27.189" v="225" actId="26606"/>
          <ac:spMkLst>
            <pc:docMk/>
            <pc:sldMk cId="2781885127" sldId="433"/>
            <ac:spMk id="11278" creationId="{2A4588C6-4069-4731-BFB4-10F1E6D37842}"/>
          </ac:spMkLst>
        </pc:spChg>
        <pc:spChg chg="add">
          <ac:chgData name="wiharto" userId="26dbef6a-cfea-4e24-8e0c-5099cdaa68f0" providerId="ADAL" clId="{BF4F76CB-A89E-43B2-9E9C-3744D94B7005}" dt="2024-02-27T05:47:27.189" v="225" actId="26606"/>
          <ac:spMkLst>
            <pc:docMk/>
            <pc:sldMk cId="2781885127" sldId="433"/>
            <ac:spMk id="11280" creationId="{23370524-0FE7-41B4-ABCF-7FB26B6CF1F6}"/>
          </ac:spMkLst>
        </pc:spChg>
        <pc:spChg chg="add">
          <ac:chgData name="wiharto" userId="26dbef6a-cfea-4e24-8e0c-5099cdaa68f0" providerId="ADAL" clId="{BF4F76CB-A89E-43B2-9E9C-3744D94B7005}" dt="2024-02-27T05:47:27.189" v="225" actId="26606"/>
          <ac:spMkLst>
            <pc:docMk/>
            <pc:sldMk cId="2781885127" sldId="433"/>
            <ac:spMk id="11286" creationId="{4E93B92B-0DD5-4277-9D69-972ABADC3559}"/>
          </ac:spMkLst>
        </pc:spChg>
        <pc:spChg chg="add">
          <ac:chgData name="wiharto" userId="26dbef6a-cfea-4e24-8e0c-5099cdaa68f0" providerId="ADAL" clId="{BF4F76CB-A89E-43B2-9E9C-3744D94B7005}" dt="2024-02-27T05:47:27.189" v="225" actId="26606"/>
          <ac:spMkLst>
            <pc:docMk/>
            <pc:sldMk cId="2781885127" sldId="433"/>
            <ac:spMk id="11288" creationId="{7CE87768-354E-4E3F-8202-9F387CF50590}"/>
          </ac:spMkLst>
        </pc:spChg>
        <pc:spChg chg="add">
          <ac:chgData name="wiharto" userId="26dbef6a-cfea-4e24-8e0c-5099cdaa68f0" providerId="ADAL" clId="{BF4F76CB-A89E-43B2-9E9C-3744D94B7005}" dt="2024-02-27T05:47:27.189" v="225" actId="26606"/>
          <ac:spMkLst>
            <pc:docMk/>
            <pc:sldMk cId="2781885127" sldId="433"/>
            <ac:spMk id="11290" creationId="{09E5B98F-BD75-4A30-BF72-0A91074702FC}"/>
          </ac:spMkLst>
        </pc:spChg>
        <pc:spChg chg="add">
          <ac:chgData name="wiharto" userId="26dbef6a-cfea-4e24-8e0c-5099cdaa68f0" providerId="ADAL" clId="{BF4F76CB-A89E-43B2-9E9C-3744D94B7005}" dt="2024-02-27T05:47:27.189" v="225" actId="26606"/>
          <ac:spMkLst>
            <pc:docMk/>
            <pc:sldMk cId="2781885127" sldId="433"/>
            <ac:spMk id="11292" creationId="{8AAB91E3-41BE-4478-BF23-A24D43E146C5}"/>
          </ac:spMkLst>
        </pc:spChg>
        <pc:spChg chg="add">
          <ac:chgData name="wiharto" userId="26dbef6a-cfea-4e24-8e0c-5099cdaa68f0" providerId="ADAL" clId="{BF4F76CB-A89E-43B2-9E9C-3744D94B7005}" dt="2024-02-27T05:47:27.189" v="225" actId="26606"/>
          <ac:spMkLst>
            <pc:docMk/>
            <pc:sldMk cId="2781885127" sldId="433"/>
            <ac:spMk id="11294" creationId="{96DFC7EA-8516-41F1-8ED9-C0A8E1E0862A}"/>
          </ac:spMkLst>
        </pc:spChg>
        <pc:spChg chg="add">
          <ac:chgData name="wiharto" userId="26dbef6a-cfea-4e24-8e0c-5099cdaa68f0" providerId="ADAL" clId="{BF4F76CB-A89E-43B2-9E9C-3744D94B7005}" dt="2024-02-27T05:47:27.189" v="225" actId="26606"/>
          <ac:spMkLst>
            <pc:docMk/>
            <pc:sldMk cId="2781885127" sldId="433"/>
            <ac:spMk id="11296" creationId="{E24E972C-8744-4CFA-B783-41EA3CC38199}"/>
          </ac:spMkLst>
        </pc:spChg>
        <pc:spChg chg="add">
          <ac:chgData name="wiharto" userId="26dbef6a-cfea-4e24-8e0c-5099cdaa68f0" providerId="ADAL" clId="{BF4F76CB-A89E-43B2-9E9C-3744D94B7005}" dt="2024-02-27T05:47:27.189" v="225" actId="26606"/>
          <ac:spMkLst>
            <pc:docMk/>
            <pc:sldMk cId="2781885127" sldId="433"/>
            <ac:spMk id="11298" creationId="{C7C88F2E-E233-48BA-B85F-D06BA522B790}"/>
          </ac:spMkLst>
        </pc:spChg>
        <pc:picChg chg="add mod ord">
          <ac:chgData name="wiharto" userId="26dbef6a-cfea-4e24-8e0c-5099cdaa68f0" providerId="ADAL" clId="{BF4F76CB-A89E-43B2-9E9C-3744D94B7005}" dt="2024-02-27T05:47:27.189" v="225" actId="26606"/>
          <ac:picMkLst>
            <pc:docMk/>
            <pc:sldMk cId="2781885127" sldId="433"/>
            <ac:picMk id="11269" creationId="{FC591F08-39D5-49E6-6FA2-B67A64C5E812}"/>
          </ac:picMkLst>
        </pc:picChg>
        <pc:cxnChg chg="add">
          <ac:chgData name="wiharto" userId="26dbef6a-cfea-4e24-8e0c-5099cdaa68f0" providerId="ADAL" clId="{BF4F76CB-A89E-43B2-9E9C-3744D94B7005}" dt="2024-02-27T05:47:27.189" v="225" actId="26606"/>
          <ac:cxnSpMkLst>
            <pc:docMk/>
            <pc:sldMk cId="2781885127" sldId="433"/>
            <ac:cxnSpMk id="11282" creationId="{E0A9CA40-1F57-4A6D-ACDA-F720AA468CF6}"/>
          </ac:cxnSpMkLst>
        </pc:cxnChg>
        <pc:cxnChg chg="add">
          <ac:chgData name="wiharto" userId="26dbef6a-cfea-4e24-8e0c-5099cdaa68f0" providerId="ADAL" clId="{BF4F76CB-A89E-43B2-9E9C-3744D94B7005}" dt="2024-02-27T05:47:27.189" v="225" actId="26606"/>
          <ac:cxnSpMkLst>
            <pc:docMk/>
            <pc:sldMk cId="2781885127" sldId="433"/>
            <ac:cxnSpMk id="11284" creationId="{B2A94EDB-B0FE-4678-8E69-0F137AE3BE6C}"/>
          </ac:cxnSpMkLst>
        </pc:cxnChg>
      </pc:sldChg>
      <pc:sldChg chg="addSp delSp modSp mod setBg">
        <pc:chgData name="wiharto" userId="26dbef6a-cfea-4e24-8e0c-5099cdaa68f0" providerId="ADAL" clId="{BF4F76CB-A89E-43B2-9E9C-3744D94B7005}" dt="2024-02-27T05:47:30.628" v="226" actId="26606"/>
        <pc:sldMkLst>
          <pc:docMk/>
          <pc:sldMk cId="1165721542" sldId="434"/>
        </pc:sldMkLst>
        <pc:spChg chg="mod">
          <ac:chgData name="wiharto" userId="26dbef6a-cfea-4e24-8e0c-5099cdaa68f0" providerId="ADAL" clId="{BF4F76CB-A89E-43B2-9E9C-3744D94B7005}" dt="2024-02-27T05:47:30.628" v="226" actId="26606"/>
          <ac:spMkLst>
            <pc:docMk/>
            <pc:sldMk cId="1165721542" sldId="434"/>
            <ac:spMk id="2" creationId="{00000000-0000-0000-0000-000000000000}"/>
          </ac:spMkLst>
        </pc:spChg>
        <pc:spChg chg="mod">
          <ac:chgData name="wiharto" userId="26dbef6a-cfea-4e24-8e0c-5099cdaa68f0" providerId="ADAL" clId="{BF4F76CB-A89E-43B2-9E9C-3744D94B7005}" dt="2024-02-27T05:47:30.628" v="226" actId="26606"/>
          <ac:spMkLst>
            <pc:docMk/>
            <pc:sldMk cId="1165721542" sldId="434"/>
            <ac:spMk id="3" creationId="{00000000-0000-0000-0000-000000000000}"/>
          </ac:spMkLst>
        </pc:spChg>
        <pc:spChg chg="mod">
          <ac:chgData name="wiharto" userId="26dbef6a-cfea-4e24-8e0c-5099cdaa68f0" providerId="ADAL" clId="{BF4F76CB-A89E-43B2-9E9C-3744D94B7005}" dt="2024-02-27T05:47:30.628" v="226" actId="26606"/>
          <ac:spMkLst>
            <pc:docMk/>
            <pc:sldMk cId="1165721542" sldId="434"/>
            <ac:spMk id="4" creationId="{C4071079-FC0B-7E25-9D68-8DAA02FDA750}"/>
          </ac:spMkLst>
        </pc:spChg>
        <pc:spChg chg="add del">
          <ac:chgData name="wiharto" userId="26dbef6a-cfea-4e24-8e0c-5099cdaa68f0" providerId="ADAL" clId="{BF4F76CB-A89E-43B2-9E9C-3744D94B7005}" dt="2024-02-27T05:47:30.628" v="226" actId="26606"/>
          <ac:spMkLst>
            <pc:docMk/>
            <pc:sldMk cId="1165721542" sldId="434"/>
            <ac:spMk id="10" creationId="{3BCB5F6A-9EB0-40B0-9D13-3023E9A20508}"/>
          </ac:spMkLst>
        </pc:spChg>
        <pc:spChg chg="add">
          <ac:chgData name="wiharto" userId="26dbef6a-cfea-4e24-8e0c-5099cdaa68f0" providerId="ADAL" clId="{BF4F76CB-A89E-43B2-9E9C-3744D94B7005}" dt="2024-02-27T05:47:30.628" v="226" actId="26606"/>
          <ac:spMkLst>
            <pc:docMk/>
            <pc:sldMk cId="1165721542" sldId="434"/>
            <ac:spMk id="15" creationId="{2A4588C6-4069-4731-BFB4-10F1E6D37842}"/>
          </ac:spMkLst>
        </pc:spChg>
        <pc:spChg chg="add">
          <ac:chgData name="wiharto" userId="26dbef6a-cfea-4e24-8e0c-5099cdaa68f0" providerId="ADAL" clId="{BF4F76CB-A89E-43B2-9E9C-3744D94B7005}" dt="2024-02-27T05:47:30.628" v="226" actId="26606"/>
          <ac:spMkLst>
            <pc:docMk/>
            <pc:sldMk cId="1165721542" sldId="434"/>
            <ac:spMk id="17" creationId="{23370524-0FE7-41B4-ABCF-7FB26B6CF1F6}"/>
          </ac:spMkLst>
        </pc:spChg>
        <pc:spChg chg="add">
          <ac:chgData name="wiharto" userId="26dbef6a-cfea-4e24-8e0c-5099cdaa68f0" providerId="ADAL" clId="{BF4F76CB-A89E-43B2-9E9C-3744D94B7005}" dt="2024-02-27T05:47:30.628" v="226" actId="26606"/>
          <ac:spMkLst>
            <pc:docMk/>
            <pc:sldMk cId="1165721542" sldId="434"/>
            <ac:spMk id="23" creationId="{4E93B92B-0DD5-4277-9D69-972ABADC3559}"/>
          </ac:spMkLst>
        </pc:spChg>
        <pc:spChg chg="add">
          <ac:chgData name="wiharto" userId="26dbef6a-cfea-4e24-8e0c-5099cdaa68f0" providerId="ADAL" clId="{BF4F76CB-A89E-43B2-9E9C-3744D94B7005}" dt="2024-02-27T05:47:30.628" v="226" actId="26606"/>
          <ac:spMkLst>
            <pc:docMk/>
            <pc:sldMk cId="1165721542" sldId="434"/>
            <ac:spMk id="25" creationId="{7CE87768-354E-4E3F-8202-9F387CF50590}"/>
          </ac:spMkLst>
        </pc:spChg>
        <pc:spChg chg="add">
          <ac:chgData name="wiharto" userId="26dbef6a-cfea-4e24-8e0c-5099cdaa68f0" providerId="ADAL" clId="{BF4F76CB-A89E-43B2-9E9C-3744D94B7005}" dt="2024-02-27T05:47:30.628" v="226" actId="26606"/>
          <ac:spMkLst>
            <pc:docMk/>
            <pc:sldMk cId="1165721542" sldId="434"/>
            <ac:spMk id="27" creationId="{09E5B98F-BD75-4A30-BF72-0A91074702FC}"/>
          </ac:spMkLst>
        </pc:spChg>
        <pc:spChg chg="add">
          <ac:chgData name="wiharto" userId="26dbef6a-cfea-4e24-8e0c-5099cdaa68f0" providerId="ADAL" clId="{BF4F76CB-A89E-43B2-9E9C-3744D94B7005}" dt="2024-02-27T05:47:30.628" v="226" actId="26606"/>
          <ac:spMkLst>
            <pc:docMk/>
            <pc:sldMk cId="1165721542" sldId="434"/>
            <ac:spMk id="29" creationId="{8AAB91E3-41BE-4478-BF23-A24D43E146C5}"/>
          </ac:spMkLst>
        </pc:spChg>
        <pc:spChg chg="add">
          <ac:chgData name="wiharto" userId="26dbef6a-cfea-4e24-8e0c-5099cdaa68f0" providerId="ADAL" clId="{BF4F76CB-A89E-43B2-9E9C-3744D94B7005}" dt="2024-02-27T05:47:30.628" v="226" actId="26606"/>
          <ac:spMkLst>
            <pc:docMk/>
            <pc:sldMk cId="1165721542" sldId="434"/>
            <ac:spMk id="31" creationId="{96DFC7EA-8516-41F1-8ED9-C0A8E1E0862A}"/>
          </ac:spMkLst>
        </pc:spChg>
        <pc:spChg chg="add">
          <ac:chgData name="wiharto" userId="26dbef6a-cfea-4e24-8e0c-5099cdaa68f0" providerId="ADAL" clId="{BF4F76CB-A89E-43B2-9E9C-3744D94B7005}" dt="2024-02-27T05:47:30.628" v="226" actId="26606"/>
          <ac:spMkLst>
            <pc:docMk/>
            <pc:sldMk cId="1165721542" sldId="434"/>
            <ac:spMk id="33" creationId="{E24E972C-8744-4CFA-B783-41EA3CC38199}"/>
          </ac:spMkLst>
        </pc:spChg>
        <pc:spChg chg="add">
          <ac:chgData name="wiharto" userId="26dbef6a-cfea-4e24-8e0c-5099cdaa68f0" providerId="ADAL" clId="{BF4F76CB-A89E-43B2-9E9C-3744D94B7005}" dt="2024-02-27T05:47:30.628" v="226" actId="26606"/>
          <ac:spMkLst>
            <pc:docMk/>
            <pc:sldMk cId="1165721542" sldId="434"/>
            <ac:spMk id="35" creationId="{C7C88F2E-E233-48BA-B85F-D06BA522B790}"/>
          </ac:spMkLst>
        </pc:spChg>
        <pc:picChg chg="add mod ord">
          <ac:chgData name="wiharto" userId="26dbef6a-cfea-4e24-8e0c-5099cdaa68f0" providerId="ADAL" clId="{BF4F76CB-A89E-43B2-9E9C-3744D94B7005}" dt="2024-02-27T05:47:30.628" v="226" actId="26606"/>
          <ac:picMkLst>
            <pc:docMk/>
            <pc:sldMk cId="1165721542" sldId="434"/>
            <ac:picMk id="6" creationId="{24DB6132-1C1C-2F5B-5C6E-E3B07ED1D465}"/>
          </ac:picMkLst>
        </pc:picChg>
        <pc:cxnChg chg="add">
          <ac:chgData name="wiharto" userId="26dbef6a-cfea-4e24-8e0c-5099cdaa68f0" providerId="ADAL" clId="{BF4F76CB-A89E-43B2-9E9C-3744D94B7005}" dt="2024-02-27T05:47:30.628" v="226" actId="26606"/>
          <ac:cxnSpMkLst>
            <pc:docMk/>
            <pc:sldMk cId="1165721542" sldId="434"/>
            <ac:cxnSpMk id="19" creationId="{E0A9CA40-1F57-4A6D-ACDA-F720AA468CF6}"/>
          </ac:cxnSpMkLst>
        </pc:cxnChg>
        <pc:cxnChg chg="add">
          <ac:chgData name="wiharto" userId="26dbef6a-cfea-4e24-8e0c-5099cdaa68f0" providerId="ADAL" clId="{BF4F76CB-A89E-43B2-9E9C-3744D94B7005}" dt="2024-02-27T05:47:30.628" v="226" actId="26606"/>
          <ac:cxnSpMkLst>
            <pc:docMk/>
            <pc:sldMk cId="1165721542" sldId="434"/>
            <ac:cxnSpMk id="21" creationId="{B2A94EDB-B0FE-4678-8E69-0F137AE3BE6C}"/>
          </ac:cxnSpMkLst>
        </pc:cxnChg>
      </pc:sldChg>
      <pc:sldChg chg="addSp modSp mod setBg">
        <pc:chgData name="wiharto" userId="26dbef6a-cfea-4e24-8e0c-5099cdaa68f0" providerId="ADAL" clId="{BF4F76CB-A89E-43B2-9E9C-3744D94B7005}" dt="2024-02-26T00:32:37.278" v="166" actId="26606"/>
        <pc:sldMkLst>
          <pc:docMk/>
          <pc:sldMk cId="1232280746" sldId="435"/>
        </pc:sldMkLst>
        <pc:spChg chg="mod">
          <ac:chgData name="wiharto" userId="26dbef6a-cfea-4e24-8e0c-5099cdaa68f0" providerId="ADAL" clId="{BF4F76CB-A89E-43B2-9E9C-3744D94B7005}" dt="2024-02-26T00:32:37.278" v="166" actId="26606"/>
          <ac:spMkLst>
            <pc:docMk/>
            <pc:sldMk cId="1232280746" sldId="435"/>
            <ac:spMk id="2" creationId="{00000000-0000-0000-0000-000000000000}"/>
          </ac:spMkLst>
        </pc:spChg>
        <pc:spChg chg="mod">
          <ac:chgData name="wiharto" userId="26dbef6a-cfea-4e24-8e0c-5099cdaa68f0" providerId="ADAL" clId="{BF4F76CB-A89E-43B2-9E9C-3744D94B7005}" dt="2024-02-26T00:32:37.278" v="166" actId="26606"/>
          <ac:spMkLst>
            <pc:docMk/>
            <pc:sldMk cId="1232280746" sldId="435"/>
            <ac:spMk id="3" creationId="{7119D8B9-1FD0-F7D6-2432-87216F15583B}"/>
          </ac:spMkLst>
        </pc:spChg>
        <pc:spChg chg="mod">
          <ac:chgData name="wiharto" userId="26dbef6a-cfea-4e24-8e0c-5099cdaa68f0" providerId="ADAL" clId="{BF4F76CB-A89E-43B2-9E9C-3744D94B7005}" dt="2024-02-26T00:32:37.278" v="166" actId="26606"/>
          <ac:spMkLst>
            <pc:docMk/>
            <pc:sldMk cId="1232280746" sldId="435"/>
            <ac:spMk id="13315" creationId="{00000000-0000-0000-0000-000000000000}"/>
          </ac:spMkLst>
        </pc:spChg>
        <pc:spChg chg="add">
          <ac:chgData name="wiharto" userId="26dbef6a-cfea-4e24-8e0c-5099cdaa68f0" providerId="ADAL" clId="{BF4F76CB-A89E-43B2-9E9C-3744D94B7005}" dt="2024-02-26T00:32:37.278" v="166" actId="26606"/>
          <ac:spMkLst>
            <pc:docMk/>
            <pc:sldMk cId="1232280746" sldId="435"/>
            <ac:spMk id="13321" creationId="{3BCB5F6A-9EB0-40B0-9D13-3023E9A20508}"/>
          </ac:spMkLst>
        </pc:spChg>
        <pc:picChg chg="add">
          <ac:chgData name="wiharto" userId="26dbef6a-cfea-4e24-8e0c-5099cdaa68f0" providerId="ADAL" clId="{BF4F76CB-A89E-43B2-9E9C-3744D94B7005}" dt="2024-02-26T00:32:37.278" v="166" actId="26606"/>
          <ac:picMkLst>
            <pc:docMk/>
            <pc:sldMk cId="1232280746" sldId="435"/>
            <ac:picMk id="13317" creationId="{1580A2FE-9B0B-67C7-6F5F-1A88561B43D2}"/>
          </ac:picMkLst>
        </pc:picChg>
      </pc:sldChg>
      <pc:sldChg chg="addSp modSp mod setBg">
        <pc:chgData name="wiharto" userId="26dbef6a-cfea-4e24-8e0c-5099cdaa68f0" providerId="ADAL" clId="{BF4F76CB-A89E-43B2-9E9C-3744D94B7005}" dt="2024-02-27T05:47:45.998" v="229" actId="255"/>
        <pc:sldMkLst>
          <pc:docMk/>
          <pc:sldMk cId="3756627107" sldId="436"/>
        </pc:sldMkLst>
        <pc:spChg chg="mod">
          <ac:chgData name="wiharto" userId="26dbef6a-cfea-4e24-8e0c-5099cdaa68f0" providerId="ADAL" clId="{BF4F76CB-A89E-43B2-9E9C-3744D94B7005}" dt="2024-02-27T05:47:36.663" v="227" actId="26606"/>
          <ac:spMkLst>
            <pc:docMk/>
            <pc:sldMk cId="3756627107" sldId="436"/>
            <ac:spMk id="2" creationId="{00000000-0000-0000-0000-000000000000}"/>
          </ac:spMkLst>
        </pc:spChg>
        <pc:spChg chg="mod ord">
          <ac:chgData name="wiharto" userId="26dbef6a-cfea-4e24-8e0c-5099cdaa68f0" providerId="ADAL" clId="{BF4F76CB-A89E-43B2-9E9C-3744D94B7005}" dt="2024-02-27T05:47:45.998" v="229" actId="255"/>
          <ac:spMkLst>
            <pc:docMk/>
            <pc:sldMk cId="3756627107" sldId="436"/>
            <ac:spMk id="3" creationId="{00000000-0000-0000-0000-000000000000}"/>
          </ac:spMkLst>
        </pc:spChg>
        <pc:spChg chg="mod">
          <ac:chgData name="wiharto" userId="26dbef6a-cfea-4e24-8e0c-5099cdaa68f0" providerId="ADAL" clId="{BF4F76CB-A89E-43B2-9E9C-3744D94B7005}" dt="2024-02-27T05:47:36.663" v="227" actId="26606"/>
          <ac:spMkLst>
            <pc:docMk/>
            <pc:sldMk cId="3756627107" sldId="436"/>
            <ac:spMk id="4" creationId="{4AE94B23-9FB2-4E52-5BB1-0938C15A3D0A}"/>
          </ac:spMkLst>
        </pc:spChg>
        <pc:cxnChg chg="add">
          <ac:chgData name="wiharto" userId="26dbef6a-cfea-4e24-8e0c-5099cdaa68f0" providerId="ADAL" clId="{BF4F76CB-A89E-43B2-9E9C-3744D94B7005}" dt="2024-02-27T05:47:36.663" v="227" actId="26606"/>
          <ac:cxnSpMkLst>
            <pc:docMk/>
            <pc:sldMk cId="3756627107" sldId="436"/>
            <ac:cxnSpMk id="9" creationId="{0B5F7E3B-C5F1-40E0-A491-558BAFBC1127}"/>
          </ac:cxnSpMkLst>
        </pc:cxnChg>
      </pc:sldChg>
      <pc:sldChg chg="addSp delSp modSp mod setBg">
        <pc:chgData name="wiharto" userId="26dbef6a-cfea-4e24-8e0c-5099cdaa68f0" providerId="ADAL" clId="{BF4F76CB-A89E-43B2-9E9C-3744D94B7005}" dt="2024-02-26T00:27:07.526" v="142" actId="26606"/>
        <pc:sldMkLst>
          <pc:docMk/>
          <pc:sldMk cId="1926444833" sldId="451"/>
        </pc:sldMkLst>
        <pc:spChg chg="mod ord">
          <ac:chgData name="wiharto" userId="26dbef6a-cfea-4e24-8e0c-5099cdaa68f0" providerId="ADAL" clId="{BF4F76CB-A89E-43B2-9E9C-3744D94B7005}" dt="2024-02-26T00:27:07.526" v="141" actId="26606"/>
          <ac:spMkLst>
            <pc:docMk/>
            <pc:sldMk cId="1926444833" sldId="451"/>
            <ac:spMk id="2" creationId="{00000000-0000-0000-0000-000000000000}"/>
          </ac:spMkLst>
        </pc:spChg>
        <pc:spChg chg="mod">
          <ac:chgData name="wiharto" userId="26dbef6a-cfea-4e24-8e0c-5099cdaa68f0" providerId="ADAL" clId="{BF4F76CB-A89E-43B2-9E9C-3744D94B7005}" dt="2024-02-26T00:27:01.850" v="139" actId="12"/>
          <ac:spMkLst>
            <pc:docMk/>
            <pc:sldMk cId="1926444833" sldId="451"/>
            <ac:spMk id="3" creationId="{00000000-0000-0000-0000-000000000000}"/>
          </ac:spMkLst>
        </pc:spChg>
        <pc:spChg chg="mod">
          <ac:chgData name="wiharto" userId="26dbef6a-cfea-4e24-8e0c-5099cdaa68f0" providerId="ADAL" clId="{BF4F76CB-A89E-43B2-9E9C-3744D94B7005}" dt="2024-02-26T00:26:49.601" v="138" actId="26606"/>
          <ac:spMkLst>
            <pc:docMk/>
            <pc:sldMk cId="1926444833" sldId="451"/>
            <ac:spMk id="4" creationId="{75BA5FDB-9028-5022-0BD6-09DECB987B5B}"/>
          </ac:spMkLst>
        </pc:spChg>
        <pc:spChg chg="add del">
          <ac:chgData name="wiharto" userId="26dbef6a-cfea-4e24-8e0c-5099cdaa68f0" providerId="ADAL" clId="{BF4F76CB-A89E-43B2-9E9C-3744D94B7005}" dt="2024-02-26T00:26:49.585" v="137" actId="26606"/>
          <ac:spMkLst>
            <pc:docMk/>
            <pc:sldMk cId="1926444833" sldId="451"/>
            <ac:spMk id="10" creationId="{9F8803AC-EE0E-40C2-AD46-FD84FAD82220}"/>
          </ac:spMkLst>
        </pc:spChg>
        <pc:spChg chg="add del">
          <ac:chgData name="wiharto" userId="26dbef6a-cfea-4e24-8e0c-5099cdaa68f0" providerId="ADAL" clId="{BF4F76CB-A89E-43B2-9E9C-3744D94B7005}" dt="2024-02-26T00:26:49.585" v="137" actId="26606"/>
          <ac:spMkLst>
            <pc:docMk/>
            <pc:sldMk cId="1926444833" sldId="451"/>
            <ac:spMk id="12" creationId="{051A3413-562D-435C-AAE4-56808F0CBC73}"/>
          </ac:spMkLst>
        </pc:spChg>
        <pc:spChg chg="add del">
          <ac:chgData name="wiharto" userId="26dbef6a-cfea-4e24-8e0c-5099cdaa68f0" providerId="ADAL" clId="{BF4F76CB-A89E-43B2-9E9C-3744D94B7005}" dt="2024-02-26T00:27:07.526" v="142" actId="26606"/>
          <ac:spMkLst>
            <pc:docMk/>
            <pc:sldMk cId="1926444833" sldId="451"/>
            <ac:spMk id="15" creationId="{518E5A25-92C5-4F27-8E26-0AAAB0CDC85E}"/>
          </ac:spMkLst>
        </pc:spChg>
        <pc:spChg chg="add del">
          <ac:chgData name="wiharto" userId="26dbef6a-cfea-4e24-8e0c-5099cdaa68f0" providerId="ADAL" clId="{BF4F76CB-A89E-43B2-9E9C-3744D94B7005}" dt="2024-02-26T00:27:07.526" v="141" actId="26606"/>
          <ac:spMkLst>
            <pc:docMk/>
            <pc:sldMk cId="1926444833" sldId="451"/>
            <ac:spMk id="20" creationId="{2A4588C6-4069-4731-BFB4-10F1E6D37842}"/>
          </ac:spMkLst>
        </pc:spChg>
        <pc:spChg chg="add del">
          <ac:chgData name="wiharto" userId="26dbef6a-cfea-4e24-8e0c-5099cdaa68f0" providerId="ADAL" clId="{BF4F76CB-A89E-43B2-9E9C-3744D94B7005}" dt="2024-02-26T00:27:07.526" v="141" actId="26606"/>
          <ac:spMkLst>
            <pc:docMk/>
            <pc:sldMk cId="1926444833" sldId="451"/>
            <ac:spMk id="22" creationId="{23370524-0FE7-41B4-ABCF-7FB26B6CF1F6}"/>
          </ac:spMkLst>
        </pc:spChg>
        <pc:spChg chg="add del">
          <ac:chgData name="wiharto" userId="26dbef6a-cfea-4e24-8e0c-5099cdaa68f0" providerId="ADAL" clId="{BF4F76CB-A89E-43B2-9E9C-3744D94B7005}" dt="2024-02-26T00:27:07.526" v="141" actId="26606"/>
          <ac:spMkLst>
            <pc:docMk/>
            <pc:sldMk cId="1926444833" sldId="451"/>
            <ac:spMk id="28" creationId="{4E93B92B-0DD5-4277-9D69-972ABADC3559}"/>
          </ac:spMkLst>
        </pc:spChg>
        <pc:spChg chg="add del">
          <ac:chgData name="wiharto" userId="26dbef6a-cfea-4e24-8e0c-5099cdaa68f0" providerId="ADAL" clId="{BF4F76CB-A89E-43B2-9E9C-3744D94B7005}" dt="2024-02-26T00:27:07.526" v="141" actId="26606"/>
          <ac:spMkLst>
            <pc:docMk/>
            <pc:sldMk cId="1926444833" sldId="451"/>
            <ac:spMk id="30" creationId="{7CE87768-354E-4E3F-8202-9F387CF50590}"/>
          </ac:spMkLst>
        </pc:spChg>
        <pc:spChg chg="add del">
          <ac:chgData name="wiharto" userId="26dbef6a-cfea-4e24-8e0c-5099cdaa68f0" providerId="ADAL" clId="{BF4F76CB-A89E-43B2-9E9C-3744D94B7005}" dt="2024-02-26T00:27:07.526" v="141" actId="26606"/>
          <ac:spMkLst>
            <pc:docMk/>
            <pc:sldMk cId="1926444833" sldId="451"/>
            <ac:spMk id="32" creationId="{09E5B98F-BD75-4A30-BF72-0A91074702FC}"/>
          </ac:spMkLst>
        </pc:spChg>
        <pc:spChg chg="add del">
          <ac:chgData name="wiharto" userId="26dbef6a-cfea-4e24-8e0c-5099cdaa68f0" providerId="ADAL" clId="{BF4F76CB-A89E-43B2-9E9C-3744D94B7005}" dt="2024-02-26T00:27:07.526" v="141" actId="26606"/>
          <ac:spMkLst>
            <pc:docMk/>
            <pc:sldMk cId="1926444833" sldId="451"/>
            <ac:spMk id="34" creationId="{8AAB91E3-41BE-4478-BF23-A24D43E146C5}"/>
          </ac:spMkLst>
        </pc:spChg>
        <pc:spChg chg="add del">
          <ac:chgData name="wiharto" userId="26dbef6a-cfea-4e24-8e0c-5099cdaa68f0" providerId="ADAL" clId="{BF4F76CB-A89E-43B2-9E9C-3744D94B7005}" dt="2024-02-26T00:27:07.526" v="141" actId="26606"/>
          <ac:spMkLst>
            <pc:docMk/>
            <pc:sldMk cId="1926444833" sldId="451"/>
            <ac:spMk id="36" creationId="{96DFC7EA-8516-41F1-8ED9-C0A8E1E0862A}"/>
          </ac:spMkLst>
        </pc:spChg>
        <pc:spChg chg="add del">
          <ac:chgData name="wiharto" userId="26dbef6a-cfea-4e24-8e0c-5099cdaa68f0" providerId="ADAL" clId="{BF4F76CB-A89E-43B2-9E9C-3744D94B7005}" dt="2024-02-26T00:27:07.526" v="141" actId="26606"/>
          <ac:spMkLst>
            <pc:docMk/>
            <pc:sldMk cId="1926444833" sldId="451"/>
            <ac:spMk id="38" creationId="{E24E972C-8744-4CFA-B783-41EA3CC38199}"/>
          </ac:spMkLst>
        </pc:spChg>
        <pc:spChg chg="add del">
          <ac:chgData name="wiharto" userId="26dbef6a-cfea-4e24-8e0c-5099cdaa68f0" providerId="ADAL" clId="{BF4F76CB-A89E-43B2-9E9C-3744D94B7005}" dt="2024-02-26T00:27:07.526" v="141" actId="26606"/>
          <ac:spMkLst>
            <pc:docMk/>
            <pc:sldMk cId="1926444833" sldId="451"/>
            <ac:spMk id="40" creationId="{C7C88F2E-E233-48BA-B85F-D06BA522B790}"/>
          </ac:spMkLst>
        </pc:spChg>
        <pc:spChg chg="add">
          <ac:chgData name="wiharto" userId="26dbef6a-cfea-4e24-8e0c-5099cdaa68f0" providerId="ADAL" clId="{BF4F76CB-A89E-43B2-9E9C-3744D94B7005}" dt="2024-02-26T00:27:07.526" v="142" actId="26606"/>
          <ac:spMkLst>
            <pc:docMk/>
            <pc:sldMk cId="1926444833" sldId="451"/>
            <ac:spMk id="42" creationId="{518E5A25-92C5-4F27-8E26-0AAAB0CDC85E}"/>
          </ac:spMkLst>
        </pc:spChg>
        <pc:picChg chg="add del">
          <ac:chgData name="wiharto" userId="26dbef6a-cfea-4e24-8e0c-5099cdaa68f0" providerId="ADAL" clId="{BF4F76CB-A89E-43B2-9E9C-3744D94B7005}" dt="2024-02-26T00:26:49.585" v="137" actId="26606"/>
          <ac:picMkLst>
            <pc:docMk/>
            <pc:sldMk cId="1926444833" sldId="451"/>
            <ac:picMk id="6" creationId="{4EB9A573-62F8-AEEF-55A4-FB1D934640E7}"/>
          </ac:picMkLst>
        </pc:picChg>
        <pc:picChg chg="add mod">
          <ac:chgData name="wiharto" userId="26dbef6a-cfea-4e24-8e0c-5099cdaa68f0" providerId="ADAL" clId="{BF4F76CB-A89E-43B2-9E9C-3744D94B7005}" dt="2024-02-26T00:27:07.526" v="142" actId="26606"/>
          <ac:picMkLst>
            <pc:docMk/>
            <pc:sldMk cId="1926444833" sldId="451"/>
            <ac:picMk id="14" creationId="{AFFEE13D-FAD6-0E07-2949-92561B421DCA}"/>
          </ac:picMkLst>
        </pc:picChg>
        <pc:cxnChg chg="add del">
          <ac:chgData name="wiharto" userId="26dbef6a-cfea-4e24-8e0c-5099cdaa68f0" providerId="ADAL" clId="{BF4F76CB-A89E-43B2-9E9C-3744D94B7005}" dt="2024-02-26T00:27:07.526" v="141" actId="26606"/>
          <ac:cxnSpMkLst>
            <pc:docMk/>
            <pc:sldMk cId="1926444833" sldId="451"/>
            <ac:cxnSpMk id="24" creationId="{E0A9CA40-1F57-4A6D-ACDA-F720AA468CF6}"/>
          </ac:cxnSpMkLst>
        </pc:cxnChg>
        <pc:cxnChg chg="add del">
          <ac:chgData name="wiharto" userId="26dbef6a-cfea-4e24-8e0c-5099cdaa68f0" providerId="ADAL" clId="{BF4F76CB-A89E-43B2-9E9C-3744D94B7005}" dt="2024-02-26T00:27:07.526" v="141" actId="26606"/>
          <ac:cxnSpMkLst>
            <pc:docMk/>
            <pc:sldMk cId="1926444833" sldId="451"/>
            <ac:cxnSpMk id="26" creationId="{B2A94EDB-B0FE-4678-8E69-0F137AE3BE6C}"/>
          </ac:cxnSpMkLst>
        </pc:cxnChg>
      </pc:sldChg>
      <pc:sldChg chg="addSp modSp mod setBg">
        <pc:chgData name="wiharto" userId="26dbef6a-cfea-4e24-8e0c-5099cdaa68f0" providerId="ADAL" clId="{BF4F76CB-A89E-43B2-9E9C-3744D94B7005}" dt="2024-02-26T00:26:40.647" v="135" actId="26606"/>
        <pc:sldMkLst>
          <pc:docMk/>
          <pc:sldMk cId="240513887" sldId="452"/>
        </pc:sldMkLst>
        <pc:spChg chg="mod">
          <ac:chgData name="wiharto" userId="26dbef6a-cfea-4e24-8e0c-5099cdaa68f0" providerId="ADAL" clId="{BF4F76CB-A89E-43B2-9E9C-3744D94B7005}" dt="2024-02-26T00:26:40.647" v="135" actId="26606"/>
          <ac:spMkLst>
            <pc:docMk/>
            <pc:sldMk cId="240513887" sldId="452"/>
            <ac:spMk id="2" creationId="{00000000-0000-0000-0000-000000000000}"/>
          </ac:spMkLst>
        </pc:spChg>
        <pc:spChg chg="mod">
          <ac:chgData name="wiharto" userId="26dbef6a-cfea-4e24-8e0c-5099cdaa68f0" providerId="ADAL" clId="{BF4F76CB-A89E-43B2-9E9C-3744D94B7005}" dt="2024-02-26T00:26:40.647" v="135" actId="26606"/>
          <ac:spMkLst>
            <pc:docMk/>
            <pc:sldMk cId="240513887" sldId="452"/>
            <ac:spMk id="3" creationId="{F6620F2D-86D4-5272-D47F-9208488BECBE}"/>
          </ac:spMkLst>
        </pc:spChg>
        <pc:spChg chg="mod">
          <ac:chgData name="wiharto" userId="26dbef6a-cfea-4e24-8e0c-5099cdaa68f0" providerId="ADAL" clId="{BF4F76CB-A89E-43B2-9E9C-3744D94B7005}" dt="2024-02-26T00:26:40.647" v="135" actId="26606"/>
          <ac:spMkLst>
            <pc:docMk/>
            <pc:sldMk cId="240513887" sldId="452"/>
            <ac:spMk id="27651" creationId="{00000000-0000-0000-0000-000000000000}"/>
          </ac:spMkLst>
        </pc:spChg>
        <pc:spChg chg="add">
          <ac:chgData name="wiharto" userId="26dbef6a-cfea-4e24-8e0c-5099cdaa68f0" providerId="ADAL" clId="{BF4F76CB-A89E-43B2-9E9C-3744D94B7005}" dt="2024-02-26T00:26:40.647" v="135" actId="26606"/>
          <ac:spMkLst>
            <pc:docMk/>
            <pc:sldMk cId="240513887" sldId="452"/>
            <ac:spMk id="27657" creationId="{9F8803AC-EE0E-40C2-AD46-FD84FAD82220}"/>
          </ac:spMkLst>
        </pc:spChg>
        <pc:spChg chg="add">
          <ac:chgData name="wiharto" userId="26dbef6a-cfea-4e24-8e0c-5099cdaa68f0" providerId="ADAL" clId="{BF4F76CB-A89E-43B2-9E9C-3744D94B7005}" dt="2024-02-26T00:26:40.647" v="135" actId="26606"/>
          <ac:spMkLst>
            <pc:docMk/>
            <pc:sldMk cId="240513887" sldId="452"/>
            <ac:spMk id="27659" creationId="{051A3413-562D-435C-AAE4-56808F0CBC73}"/>
          </ac:spMkLst>
        </pc:spChg>
        <pc:picChg chg="add">
          <ac:chgData name="wiharto" userId="26dbef6a-cfea-4e24-8e0c-5099cdaa68f0" providerId="ADAL" clId="{BF4F76CB-A89E-43B2-9E9C-3744D94B7005}" dt="2024-02-26T00:26:40.647" v="135" actId="26606"/>
          <ac:picMkLst>
            <pc:docMk/>
            <pc:sldMk cId="240513887" sldId="452"/>
            <ac:picMk id="27653" creationId="{8B7AB343-2739-4318-6584-ADC265A445E3}"/>
          </ac:picMkLst>
        </pc:picChg>
      </pc:sldChg>
      <pc:sldChg chg="addSp modSp mod setBg">
        <pc:chgData name="wiharto" userId="26dbef6a-cfea-4e24-8e0c-5099cdaa68f0" providerId="ADAL" clId="{BF4F76CB-A89E-43B2-9E9C-3744D94B7005}" dt="2024-02-26T00:26:34.295" v="134" actId="26606"/>
        <pc:sldMkLst>
          <pc:docMk/>
          <pc:sldMk cId="2908096199" sldId="453"/>
        </pc:sldMkLst>
        <pc:spChg chg="mod">
          <ac:chgData name="wiharto" userId="26dbef6a-cfea-4e24-8e0c-5099cdaa68f0" providerId="ADAL" clId="{BF4F76CB-A89E-43B2-9E9C-3744D94B7005}" dt="2024-02-26T00:26:34.295" v="134" actId="26606"/>
          <ac:spMkLst>
            <pc:docMk/>
            <pc:sldMk cId="2908096199" sldId="453"/>
            <ac:spMk id="2" creationId="{00000000-0000-0000-0000-000000000000}"/>
          </ac:spMkLst>
        </pc:spChg>
        <pc:spChg chg="mod">
          <ac:chgData name="wiharto" userId="26dbef6a-cfea-4e24-8e0c-5099cdaa68f0" providerId="ADAL" clId="{BF4F76CB-A89E-43B2-9E9C-3744D94B7005}" dt="2024-02-26T00:26:34.295" v="134" actId="26606"/>
          <ac:spMkLst>
            <pc:docMk/>
            <pc:sldMk cId="2908096199" sldId="453"/>
            <ac:spMk id="3" creationId="{490C6F5C-BB1D-3B4A-4E1B-C1F6F79C89B0}"/>
          </ac:spMkLst>
        </pc:spChg>
        <pc:spChg chg="mod">
          <ac:chgData name="wiharto" userId="26dbef6a-cfea-4e24-8e0c-5099cdaa68f0" providerId="ADAL" clId="{BF4F76CB-A89E-43B2-9E9C-3744D94B7005}" dt="2024-02-26T00:26:34.295" v="134" actId="26606"/>
          <ac:spMkLst>
            <pc:docMk/>
            <pc:sldMk cId="2908096199" sldId="453"/>
            <ac:spMk id="28675" creationId="{00000000-0000-0000-0000-000000000000}"/>
          </ac:spMkLst>
        </pc:spChg>
        <pc:spChg chg="add">
          <ac:chgData name="wiharto" userId="26dbef6a-cfea-4e24-8e0c-5099cdaa68f0" providerId="ADAL" clId="{BF4F76CB-A89E-43B2-9E9C-3744D94B7005}" dt="2024-02-26T00:26:34.295" v="134" actId="26606"/>
          <ac:spMkLst>
            <pc:docMk/>
            <pc:sldMk cId="2908096199" sldId="453"/>
            <ac:spMk id="28681" creationId="{518E5A25-92C5-4F27-8E26-0AAAB0CDC85E}"/>
          </ac:spMkLst>
        </pc:spChg>
        <pc:picChg chg="add">
          <ac:chgData name="wiharto" userId="26dbef6a-cfea-4e24-8e0c-5099cdaa68f0" providerId="ADAL" clId="{BF4F76CB-A89E-43B2-9E9C-3744D94B7005}" dt="2024-02-26T00:26:34.295" v="134" actId="26606"/>
          <ac:picMkLst>
            <pc:docMk/>
            <pc:sldMk cId="2908096199" sldId="453"/>
            <ac:picMk id="28677" creationId="{6A968507-B727-23B9-7430-4F28100FD36C}"/>
          </ac:picMkLst>
        </pc:picChg>
      </pc:sldChg>
      <pc:sldChg chg="addSp modSp mod setBg">
        <pc:chgData name="wiharto" userId="26dbef6a-cfea-4e24-8e0c-5099cdaa68f0" providerId="ADAL" clId="{BF4F76CB-A89E-43B2-9E9C-3744D94B7005}" dt="2024-02-26T00:26:31.115" v="133" actId="26606"/>
        <pc:sldMkLst>
          <pc:docMk/>
          <pc:sldMk cId="2606516997" sldId="455"/>
        </pc:sldMkLst>
        <pc:spChg chg="mod">
          <ac:chgData name="wiharto" userId="26dbef6a-cfea-4e24-8e0c-5099cdaa68f0" providerId="ADAL" clId="{BF4F76CB-A89E-43B2-9E9C-3744D94B7005}" dt="2024-02-26T00:26:31.115" v="133" actId="26606"/>
          <ac:spMkLst>
            <pc:docMk/>
            <pc:sldMk cId="2606516997" sldId="455"/>
            <ac:spMk id="2" creationId="{00000000-0000-0000-0000-000000000000}"/>
          </ac:spMkLst>
        </pc:spChg>
        <pc:spChg chg="mod">
          <ac:chgData name="wiharto" userId="26dbef6a-cfea-4e24-8e0c-5099cdaa68f0" providerId="ADAL" clId="{BF4F76CB-A89E-43B2-9E9C-3744D94B7005}" dt="2024-02-26T00:26:31.115" v="133" actId="26606"/>
          <ac:spMkLst>
            <pc:docMk/>
            <pc:sldMk cId="2606516997" sldId="455"/>
            <ac:spMk id="3" creationId="{7F805CC6-3D4C-8176-060D-DFE4453B1D35}"/>
          </ac:spMkLst>
        </pc:spChg>
        <pc:spChg chg="mod">
          <ac:chgData name="wiharto" userId="26dbef6a-cfea-4e24-8e0c-5099cdaa68f0" providerId="ADAL" clId="{BF4F76CB-A89E-43B2-9E9C-3744D94B7005}" dt="2024-02-26T00:26:31.115" v="133" actId="26606"/>
          <ac:spMkLst>
            <pc:docMk/>
            <pc:sldMk cId="2606516997" sldId="455"/>
            <ac:spMk id="30723" creationId="{00000000-0000-0000-0000-000000000000}"/>
          </ac:spMkLst>
        </pc:spChg>
        <pc:spChg chg="add">
          <ac:chgData name="wiharto" userId="26dbef6a-cfea-4e24-8e0c-5099cdaa68f0" providerId="ADAL" clId="{BF4F76CB-A89E-43B2-9E9C-3744D94B7005}" dt="2024-02-26T00:26:31.115" v="133" actId="26606"/>
          <ac:spMkLst>
            <pc:docMk/>
            <pc:sldMk cId="2606516997" sldId="455"/>
            <ac:spMk id="30729" creationId="{518E5A25-92C5-4F27-8E26-0AAAB0CDC85E}"/>
          </ac:spMkLst>
        </pc:spChg>
        <pc:picChg chg="add">
          <ac:chgData name="wiharto" userId="26dbef6a-cfea-4e24-8e0c-5099cdaa68f0" providerId="ADAL" clId="{BF4F76CB-A89E-43B2-9E9C-3744D94B7005}" dt="2024-02-26T00:26:31.115" v="133" actId="26606"/>
          <ac:picMkLst>
            <pc:docMk/>
            <pc:sldMk cId="2606516997" sldId="455"/>
            <ac:picMk id="30725" creationId="{B95F9C40-21AF-8010-3BCA-744673BBA5EB}"/>
          </ac:picMkLst>
        </pc:picChg>
      </pc:sldChg>
      <pc:sldChg chg="addSp delSp modSp mod setBg">
        <pc:chgData name="wiharto" userId="26dbef6a-cfea-4e24-8e0c-5099cdaa68f0" providerId="ADAL" clId="{BF4F76CB-A89E-43B2-9E9C-3744D94B7005}" dt="2024-02-26T00:26:23.177" v="132" actId="26606"/>
        <pc:sldMkLst>
          <pc:docMk/>
          <pc:sldMk cId="3975416117" sldId="456"/>
        </pc:sldMkLst>
        <pc:spChg chg="mod">
          <ac:chgData name="wiharto" userId="26dbef6a-cfea-4e24-8e0c-5099cdaa68f0" providerId="ADAL" clId="{BF4F76CB-A89E-43B2-9E9C-3744D94B7005}" dt="2024-02-26T00:26:23.177" v="132" actId="26606"/>
          <ac:spMkLst>
            <pc:docMk/>
            <pc:sldMk cId="3975416117" sldId="456"/>
            <ac:spMk id="2" creationId="{00000000-0000-0000-0000-000000000000}"/>
          </ac:spMkLst>
        </pc:spChg>
        <pc:spChg chg="mod">
          <ac:chgData name="wiharto" userId="26dbef6a-cfea-4e24-8e0c-5099cdaa68f0" providerId="ADAL" clId="{BF4F76CB-A89E-43B2-9E9C-3744D94B7005}" dt="2024-02-26T00:26:23.177" v="132" actId="26606"/>
          <ac:spMkLst>
            <pc:docMk/>
            <pc:sldMk cId="3975416117" sldId="456"/>
            <ac:spMk id="3" creationId="{F206C00E-4C37-8E24-E85E-C6AD47F9E792}"/>
          </ac:spMkLst>
        </pc:spChg>
        <pc:spChg chg="mod">
          <ac:chgData name="wiharto" userId="26dbef6a-cfea-4e24-8e0c-5099cdaa68f0" providerId="ADAL" clId="{BF4F76CB-A89E-43B2-9E9C-3744D94B7005}" dt="2024-02-26T00:26:23.177" v="132" actId="26606"/>
          <ac:spMkLst>
            <pc:docMk/>
            <pc:sldMk cId="3975416117" sldId="456"/>
            <ac:spMk id="31747" creationId="{00000000-0000-0000-0000-000000000000}"/>
          </ac:spMkLst>
        </pc:spChg>
        <pc:spChg chg="add del">
          <ac:chgData name="wiharto" userId="26dbef6a-cfea-4e24-8e0c-5099cdaa68f0" providerId="ADAL" clId="{BF4F76CB-A89E-43B2-9E9C-3744D94B7005}" dt="2024-02-26T00:26:21.852" v="129" actId="26606"/>
          <ac:spMkLst>
            <pc:docMk/>
            <pc:sldMk cId="3975416117" sldId="456"/>
            <ac:spMk id="31753" creationId="{518E5A25-92C5-4F27-8E26-0AAAB0CDC85E}"/>
          </ac:spMkLst>
        </pc:spChg>
        <pc:spChg chg="add del">
          <ac:chgData name="wiharto" userId="26dbef6a-cfea-4e24-8e0c-5099cdaa68f0" providerId="ADAL" clId="{BF4F76CB-A89E-43B2-9E9C-3744D94B7005}" dt="2024-02-26T00:26:23.161" v="131" actId="26606"/>
          <ac:spMkLst>
            <pc:docMk/>
            <pc:sldMk cId="3975416117" sldId="456"/>
            <ac:spMk id="31755" creationId="{051A3413-562D-435C-AAE4-56808F0CBC73}"/>
          </ac:spMkLst>
        </pc:spChg>
        <pc:spChg chg="add del">
          <ac:chgData name="wiharto" userId="26dbef6a-cfea-4e24-8e0c-5099cdaa68f0" providerId="ADAL" clId="{BF4F76CB-A89E-43B2-9E9C-3744D94B7005}" dt="2024-02-26T00:26:23.161" v="131" actId="26606"/>
          <ac:spMkLst>
            <pc:docMk/>
            <pc:sldMk cId="3975416117" sldId="456"/>
            <ac:spMk id="31756" creationId="{9F8803AC-EE0E-40C2-AD46-FD84FAD82220}"/>
          </ac:spMkLst>
        </pc:spChg>
        <pc:spChg chg="add">
          <ac:chgData name="wiharto" userId="26dbef6a-cfea-4e24-8e0c-5099cdaa68f0" providerId="ADAL" clId="{BF4F76CB-A89E-43B2-9E9C-3744D94B7005}" dt="2024-02-26T00:26:23.177" v="132" actId="26606"/>
          <ac:spMkLst>
            <pc:docMk/>
            <pc:sldMk cId="3975416117" sldId="456"/>
            <ac:spMk id="31760" creationId="{518E5A25-92C5-4F27-8E26-0AAAB0CDC85E}"/>
          </ac:spMkLst>
        </pc:spChg>
        <pc:picChg chg="add del">
          <ac:chgData name="wiharto" userId="26dbef6a-cfea-4e24-8e0c-5099cdaa68f0" providerId="ADAL" clId="{BF4F76CB-A89E-43B2-9E9C-3744D94B7005}" dt="2024-02-26T00:26:21.852" v="129" actId="26606"/>
          <ac:picMkLst>
            <pc:docMk/>
            <pc:sldMk cId="3975416117" sldId="456"/>
            <ac:picMk id="31749" creationId="{3671CD6C-A676-B9E9-5873-F130E07C3605}"/>
          </ac:picMkLst>
        </pc:picChg>
        <pc:picChg chg="add del">
          <ac:chgData name="wiharto" userId="26dbef6a-cfea-4e24-8e0c-5099cdaa68f0" providerId="ADAL" clId="{BF4F76CB-A89E-43B2-9E9C-3744D94B7005}" dt="2024-02-26T00:26:23.161" v="131" actId="26606"/>
          <ac:picMkLst>
            <pc:docMk/>
            <pc:sldMk cId="3975416117" sldId="456"/>
            <ac:picMk id="31757" creationId="{28BC2E61-5970-95F7-0CF5-A4FC500058ED}"/>
          </ac:picMkLst>
        </pc:picChg>
        <pc:picChg chg="add">
          <ac:chgData name="wiharto" userId="26dbef6a-cfea-4e24-8e0c-5099cdaa68f0" providerId="ADAL" clId="{BF4F76CB-A89E-43B2-9E9C-3744D94B7005}" dt="2024-02-26T00:26:23.177" v="132" actId="26606"/>
          <ac:picMkLst>
            <pc:docMk/>
            <pc:sldMk cId="3975416117" sldId="456"/>
            <ac:picMk id="31759" creationId="{3671CD6C-A676-B9E9-5873-F130E07C3605}"/>
          </ac:picMkLst>
        </pc:picChg>
      </pc:sldChg>
      <pc:sldChg chg="addSp modSp mod setBg">
        <pc:chgData name="wiharto" userId="26dbef6a-cfea-4e24-8e0c-5099cdaa68f0" providerId="ADAL" clId="{BF4F76CB-A89E-43B2-9E9C-3744D94B7005}" dt="2024-02-26T00:26:14.956" v="127" actId="26606"/>
        <pc:sldMkLst>
          <pc:docMk/>
          <pc:sldMk cId="1652253718" sldId="458"/>
        </pc:sldMkLst>
        <pc:spChg chg="mod">
          <ac:chgData name="wiharto" userId="26dbef6a-cfea-4e24-8e0c-5099cdaa68f0" providerId="ADAL" clId="{BF4F76CB-A89E-43B2-9E9C-3744D94B7005}" dt="2024-02-26T00:26:14.956" v="127" actId="26606"/>
          <ac:spMkLst>
            <pc:docMk/>
            <pc:sldMk cId="1652253718" sldId="458"/>
            <ac:spMk id="2" creationId="{00000000-0000-0000-0000-000000000000}"/>
          </ac:spMkLst>
        </pc:spChg>
        <pc:spChg chg="mod">
          <ac:chgData name="wiharto" userId="26dbef6a-cfea-4e24-8e0c-5099cdaa68f0" providerId="ADAL" clId="{BF4F76CB-A89E-43B2-9E9C-3744D94B7005}" dt="2024-02-26T00:26:14.956" v="127" actId="26606"/>
          <ac:spMkLst>
            <pc:docMk/>
            <pc:sldMk cId="1652253718" sldId="458"/>
            <ac:spMk id="3" creationId="{CAB941E6-E434-C1F2-9B6A-E4CD59392CC8}"/>
          </ac:spMkLst>
        </pc:spChg>
        <pc:spChg chg="mod">
          <ac:chgData name="wiharto" userId="26dbef6a-cfea-4e24-8e0c-5099cdaa68f0" providerId="ADAL" clId="{BF4F76CB-A89E-43B2-9E9C-3744D94B7005}" dt="2024-02-26T00:26:14.956" v="127" actId="26606"/>
          <ac:spMkLst>
            <pc:docMk/>
            <pc:sldMk cId="1652253718" sldId="458"/>
            <ac:spMk id="33795" creationId="{00000000-0000-0000-0000-000000000000}"/>
          </ac:spMkLst>
        </pc:spChg>
        <pc:spChg chg="add">
          <ac:chgData name="wiharto" userId="26dbef6a-cfea-4e24-8e0c-5099cdaa68f0" providerId="ADAL" clId="{BF4F76CB-A89E-43B2-9E9C-3744D94B7005}" dt="2024-02-26T00:26:14.956" v="127" actId="26606"/>
          <ac:spMkLst>
            <pc:docMk/>
            <pc:sldMk cId="1652253718" sldId="458"/>
            <ac:spMk id="33801" creationId="{518E5A25-92C5-4F27-8E26-0AAAB0CDC85E}"/>
          </ac:spMkLst>
        </pc:spChg>
        <pc:picChg chg="add">
          <ac:chgData name="wiharto" userId="26dbef6a-cfea-4e24-8e0c-5099cdaa68f0" providerId="ADAL" clId="{BF4F76CB-A89E-43B2-9E9C-3744D94B7005}" dt="2024-02-26T00:26:14.956" v="127" actId="26606"/>
          <ac:picMkLst>
            <pc:docMk/>
            <pc:sldMk cId="1652253718" sldId="458"/>
            <ac:picMk id="33797" creationId="{D5F2D079-E290-CBCE-8A84-DBF08F525938}"/>
          </ac:picMkLst>
        </pc:picChg>
      </pc:sldChg>
      <pc:sldChg chg="addSp modSp mod setBg">
        <pc:chgData name="wiharto" userId="26dbef6a-cfea-4e24-8e0c-5099cdaa68f0" providerId="ADAL" clId="{BF4F76CB-A89E-43B2-9E9C-3744D94B7005}" dt="2024-02-26T00:26:11.158" v="126" actId="26606"/>
        <pc:sldMkLst>
          <pc:docMk/>
          <pc:sldMk cId="1998451452" sldId="460"/>
        </pc:sldMkLst>
        <pc:spChg chg="mod">
          <ac:chgData name="wiharto" userId="26dbef6a-cfea-4e24-8e0c-5099cdaa68f0" providerId="ADAL" clId="{BF4F76CB-A89E-43B2-9E9C-3744D94B7005}" dt="2024-02-26T00:26:11.158" v="126" actId="26606"/>
          <ac:spMkLst>
            <pc:docMk/>
            <pc:sldMk cId="1998451452" sldId="460"/>
            <ac:spMk id="2" creationId="{00000000-0000-0000-0000-000000000000}"/>
          </ac:spMkLst>
        </pc:spChg>
        <pc:spChg chg="mod">
          <ac:chgData name="wiharto" userId="26dbef6a-cfea-4e24-8e0c-5099cdaa68f0" providerId="ADAL" clId="{BF4F76CB-A89E-43B2-9E9C-3744D94B7005}" dt="2024-02-26T00:26:11.158" v="126" actId="26606"/>
          <ac:spMkLst>
            <pc:docMk/>
            <pc:sldMk cId="1998451452" sldId="460"/>
            <ac:spMk id="3" creationId="{6172EBFA-313A-695B-3F5D-D7B7DC9516F6}"/>
          </ac:spMkLst>
        </pc:spChg>
        <pc:spChg chg="mod">
          <ac:chgData name="wiharto" userId="26dbef6a-cfea-4e24-8e0c-5099cdaa68f0" providerId="ADAL" clId="{BF4F76CB-A89E-43B2-9E9C-3744D94B7005}" dt="2024-02-26T00:26:11.158" v="126" actId="26606"/>
          <ac:spMkLst>
            <pc:docMk/>
            <pc:sldMk cId="1998451452" sldId="460"/>
            <ac:spMk id="35843" creationId="{00000000-0000-0000-0000-000000000000}"/>
          </ac:spMkLst>
        </pc:spChg>
        <pc:spChg chg="add">
          <ac:chgData name="wiharto" userId="26dbef6a-cfea-4e24-8e0c-5099cdaa68f0" providerId="ADAL" clId="{BF4F76CB-A89E-43B2-9E9C-3744D94B7005}" dt="2024-02-26T00:26:11.158" v="126" actId="26606"/>
          <ac:spMkLst>
            <pc:docMk/>
            <pc:sldMk cId="1998451452" sldId="460"/>
            <ac:spMk id="35849" creationId="{518E5A25-92C5-4F27-8E26-0AAAB0CDC85E}"/>
          </ac:spMkLst>
        </pc:spChg>
        <pc:picChg chg="add">
          <ac:chgData name="wiharto" userId="26dbef6a-cfea-4e24-8e0c-5099cdaa68f0" providerId="ADAL" clId="{BF4F76CB-A89E-43B2-9E9C-3744D94B7005}" dt="2024-02-26T00:26:11.158" v="126" actId="26606"/>
          <ac:picMkLst>
            <pc:docMk/>
            <pc:sldMk cId="1998451452" sldId="460"/>
            <ac:picMk id="35845" creationId="{D2882289-0A37-54AE-C1F4-A53AC18597A6}"/>
          </ac:picMkLst>
        </pc:picChg>
      </pc:sldChg>
      <pc:sldChg chg="modSp mod">
        <pc:chgData name="wiharto" userId="26dbef6a-cfea-4e24-8e0c-5099cdaa68f0" providerId="ADAL" clId="{BF4F76CB-A89E-43B2-9E9C-3744D94B7005}" dt="2024-02-26T00:26:07.084" v="125" actId="1076"/>
        <pc:sldMkLst>
          <pc:docMk/>
          <pc:sldMk cId="2947850464" sldId="461"/>
        </pc:sldMkLst>
        <pc:picChg chg="mod">
          <ac:chgData name="wiharto" userId="26dbef6a-cfea-4e24-8e0c-5099cdaa68f0" providerId="ADAL" clId="{BF4F76CB-A89E-43B2-9E9C-3744D94B7005}" dt="2024-02-26T00:26:07.084" v="125" actId="1076"/>
          <ac:picMkLst>
            <pc:docMk/>
            <pc:sldMk cId="2947850464" sldId="461"/>
            <ac:picMk id="36867" creationId="{00000000-0000-0000-0000-000000000000}"/>
          </ac:picMkLst>
        </pc:picChg>
      </pc:sldChg>
      <pc:sldChg chg="addSp modSp mod setBg">
        <pc:chgData name="wiharto" userId="26dbef6a-cfea-4e24-8e0c-5099cdaa68f0" providerId="ADAL" clId="{BF4F76CB-A89E-43B2-9E9C-3744D94B7005}" dt="2024-02-26T00:26:01.908" v="124" actId="26606"/>
        <pc:sldMkLst>
          <pc:docMk/>
          <pc:sldMk cId="3904014580" sldId="462"/>
        </pc:sldMkLst>
        <pc:spChg chg="mod">
          <ac:chgData name="wiharto" userId="26dbef6a-cfea-4e24-8e0c-5099cdaa68f0" providerId="ADAL" clId="{BF4F76CB-A89E-43B2-9E9C-3744D94B7005}" dt="2024-02-26T00:26:01.908" v="124" actId="26606"/>
          <ac:spMkLst>
            <pc:docMk/>
            <pc:sldMk cId="3904014580" sldId="462"/>
            <ac:spMk id="2" creationId="{00000000-0000-0000-0000-000000000000}"/>
          </ac:spMkLst>
        </pc:spChg>
        <pc:spChg chg="mod">
          <ac:chgData name="wiharto" userId="26dbef6a-cfea-4e24-8e0c-5099cdaa68f0" providerId="ADAL" clId="{BF4F76CB-A89E-43B2-9E9C-3744D94B7005}" dt="2024-02-26T00:26:01.908" v="124" actId="26606"/>
          <ac:spMkLst>
            <pc:docMk/>
            <pc:sldMk cId="3904014580" sldId="462"/>
            <ac:spMk id="3" creationId="{32124C30-6DC3-3F1D-9635-1625E1E8F499}"/>
          </ac:spMkLst>
        </pc:spChg>
        <pc:spChg chg="mod">
          <ac:chgData name="wiharto" userId="26dbef6a-cfea-4e24-8e0c-5099cdaa68f0" providerId="ADAL" clId="{BF4F76CB-A89E-43B2-9E9C-3744D94B7005}" dt="2024-02-26T00:26:01.908" v="124" actId="26606"/>
          <ac:spMkLst>
            <pc:docMk/>
            <pc:sldMk cId="3904014580" sldId="462"/>
            <ac:spMk id="37891" creationId="{00000000-0000-0000-0000-000000000000}"/>
          </ac:spMkLst>
        </pc:spChg>
        <pc:spChg chg="add">
          <ac:chgData name="wiharto" userId="26dbef6a-cfea-4e24-8e0c-5099cdaa68f0" providerId="ADAL" clId="{BF4F76CB-A89E-43B2-9E9C-3744D94B7005}" dt="2024-02-26T00:26:01.908" v="124" actId="26606"/>
          <ac:spMkLst>
            <pc:docMk/>
            <pc:sldMk cId="3904014580" sldId="462"/>
            <ac:spMk id="37897" creationId="{518E5A25-92C5-4F27-8E26-0AAAB0CDC85E}"/>
          </ac:spMkLst>
        </pc:spChg>
        <pc:picChg chg="add">
          <ac:chgData name="wiharto" userId="26dbef6a-cfea-4e24-8e0c-5099cdaa68f0" providerId="ADAL" clId="{BF4F76CB-A89E-43B2-9E9C-3744D94B7005}" dt="2024-02-26T00:26:01.908" v="124" actId="26606"/>
          <ac:picMkLst>
            <pc:docMk/>
            <pc:sldMk cId="3904014580" sldId="462"/>
            <ac:picMk id="37893" creationId="{F604F50C-21D6-B05D-AF06-CD23CCB61D24}"/>
          </ac:picMkLst>
        </pc:picChg>
      </pc:sldChg>
    </pc:docChg>
  </pc:docChgLst>
</pc:chgInfo>
</file>

<file path=ppt/diagrams/_rels/data20.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image" Target="../media/image160.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50A90A-DA10-47BF-9DBE-3282F561291E}"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0D86760B-C263-44E6-9028-673DF80B6E30}">
      <dgm:prSet/>
      <dgm:spPr/>
      <dgm:t>
        <a:bodyPr/>
        <a:lstStyle/>
        <a:p>
          <a:pPr>
            <a:defRPr cap="all"/>
          </a:pPr>
          <a:r>
            <a:rPr lang="en-US" cap="none" dirty="0" err="1"/>
            <a:t>Mahasiswa</a:t>
          </a:r>
          <a:r>
            <a:rPr lang="en-US" cap="none" dirty="0"/>
            <a:t> </a:t>
          </a:r>
          <a:r>
            <a:rPr lang="en-US" cap="none" dirty="0" err="1"/>
            <a:t>Dapat</a:t>
          </a:r>
          <a:r>
            <a:rPr lang="en-US" cap="none" dirty="0"/>
            <a:t> </a:t>
          </a:r>
          <a:r>
            <a:rPr lang="en-US" cap="none" dirty="0" err="1"/>
            <a:t>Mengetahui</a:t>
          </a:r>
          <a:r>
            <a:rPr lang="en-US" cap="none" dirty="0"/>
            <a:t> </a:t>
          </a:r>
          <a:r>
            <a:rPr lang="en-US" cap="none" dirty="0" err="1"/>
            <a:t>Definisi</a:t>
          </a:r>
          <a:r>
            <a:rPr lang="en-US" cap="none" dirty="0"/>
            <a:t> Intelligent Agent</a:t>
          </a:r>
        </a:p>
      </dgm:t>
    </dgm:pt>
    <dgm:pt modelId="{D648F568-3445-4DE5-9BF4-CE3F279264C7}" type="parTrans" cxnId="{A74D3CCD-3BCF-4750-A7DC-26DC6F479EC1}">
      <dgm:prSet/>
      <dgm:spPr/>
      <dgm:t>
        <a:bodyPr/>
        <a:lstStyle/>
        <a:p>
          <a:endParaRPr lang="en-US"/>
        </a:p>
      </dgm:t>
    </dgm:pt>
    <dgm:pt modelId="{E822FF87-B8BE-4322-ACB6-F05E8944C85B}" type="sibTrans" cxnId="{A74D3CCD-3BCF-4750-A7DC-26DC6F479EC1}">
      <dgm:prSet/>
      <dgm:spPr/>
      <dgm:t>
        <a:bodyPr/>
        <a:lstStyle/>
        <a:p>
          <a:endParaRPr lang="en-US"/>
        </a:p>
      </dgm:t>
    </dgm:pt>
    <dgm:pt modelId="{801F54EA-7C03-4B96-80B3-57F106014157}">
      <dgm:prSet/>
      <dgm:spPr/>
      <dgm:t>
        <a:bodyPr/>
        <a:lstStyle/>
        <a:p>
          <a:pPr>
            <a:defRPr cap="all"/>
          </a:pPr>
          <a:r>
            <a:rPr lang="en-US" cap="none" dirty="0" err="1"/>
            <a:t>Mahasiswa</a:t>
          </a:r>
          <a:r>
            <a:rPr lang="en-US" cap="none" dirty="0"/>
            <a:t> </a:t>
          </a:r>
          <a:r>
            <a:rPr lang="en-US" cap="none" dirty="0" err="1"/>
            <a:t>Dapat</a:t>
          </a:r>
          <a:r>
            <a:rPr lang="en-US" cap="none" dirty="0"/>
            <a:t> </a:t>
          </a:r>
          <a:r>
            <a:rPr lang="en-US" cap="none" dirty="0" err="1"/>
            <a:t>Mengetahui</a:t>
          </a:r>
          <a:r>
            <a:rPr lang="en-US" cap="none" dirty="0"/>
            <a:t> </a:t>
          </a:r>
          <a:r>
            <a:rPr lang="en-US" cap="none" dirty="0" err="1"/>
            <a:t>Aplikasi</a:t>
          </a:r>
          <a:r>
            <a:rPr lang="en-US" cap="none" dirty="0"/>
            <a:t> Intelligent Agent Yang Telah </a:t>
          </a:r>
          <a:r>
            <a:rPr lang="en-US" cap="none" dirty="0" err="1"/>
            <a:t>Dikembangkan</a:t>
          </a:r>
          <a:r>
            <a:rPr lang="en-US" cap="none" dirty="0"/>
            <a:t> </a:t>
          </a:r>
          <a:r>
            <a:rPr lang="en-US" cap="none" dirty="0" err="1"/>
            <a:t>Saat</a:t>
          </a:r>
          <a:r>
            <a:rPr lang="en-US" cap="none" dirty="0"/>
            <a:t> </a:t>
          </a:r>
          <a:r>
            <a:rPr lang="en-US" cap="none" dirty="0" err="1"/>
            <a:t>Ini</a:t>
          </a:r>
          <a:endParaRPr lang="en-US" cap="none" dirty="0"/>
        </a:p>
      </dgm:t>
    </dgm:pt>
    <dgm:pt modelId="{70ABB26A-69DD-418C-A70D-903F66F7AA8F}" type="parTrans" cxnId="{A17CD7B6-D5E5-4EB1-8361-5E4895312644}">
      <dgm:prSet/>
      <dgm:spPr/>
      <dgm:t>
        <a:bodyPr/>
        <a:lstStyle/>
        <a:p>
          <a:endParaRPr lang="en-US"/>
        </a:p>
      </dgm:t>
    </dgm:pt>
    <dgm:pt modelId="{CF0DE8F7-7931-42D6-8DBA-E4FE7F4D6C80}" type="sibTrans" cxnId="{A17CD7B6-D5E5-4EB1-8361-5E4895312644}">
      <dgm:prSet/>
      <dgm:spPr/>
      <dgm:t>
        <a:bodyPr/>
        <a:lstStyle/>
        <a:p>
          <a:endParaRPr lang="en-US"/>
        </a:p>
      </dgm:t>
    </dgm:pt>
    <dgm:pt modelId="{2B9AE889-D18E-4E04-97CC-5B7AD06B3A44}" type="pres">
      <dgm:prSet presAssocID="{2350A90A-DA10-47BF-9DBE-3282F561291E}" presName="outerComposite" presStyleCnt="0">
        <dgm:presLayoutVars>
          <dgm:chMax val="5"/>
          <dgm:dir/>
          <dgm:resizeHandles val="exact"/>
        </dgm:presLayoutVars>
      </dgm:prSet>
      <dgm:spPr/>
    </dgm:pt>
    <dgm:pt modelId="{B309FF75-87ED-4D6A-B5D3-1AAE1BDC3297}" type="pres">
      <dgm:prSet presAssocID="{2350A90A-DA10-47BF-9DBE-3282F561291E}" presName="dummyMaxCanvas" presStyleCnt="0">
        <dgm:presLayoutVars/>
      </dgm:prSet>
      <dgm:spPr/>
    </dgm:pt>
    <dgm:pt modelId="{32B3FA06-DC64-4146-AC8D-B557CE4112CB}" type="pres">
      <dgm:prSet presAssocID="{2350A90A-DA10-47BF-9DBE-3282F561291E}" presName="TwoNodes_1" presStyleLbl="node1" presStyleIdx="0" presStyleCnt="2">
        <dgm:presLayoutVars>
          <dgm:bulletEnabled val="1"/>
        </dgm:presLayoutVars>
      </dgm:prSet>
      <dgm:spPr/>
    </dgm:pt>
    <dgm:pt modelId="{E61177AD-DF44-44F7-A2F6-3EE41FDE81B9}" type="pres">
      <dgm:prSet presAssocID="{2350A90A-DA10-47BF-9DBE-3282F561291E}" presName="TwoNodes_2" presStyleLbl="node1" presStyleIdx="1" presStyleCnt="2">
        <dgm:presLayoutVars>
          <dgm:bulletEnabled val="1"/>
        </dgm:presLayoutVars>
      </dgm:prSet>
      <dgm:spPr/>
    </dgm:pt>
    <dgm:pt modelId="{E2A6BC33-539C-4639-9EB3-1BA0EF5FCB0A}" type="pres">
      <dgm:prSet presAssocID="{2350A90A-DA10-47BF-9DBE-3282F561291E}" presName="TwoConn_1-2" presStyleLbl="fgAccFollowNode1" presStyleIdx="0" presStyleCnt="1">
        <dgm:presLayoutVars>
          <dgm:bulletEnabled val="1"/>
        </dgm:presLayoutVars>
      </dgm:prSet>
      <dgm:spPr/>
    </dgm:pt>
    <dgm:pt modelId="{A10B39A0-12F0-4CB5-B06D-F8BA78603325}" type="pres">
      <dgm:prSet presAssocID="{2350A90A-DA10-47BF-9DBE-3282F561291E}" presName="TwoNodes_1_text" presStyleLbl="node1" presStyleIdx="1" presStyleCnt="2">
        <dgm:presLayoutVars>
          <dgm:bulletEnabled val="1"/>
        </dgm:presLayoutVars>
      </dgm:prSet>
      <dgm:spPr/>
    </dgm:pt>
    <dgm:pt modelId="{9AA41C53-4FE6-4C37-B2C2-C8B71C4D5C64}" type="pres">
      <dgm:prSet presAssocID="{2350A90A-DA10-47BF-9DBE-3282F561291E}" presName="TwoNodes_2_text" presStyleLbl="node1" presStyleIdx="1" presStyleCnt="2">
        <dgm:presLayoutVars>
          <dgm:bulletEnabled val="1"/>
        </dgm:presLayoutVars>
      </dgm:prSet>
      <dgm:spPr/>
    </dgm:pt>
  </dgm:ptLst>
  <dgm:cxnLst>
    <dgm:cxn modelId="{E9A60D04-FB65-44BC-9953-9A59BE160E90}" type="presOf" srcId="{E822FF87-B8BE-4322-ACB6-F05E8944C85B}" destId="{E2A6BC33-539C-4639-9EB3-1BA0EF5FCB0A}" srcOrd="0" destOrd="0" presId="urn:microsoft.com/office/officeart/2005/8/layout/vProcess5"/>
    <dgm:cxn modelId="{7451D326-03B3-4967-990F-EB66F68EE20B}" type="presOf" srcId="{2350A90A-DA10-47BF-9DBE-3282F561291E}" destId="{2B9AE889-D18E-4E04-97CC-5B7AD06B3A44}" srcOrd="0" destOrd="0" presId="urn:microsoft.com/office/officeart/2005/8/layout/vProcess5"/>
    <dgm:cxn modelId="{93E41F29-2983-492C-B8B6-AA74809C844B}" type="presOf" srcId="{0D86760B-C263-44E6-9028-673DF80B6E30}" destId="{32B3FA06-DC64-4146-AC8D-B557CE4112CB}" srcOrd="0" destOrd="0" presId="urn:microsoft.com/office/officeart/2005/8/layout/vProcess5"/>
    <dgm:cxn modelId="{B73C9080-1428-410C-AC55-AF05DC1FC935}" type="presOf" srcId="{801F54EA-7C03-4B96-80B3-57F106014157}" destId="{E61177AD-DF44-44F7-A2F6-3EE41FDE81B9}" srcOrd="0" destOrd="0" presId="urn:microsoft.com/office/officeart/2005/8/layout/vProcess5"/>
    <dgm:cxn modelId="{520B6783-AD14-4597-A87E-BEFDBE0BB84F}" type="presOf" srcId="{0D86760B-C263-44E6-9028-673DF80B6E30}" destId="{A10B39A0-12F0-4CB5-B06D-F8BA78603325}" srcOrd="1" destOrd="0" presId="urn:microsoft.com/office/officeart/2005/8/layout/vProcess5"/>
    <dgm:cxn modelId="{96646491-6242-4C01-A3EC-224B994B0CF3}" type="presOf" srcId="{801F54EA-7C03-4B96-80B3-57F106014157}" destId="{9AA41C53-4FE6-4C37-B2C2-C8B71C4D5C64}" srcOrd="1" destOrd="0" presId="urn:microsoft.com/office/officeart/2005/8/layout/vProcess5"/>
    <dgm:cxn modelId="{A17CD7B6-D5E5-4EB1-8361-5E4895312644}" srcId="{2350A90A-DA10-47BF-9DBE-3282F561291E}" destId="{801F54EA-7C03-4B96-80B3-57F106014157}" srcOrd="1" destOrd="0" parTransId="{70ABB26A-69DD-418C-A70D-903F66F7AA8F}" sibTransId="{CF0DE8F7-7931-42D6-8DBA-E4FE7F4D6C80}"/>
    <dgm:cxn modelId="{A74D3CCD-3BCF-4750-A7DC-26DC6F479EC1}" srcId="{2350A90A-DA10-47BF-9DBE-3282F561291E}" destId="{0D86760B-C263-44E6-9028-673DF80B6E30}" srcOrd="0" destOrd="0" parTransId="{D648F568-3445-4DE5-9BF4-CE3F279264C7}" sibTransId="{E822FF87-B8BE-4322-ACB6-F05E8944C85B}"/>
    <dgm:cxn modelId="{DD0CA74D-97F7-461C-80CF-7DA18A366DB7}" type="presParOf" srcId="{2B9AE889-D18E-4E04-97CC-5B7AD06B3A44}" destId="{B309FF75-87ED-4D6A-B5D3-1AAE1BDC3297}" srcOrd="0" destOrd="0" presId="urn:microsoft.com/office/officeart/2005/8/layout/vProcess5"/>
    <dgm:cxn modelId="{AC4D222A-2E6E-4837-9957-269F01B940F0}" type="presParOf" srcId="{2B9AE889-D18E-4E04-97CC-5B7AD06B3A44}" destId="{32B3FA06-DC64-4146-AC8D-B557CE4112CB}" srcOrd="1" destOrd="0" presId="urn:microsoft.com/office/officeart/2005/8/layout/vProcess5"/>
    <dgm:cxn modelId="{9160ECD5-1F9C-4CF3-AA32-DE756EF859F8}" type="presParOf" srcId="{2B9AE889-D18E-4E04-97CC-5B7AD06B3A44}" destId="{E61177AD-DF44-44F7-A2F6-3EE41FDE81B9}" srcOrd="2" destOrd="0" presId="urn:microsoft.com/office/officeart/2005/8/layout/vProcess5"/>
    <dgm:cxn modelId="{1162B672-F412-411C-950F-9D3D8FC9A6B1}" type="presParOf" srcId="{2B9AE889-D18E-4E04-97CC-5B7AD06B3A44}" destId="{E2A6BC33-539C-4639-9EB3-1BA0EF5FCB0A}" srcOrd="3" destOrd="0" presId="urn:microsoft.com/office/officeart/2005/8/layout/vProcess5"/>
    <dgm:cxn modelId="{A133E018-ECCB-4E93-9658-564C2EFCA425}" type="presParOf" srcId="{2B9AE889-D18E-4E04-97CC-5B7AD06B3A44}" destId="{A10B39A0-12F0-4CB5-B06D-F8BA78603325}" srcOrd="4" destOrd="0" presId="urn:microsoft.com/office/officeart/2005/8/layout/vProcess5"/>
    <dgm:cxn modelId="{09A6AC32-2F7A-40F4-B4D3-A9130DB50AD2}" type="presParOf" srcId="{2B9AE889-D18E-4E04-97CC-5B7AD06B3A44}" destId="{9AA41C53-4FE6-4C37-B2C2-C8B71C4D5C64}"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4700A0-BC84-439E-9D5C-1B43FDF7306D}"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A194137C-B38D-48D2-A2B4-F38BD046F20F}">
      <dgm:prSet/>
      <dgm:spPr/>
      <dgm:t>
        <a:bodyPr/>
        <a:lstStyle/>
        <a:p>
          <a:r>
            <a:rPr lang="en-US"/>
            <a:t>Program yang dapat diberi tugas dan dapat menyelesaikan tugasnya secara mandiri, serta mempunyai inteligensi.</a:t>
          </a:r>
        </a:p>
      </dgm:t>
    </dgm:pt>
    <dgm:pt modelId="{A2B3FAEC-FE2C-40E9-B3BF-979A64A69D63}" type="parTrans" cxnId="{3524AC99-8721-4FB6-BAB5-B9E6D437D6BC}">
      <dgm:prSet/>
      <dgm:spPr/>
      <dgm:t>
        <a:bodyPr/>
        <a:lstStyle/>
        <a:p>
          <a:endParaRPr lang="en-US"/>
        </a:p>
      </dgm:t>
    </dgm:pt>
    <dgm:pt modelId="{0C0823A5-6944-460D-A973-1C91C8C7C282}" type="sibTrans" cxnId="{3524AC99-8721-4FB6-BAB5-B9E6D437D6BC}">
      <dgm:prSet/>
      <dgm:spPr/>
      <dgm:t>
        <a:bodyPr/>
        <a:lstStyle/>
        <a:p>
          <a:endParaRPr lang="en-US"/>
        </a:p>
      </dgm:t>
    </dgm:pt>
    <dgm:pt modelId="{3F09E1E1-8F9E-431E-AF67-D367915968F1}">
      <dgm:prSet/>
      <dgm:spPr/>
      <dgm:t>
        <a:bodyPr/>
        <a:lstStyle/>
        <a:p>
          <a:r>
            <a:rPr lang="en-US"/>
            <a:t>Dengan bantuan sistem agen tersebut, maka pekerjaan yang membutuhkan waktu lama </a:t>
          </a:r>
          <a:r>
            <a:rPr lang="nn-NO"/>
            <a:t>dapat diselesaikan dengan </a:t>
          </a:r>
          <a:r>
            <a:rPr lang="en-US"/>
            <a:t>baik dan lebih cepat.</a:t>
          </a:r>
        </a:p>
      </dgm:t>
    </dgm:pt>
    <dgm:pt modelId="{CCB9E808-8F0F-45BD-B87A-9B21CD4CC6A0}" type="parTrans" cxnId="{F9BD35E1-77B2-4E16-959B-25DAA1A58B49}">
      <dgm:prSet/>
      <dgm:spPr/>
      <dgm:t>
        <a:bodyPr/>
        <a:lstStyle/>
        <a:p>
          <a:endParaRPr lang="en-US"/>
        </a:p>
      </dgm:t>
    </dgm:pt>
    <dgm:pt modelId="{E661B722-AB0C-4379-B1BE-B1B68507F8A7}" type="sibTrans" cxnId="{F9BD35E1-77B2-4E16-959B-25DAA1A58B49}">
      <dgm:prSet/>
      <dgm:spPr/>
      <dgm:t>
        <a:bodyPr/>
        <a:lstStyle/>
        <a:p>
          <a:endParaRPr lang="en-US"/>
        </a:p>
      </dgm:t>
    </dgm:pt>
    <dgm:pt modelId="{C3F4F835-6A6D-4B6E-A0DB-A5D5E93156F2}">
      <dgm:prSet/>
      <dgm:spPr/>
      <dgm:t>
        <a:bodyPr/>
        <a:lstStyle/>
        <a:p>
          <a:r>
            <a:rPr lang="en-US"/>
            <a:t>Dengan adanya agen cerdas pada aplikasi diharapkan aplikasi tersebut dapat berpikir dan dapat menentukan pilihan langkah terbaik sehingga dapat mengalahkan manusia.</a:t>
          </a:r>
        </a:p>
      </dgm:t>
    </dgm:pt>
    <dgm:pt modelId="{73803CD4-75D5-42FA-839E-1E8B87CE246A}" type="parTrans" cxnId="{B990E05A-E130-4104-AD0A-2FFA276180D9}">
      <dgm:prSet/>
      <dgm:spPr/>
      <dgm:t>
        <a:bodyPr/>
        <a:lstStyle/>
        <a:p>
          <a:endParaRPr lang="en-US"/>
        </a:p>
      </dgm:t>
    </dgm:pt>
    <dgm:pt modelId="{52652A80-7CDA-4D66-8696-3CA5AD4D1550}" type="sibTrans" cxnId="{B990E05A-E130-4104-AD0A-2FFA276180D9}">
      <dgm:prSet/>
      <dgm:spPr/>
      <dgm:t>
        <a:bodyPr/>
        <a:lstStyle/>
        <a:p>
          <a:endParaRPr lang="en-US"/>
        </a:p>
      </dgm:t>
    </dgm:pt>
    <dgm:pt modelId="{FB91C4A7-65BD-4196-BA7C-3FD7FF7F7FF6}" type="pres">
      <dgm:prSet presAssocID="{044700A0-BC84-439E-9D5C-1B43FDF7306D}" presName="linear" presStyleCnt="0">
        <dgm:presLayoutVars>
          <dgm:animLvl val="lvl"/>
          <dgm:resizeHandles val="exact"/>
        </dgm:presLayoutVars>
      </dgm:prSet>
      <dgm:spPr/>
    </dgm:pt>
    <dgm:pt modelId="{AA767D69-4FEB-49F1-89EB-263828B78C9E}" type="pres">
      <dgm:prSet presAssocID="{A194137C-B38D-48D2-A2B4-F38BD046F20F}" presName="parentText" presStyleLbl="node1" presStyleIdx="0" presStyleCnt="3">
        <dgm:presLayoutVars>
          <dgm:chMax val="0"/>
          <dgm:bulletEnabled val="1"/>
        </dgm:presLayoutVars>
      </dgm:prSet>
      <dgm:spPr/>
    </dgm:pt>
    <dgm:pt modelId="{6711350B-62AD-4B7B-B4BA-5F45F7B6A5B0}" type="pres">
      <dgm:prSet presAssocID="{0C0823A5-6944-460D-A973-1C91C8C7C282}" presName="spacer" presStyleCnt="0"/>
      <dgm:spPr/>
    </dgm:pt>
    <dgm:pt modelId="{0838C746-2D29-487C-BC06-8039787E155E}" type="pres">
      <dgm:prSet presAssocID="{3F09E1E1-8F9E-431E-AF67-D367915968F1}" presName="parentText" presStyleLbl="node1" presStyleIdx="1" presStyleCnt="3">
        <dgm:presLayoutVars>
          <dgm:chMax val="0"/>
          <dgm:bulletEnabled val="1"/>
        </dgm:presLayoutVars>
      </dgm:prSet>
      <dgm:spPr/>
    </dgm:pt>
    <dgm:pt modelId="{FA401F13-C280-4D43-BDAC-AEEF70D1C466}" type="pres">
      <dgm:prSet presAssocID="{E661B722-AB0C-4379-B1BE-B1B68507F8A7}" presName="spacer" presStyleCnt="0"/>
      <dgm:spPr/>
    </dgm:pt>
    <dgm:pt modelId="{F7B72B9F-CA7A-40E6-9C27-66FD8576BB8B}" type="pres">
      <dgm:prSet presAssocID="{C3F4F835-6A6D-4B6E-A0DB-A5D5E93156F2}" presName="parentText" presStyleLbl="node1" presStyleIdx="2" presStyleCnt="3">
        <dgm:presLayoutVars>
          <dgm:chMax val="0"/>
          <dgm:bulletEnabled val="1"/>
        </dgm:presLayoutVars>
      </dgm:prSet>
      <dgm:spPr/>
    </dgm:pt>
  </dgm:ptLst>
  <dgm:cxnLst>
    <dgm:cxn modelId="{5439E871-5618-48C0-9FA4-DD2805D6CBAA}" type="presOf" srcId="{A194137C-B38D-48D2-A2B4-F38BD046F20F}" destId="{AA767D69-4FEB-49F1-89EB-263828B78C9E}" srcOrd="0" destOrd="0" presId="urn:microsoft.com/office/officeart/2005/8/layout/vList2"/>
    <dgm:cxn modelId="{B990E05A-E130-4104-AD0A-2FFA276180D9}" srcId="{044700A0-BC84-439E-9D5C-1B43FDF7306D}" destId="{C3F4F835-6A6D-4B6E-A0DB-A5D5E93156F2}" srcOrd="2" destOrd="0" parTransId="{73803CD4-75D5-42FA-839E-1E8B87CE246A}" sibTransId="{52652A80-7CDA-4D66-8696-3CA5AD4D1550}"/>
    <dgm:cxn modelId="{3524AC99-8721-4FB6-BAB5-B9E6D437D6BC}" srcId="{044700A0-BC84-439E-9D5C-1B43FDF7306D}" destId="{A194137C-B38D-48D2-A2B4-F38BD046F20F}" srcOrd="0" destOrd="0" parTransId="{A2B3FAEC-FE2C-40E9-B3BF-979A64A69D63}" sibTransId="{0C0823A5-6944-460D-A973-1C91C8C7C282}"/>
    <dgm:cxn modelId="{9BD098C5-6E66-488F-9294-3FD4CBD02C99}" type="presOf" srcId="{3F09E1E1-8F9E-431E-AF67-D367915968F1}" destId="{0838C746-2D29-487C-BC06-8039787E155E}" srcOrd="0" destOrd="0" presId="urn:microsoft.com/office/officeart/2005/8/layout/vList2"/>
    <dgm:cxn modelId="{32C340C6-4BEF-4420-AF0E-CE1D27578714}" type="presOf" srcId="{C3F4F835-6A6D-4B6E-A0DB-A5D5E93156F2}" destId="{F7B72B9F-CA7A-40E6-9C27-66FD8576BB8B}" srcOrd="0" destOrd="0" presId="urn:microsoft.com/office/officeart/2005/8/layout/vList2"/>
    <dgm:cxn modelId="{F9BD35E1-77B2-4E16-959B-25DAA1A58B49}" srcId="{044700A0-BC84-439E-9D5C-1B43FDF7306D}" destId="{3F09E1E1-8F9E-431E-AF67-D367915968F1}" srcOrd="1" destOrd="0" parTransId="{CCB9E808-8F0F-45BD-B87A-9B21CD4CC6A0}" sibTransId="{E661B722-AB0C-4379-B1BE-B1B68507F8A7}"/>
    <dgm:cxn modelId="{3B345CE1-6EA6-45F1-96DE-77726A17D8D7}" type="presOf" srcId="{044700A0-BC84-439E-9D5C-1B43FDF7306D}" destId="{FB91C4A7-65BD-4196-BA7C-3FD7FF7F7FF6}" srcOrd="0" destOrd="0" presId="urn:microsoft.com/office/officeart/2005/8/layout/vList2"/>
    <dgm:cxn modelId="{CE1B8528-A041-4D6D-A05C-001E596FA061}" type="presParOf" srcId="{FB91C4A7-65BD-4196-BA7C-3FD7FF7F7FF6}" destId="{AA767D69-4FEB-49F1-89EB-263828B78C9E}" srcOrd="0" destOrd="0" presId="urn:microsoft.com/office/officeart/2005/8/layout/vList2"/>
    <dgm:cxn modelId="{A65EEB5D-A6F1-41C9-BB23-A6EFD8D0C83F}" type="presParOf" srcId="{FB91C4A7-65BD-4196-BA7C-3FD7FF7F7FF6}" destId="{6711350B-62AD-4B7B-B4BA-5F45F7B6A5B0}" srcOrd="1" destOrd="0" presId="urn:microsoft.com/office/officeart/2005/8/layout/vList2"/>
    <dgm:cxn modelId="{EEC821CC-456C-44D6-87F1-D20EA7CECB80}" type="presParOf" srcId="{FB91C4A7-65BD-4196-BA7C-3FD7FF7F7FF6}" destId="{0838C746-2D29-487C-BC06-8039787E155E}" srcOrd="2" destOrd="0" presId="urn:microsoft.com/office/officeart/2005/8/layout/vList2"/>
    <dgm:cxn modelId="{A7CD266D-984D-42F9-881D-9247A383FB37}" type="presParOf" srcId="{FB91C4A7-65BD-4196-BA7C-3FD7FF7F7FF6}" destId="{FA401F13-C280-4D43-BDAC-AEEF70D1C466}" srcOrd="3" destOrd="0" presId="urn:microsoft.com/office/officeart/2005/8/layout/vList2"/>
    <dgm:cxn modelId="{EF340289-7A8D-4419-AB04-192DC81B8CB3}" type="presParOf" srcId="{FB91C4A7-65BD-4196-BA7C-3FD7FF7F7FF6}" destId="{F7B72B9F-CA7A-40E6-9C27-66FD8576BB8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40679DF-4502-4D9F-BF05-BCE61852A14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8FEFFE4-9130-4842-B960-73F25BEE7663}">
      <dgm:prSet phldrT="[Text]" custT="1"/>
      <dgm:spPr/>
      <dgm:t>
        <a:bodyPr/>
        <a:lstStyle/>
        <a:p>
          <a:r>
            <a:rPr lang="en-US" sz="2800" dirty="0"/>
            <a:t>Agent function</a:t>
          </a:r>
        </a:p>
      </dgm:t>
    </dgm:pt>
    <dgm:pt modelId="{2A10B39B-84E4-4432-A3B6-6D8ED5D92001}" type="parTrans" cxnId="{7CF6AC68-AF25-46BA-8D35-3E6AA2C94270}">
      <dgm:prSet/>
      <dgm:spPr/>
      <dgm:t>
        <a:bodyPr/>
        <a:lstStyle/>
        <a:p>
          <a:endParaRPr lang="en-US" sz="1600"/>
        </a:p>
      </dgm:t>
    </dgm:pt>
    <dgm:pt modelId="{D280C167-7106-4517-A01C-49F53619997E}" type="sibTrans" cxnId="{7CF6AC68-AF25-46BA-8D35-3E6AA2C94270}">
      <dgm:prSet/>
      <dgm:spPr/>
      <dgm:t>
        <a:bodyPr/>
        <a:lstStyle/>
        <a:p>
          <a:endParaRPr lang="en-US" sz="1600"/>
        </a:p>
      </dgm:t>
    </dgm:pt>
    <mc:AlternateContent xmlns:mc="http://schemas.openxmlformats.org/markup-compatibility/2006" xmlns:a14="http://schemas.microsoft.com/office/drawing/2010/main">
      <mc:Choice Requires="a14">
        <dgm:pt modelId="{5117559A-BC29-4C86-BDF7-B81F7768AE53}">
          <dgm:prSet phldrT="[Text]" custT="1"/>
          <dgm:spPr/>
          <dgm:t>
            <a:bodyPr/>
            <a:lstStyle/>
            <a:p>
              <a:r>
                <a:rPr lang="en-US" sz="2000" dirty="0"/>
                <a:t>Sebuah </a:t>
              </a:r>
              <a:r>
                <a:rPr lang="en-US" sz="2000" dirty="0" err="1"/>
                <a:t>fungsi</a:t>
              </a:r>
              <a:r>
                <a:rPr lang="en-US" sz="2000" dirty="0"/>
                <a:t> yang </a:t>
              </a:r>
              <a:r>
                <a:rPr lang="en-US" sz="2000" dirty="0" err="1"/>
                <a:t>memetakan</a:t>
              </a:r>
              <a:r>
                <a:rPr lang="en-US" sz="2000" dirty="0"/>
                <a:t> </a:t>
              </a:r>
              <a:r>
                <a:rPr lang="en-US" sz="2000" dirty="0" err="1"/>
                <a:t>dari</a:t>
              </a:r>
              <a:r>
                <a:rPr lang="en-US" sz="2000" dirty="0"/>
                <a:t> </a:t>
              </a:r>
              <a:r>
                <a:rPr lang="en-US" sz="2000" dirty="0" err="1"/>
                <a:t>rekaman</a:t>
              </a:r>
              <a:r>
                <a:rPr lang="en-US" sz="2000" dirty="0"/>
                <a:t> </a:t>
              </a:r>
              <a:r>
                <a:rPr lang="en-US" sz="2000" dirty="0" err="1"/>
                <a:t>inputan</a:t>
              </a:r>
              <a:r>
                <a:rPr lang="en-US" sz="2000" dirty="0"/>
                <a:t> (</a:t>
              </a:r>
              <a:r>
                <a:rPr lang="en-US" sz="2000" i="1" dirty="0">
                  <a:solidFill>
                    <a:srgbClr val="FF0000"/>
                  </a:solidFill>
                </a:rPr>
                <a:t>percept histories</a:t>
              </a:r>
              <a:r>
                <a:rPr lang="en-US" sz="2000" i="0" dirty="0"/>
                <a:t>) </a:t>
              </a:r>
              <a:r>
                <a:rPr lang="en-US" sz="2000" i="0" dirty="0" err="1"/>
                <a:t>ke</a:t>
              </a:r>
              <a:r>
                <a:rPr lang="en-US" sz="2000" i="0" dirty="0"/>
                <a:t> </a:t>
              </a:r>
              <a:r>
                <a:rPr lang="en-US" sz="2000" i="0" dirty="0" err="1"/>
                <a:t>tindakan</a:t>
              </a:r>
              <a:r>
                <a:rPr lang="en-US" sz="2000" i="0" dirty="0"/>
                <a:t> (</a:t>
              </a:r>
              <a:r>
                <a:rPr lang="en-US" sz="2000" i="1" dirty="0">
                  <a:solidFill>
                    <a:srgbClr val="FF0000"/>
                  </a:solidFill>
                </a:rPr>
                <a:t>actions</a:t>
              </a:r>
              <a:r>
                <a:rPr lang="en-US" sz="2000" i="0" dirty="0"/>
                <a:t>):</a:t>
              </a:r>
              <a14:m>
                <m:oMath xmlns:m="http://schemas.openxmlformats.org/officeDocument/2006/math">
                  <m:r>
                    <a:rPr lang="en-US" sz="2000" b="0" i="0" smtClean="0">
                      <a:latin typeface="Cambria Math"/>
                    </a:rPr>
                    <m:t> </m:t>
                  </m:r>
                  <m:r>
                    <a:rPr lang="en-US" sz="2000" b="0" i="1" smtClean="0">
                      <a:latin typeface="Cambria Math"/>
                    </a:rPr>
                    <m:t>      </m:t>
                  </m:r>
                  <m:r>
                    <a:rPr lang="en-US" sz="2000" b="0" i="1" smtClean="0">
                      <a:latin typeface="Cambria Math"/>
                    </a:rPr>
                    <m:t>𝑓</m:t>
                  </m:r>
                  <m:r>
                    <a:rPr lang="en-US" sz="2000" b="0" i="1" smtClean="0">
                      <a:latin typeface="Cambria Math"/>
                    </a:rPr>
                    <m:t>:</m:t>
                  </m:r>
                  <m:sSup>
                    <m:sSupPr>
                      <m:ctrlPr>
                        <a:rPr lang="en-US" sz="2000" b="0" i="1" smtClean="0">
                          <a:latin typeface="Cambria Math" panose="02040503050406030204" pitchFamily="18" charset="0"/>
                        </a:rPr>
                      </m:ctrlPr>
                    </m:sSupPr>
                    <m:e>
                      <m:r>
                        <a:rPr lang="en-US" sz="2000" b="0" i="1" smtClean="0">
                          <a:latin typeface="Cambria Math"/>
                        </a:rPr>
                        <m:t>𝒫</m:t>
                      </m:r>
                    </m:e>
                    <m:sup>
                      <m:r>
                        <a:rPr lang="en-US" sz="2000" b="0" i="1" smtClean="0">
                          <a:latin typeface="Cambria Math"/>
                        </a:rPr>
                        <m:t>∗</m:t>
                      </m:r>
                    </m:sup>
                  </m:sSup>
                  <m:r>
                    <a:rPr lang="en-US" sz="2000" b="0" i="1" smtClean="0">
                      <a:latin typeface="Cambria Math"/>
                      <a:ea typeface="Cambria Math"/>
                    </a:rPr>
                    <m:t>→</m:t>
                  </m:r>
                  <m:r>
                    <a:rPr lang="en-US" sz="2000" b="0" i="1" smtClean="0">
                      <a:latin typeface="Cambria Math"/>
                      <a:ea typeface="Cambria Math"/>
                    </a:rPr>
                    <m:t>𝒜</m:t>
                  </m:r>
                  <m:r>
                    <a:rPr lang="en-US" sz="2000" b="0" i="1" smtClean="0">
                      <a:latin typeface="Cambria Math"/>
                      <a:ea typeface="Cambria Math"/>
                    </a:rPr>
                    <m:t> </m:t>
                  </m:r>
                </m:oMath>
              </a14:m>
              <a:endParaRPr lang="en-US" sz="2000" i="1" dirty="0"/>
            </a:p>
          </dgm:t>
        </dgm:pt>
      </mc:Choice>
      <mc:Fallback xmlns="">
        <dgm:pt modelId="{5117559A-BC29-4C86-BDF7-B81F7768AE53}">
          <dgm:prSet phldrT="[Text]" custT="1"/>
          <dgm:spPr/>
          <dgm:t>
            <a:bodyPr/>
            <a:lstStyle/>
            <a:p>
              <a:r>
                <a:rPr lang="en-US" sz="2000" dirty="0" smtClean="0"/>
                <a:t>Sebuah </a:t>
              </a:r>
              <a:r>
                <a:rPr lang="en-US" sz="2000" dirty="0" err="1" smtClean="0"/>
                <a:t>fungsi</a:t>
              </a:r>
              <a:r>
                <a:rPr lang="en-US" sz="2000" dirty="0" smtClean="0"/>
                <a:t> yang </a:t>
              </a:r>
              <a:r>
                <a:rPr lang="en-US" sz="2000" dirty="0" err="1" smtClean="0"/>
                <a:t>memetakan</a:t>
              </a:r>
              <a:r>
                <a:rPr lang="en-US" sz="2000" dirty="0" smtClean="0"/>
                <a:t> </a:t>
              </a:r>
              <a:r>
                <a:rPr lang="en-US" sz="2000" dirty="0" err="1" smtClean="0"/>
                <a:t>dari</a:t>
              </a:r>
              <a:r>
                <a:rPr lang="en-US" sz="2000" dirty="0" smtClean="0"/>
                <a:t> </a:t>
              </a:r>
              <a:r>
                <a:rPr lang="en-US" sz="2000" dirty="0" err="1" smtClean="0"/>
                <a:t>rekaman</a:t>
              </a:r>
              <a:r>
                <a:rPr lang="en-US" sz="2000" dirty="0" smtClean="0"/>
                <a:t> </a:t>
              </a:r>
              <a:r>
                <a:rPr lang="en-US" sz="2000" dirty="0" err="1" smtClean="0"/>
                <a:t>inputan</a:t>
              </a:r>
              <a:r>
                <a:rPr lang="en-US" sz="2000" dirty="0" smtClean="0"/>
                <a:t> (</a:t>
              </a:r>
              <a:r>
                <a:rPr lang="en-US" sz="2000" i="1" dirty="0" smtClean="0">
                  <a:solidFill>
                    <a:srgbClr val="FF0000"/>
                  </a:solidFill>
                </a:rPr>
                <a:t>percept histories</a:t>
              </a:r>
              <a:r>
                <a:rPr lang="en-US" sz="2000" i="0" dirty="0" smtClean="0"/>
                <a:t>) </a:t>
              </a:r>
              <a:r>
                <a:rPr lang="en-US" sz="2000" i="0" dirty="0" err="1" smtClean="0"/>
                <a:t>ke</a:t>
              </a:r>
              <a:r>
                <a:rPr lang="en-US" sz="2000" i="0" dirty="0" smtClean="0"/>
                <a:t> </a:t>
              </a:r>
              <a:r>
                <a:rPr lang="en-US" sz="2000" i="0" dirty="0" err="1" smtClean="0"/>
                <a:t>tindakan</a:t>
              </a:r>
              <a:r>
                <a:rPr lang="en-US" sz="2000" i="0" dirty="0" smtClean="0"/>
                <a:t> (</a:t>
              </a:r>
              <a:r>
                <a:rPr lang="en-US" sz="2000" i="1" dirty="0" smtClean="0">
                  <a:solidFill>
                    <a:srgbClr val="FF0000"/>
                  </a:solidFill>
                </a:rPr>
                <a:t>actions</a:t>
              </a:r>
              <a:r>
                <a:rPr lang="en-US" sz="2000" i="0" dirty="0" smtClean="0"/>
                <a:t>):</a:t>
              </a:r>
              <a:r>
                <a:rPr lang="en-US" sz="2000" b="0" i="0" smtClean="0">
                  <a:latin typeface="Cambria Math"/>
                </a:rPr>
                <a:t>       𝑓:𝒫</a:t>
              </a:r>
              <a:r>
                <a:rPr lang="en-US" sz="2000" b="0" i="0" smtClean="0">
                  <a:latin typeface="Cambria Math" panose="02040503050406030204" pitchFamily="18" charset="0"/>
                </a:rPr>
                <a:t>^</a:t>
              </a:r>
              <a:r>
                <a:rPr lang="en-US" sz="2000" b="0" i="0" smtClean="0">
                  <a:latin typeface="Cambria Math"/>
                </a:rPr>
                <a:t>∗</a:t>
              </a:r>
              <a:r>
                <a:rPr lang="en-US" sz="2000" b="0" i="0" smtClean="0">
                  <a:latin typeface="Cambria Math"/>
                  <a:ea typeface="Cambria Math"/>
                </a:rPr>
                <a:t>→𝒜 </a:t>
              </a:r>
              <a:endParaRPr lang="en-US" sz="2000" i="1" dirty="0"/>
            </a:p>
          </dgm:t>
        </dgm:pt>
      </mc:Fallback>
    </mc:AlternateContent>
    <dgm:pt modelId="{F5B90B8C-93C0-47F6-88AF-32FADB1DDF85}" type="parTrans" cxnId="{C7B48CD0-8414-4462-8072-14ECF1501026}">
      <dgm:prSet/>
      <dgm:spPr/>
      <dgm:t>
        <a:bodyPr/>
        <a:lstStyle/>
        <a:p>
          <a:endParaRPr lang="en-US" sz="1600"/>
        </a:p>
      </dgm:t>
    </dgm:pt>
    <dgm:pt modelId="{6B7A4F60-9F0B-484F-B347-CFD0BA9DEC79}" type="sibTrans" cxnId="{C7B48CD0-8414-4462-8072-14ECF1501026}">
      <dgm:prSet/>
      <dgm:spPr/>
      <dgm:t>
        <a:bodyPr/>
        <a:lstStyle/>
        <a:p>
          <a:endParaRPr lang="en-US" sz="1600"/>
        </a:p>
      </dgm:t>
    </dgm:pt>
    <dgm:pt modelId="{D3992C3F-BC75-4E5B-929F-4DBD741F6C04}">
      <dgm:prSet phldrT="[Text]" custT="1"/>
      <dgm:spPr/>
      <dgm:t>
        <a:bodyPr/>
        <a:lstStyle/>
        <a:p>
          <a:r>
            <a:rPr lang="en-US" sz="2800" dirty="0"/>
            <a:t>Agent program</a:t>
          </a:r>
        </a:p>
      </dgm:t>
    </dgm:pt>
    <dgm:pt modelId="{BC33005D-F26A-4644-9363-2708C0799B79}" type="parTrans" cxnId="{DAC06378-A006-456C-A693-80CE474C63B0}">
      <dgm:prSet/>
      <dgm:spPr/>
      <dgm:t>
        <a:bodyPr/>
        <a:lstStyle/>
        <a:p>
          <a:endParaRPr lang="en-US" sz="1600"/>
        </a:p>
      </dgm:t>
    </dgm:pt>
    <dgm:pt modelId="{300ABFAB-082E-4A57-84D3-91653BB3A628}" type="sibTrans" cxnId="{DAC06378-A006-456C-A693-80CE474C63B0}">
      <dgm:prSet/>
      <dgm:spPr/>
      <dgm:t>
        <a:bodyPr/>
        <a:lstStyle/>
        <a:p>
          <a:endParaRPr lang="en-US" sz="1600"/>
        </a:p>
      </dgm:t>
    </dgm:pt>
    <mc:AlternateContent xmlns:mc="http://schemas.openxmlformats.org/markup-compatibility/2006" xmlns:a14="http://schemas.microsoft.com/office/drawing/2010/main">
      <mc:Choice Requires="a14">
        <dgm:pt modelId="{08124D2D-DB96-4625-8B29-B00EDC3CB5E2}">
          <dgm:prSet phldrT="[Text]" custT="1"/>
          <dgm:spPr/>
          <dgm:t>
            <a:bodyPr/>
            <a:lstStyle/>
            <a:p>
              <a:r>
                <a:rPr lang="en-US" sz="2000" dirty="0" err="1"/>
                <a:t>Sebuah</a:t>
              </a:r>
              <a:r>
                <a:rPr lang="en-US" sz="2000" dirty="0"/>
                <a:t> program yang </a:t>
              </a:r>
              <a:r>
                <a:rPr lang="en-US" sz="2000" dirty="0" err="1"/>
                <a:t>mengimplementasikan</a:t>
              </a:r>
              <a:r>
                <a:rPr lang="en-US" sz="2000" dirty="0"/>
                <a:t> </a:t>
              </a:r>
              <a:r>
                <a:rPr lang="en-US" sz="2000" dirty="0" err="1"/>
                <a:t>fungsi</a:t>
              </a:r>
              <a:r>
                <a:rPr lang="en-US" sz="2000" dirty="0"/>
                <a:t> f di </a:t>
              </a:r>
              <a:r>
                <a:rPr lang="en-US" sz="2000" dirty="0" err="1"/>
                <a:t>atas</a:t>
              </a:r>
              <a:r>
                <a:rPr lang="en-US" sz="2000" dirty="0"/>
                <a:t> </a:t>
              </a:r>
              <a:r>
                <a:rPr lang="en-US" sz="2000" dirty="0" err="1"/>
                <a:t>arsitektur</a:t>
              </a:r>
              <a:r>
                <a:rPr lang="en-US" sz="2000" dirty="0"/>
                <a:t> : </a:t>
              </a:r>
              <a14:m>
                <m:oMath xmlns:m="http://schemas.openxmlformats.org/officeDocument/2006/math">
                  <m:r>
                    <a:rPr lang="en-US" sz="2000" i="1" dirty="0" smtClean="0">
                      <a:latin typeface="Cambria Math"/>
                    </a:rPr>
                    <m:t>𝐴𝑔𝑒𝑛𝑡</m:t>
                  </m:r>
                  <m:r>
                    <a:rPr lang="en-US" sz="2000" i="1" dirty="0" smtClean="0">
                      <a:latin typeface="Cambria Math"/>
                    </a:rPr>
                    <m:t> = </m:t>
                  </m:r>
                  <m:r>
                    <a:rPr lang="en-US" sz="2000" i="1" dirty="0" smtClean="0">
                      <a:latin typeface="Cambria Math"/>
                    </a:rPr>
                    <m:t>𝐴𝑟𝑐h𝑖𝑡𝑒𝑐𝑡𝑢𝑟𝑒</m:t>
                  </m:r>
                  <m:r>
                    <a:rPr lang="en-US" sz="2000" i="1" dirty="0" smtClean="0">
                      <a:latin typeface="Cambria Math"/>
                    </a:rPr>
                    <m:t> + </m:t>
                  </m:r>
                  <m:r>
                    <a:rPr lang="en-US" sz="2000" i="1" dirty="0" smtClean="0">
                      <a:latin typeface="Cambria Math"/>
                    </a:rPr>
                    <m:t>𝑃𝑟𝑜𝑔𝑟𝑎𝑚</m:t>
                  </m:r>
                </m:oMath>
              </a14:m>
              <a:endParaRPr lang="en-US" sz="2000" dirty="0"/>
            </a:p>
          </dgm:t>
        </dgm:pt>
      </mc:Choice>
      <mc:Fallback xmlns="">
        <dgm:pt modelId="{08124D2D-DB96-4625-8B29-B00EDC3CB5E2}">
          <dgm:prSet phldrT="[Text]" custT="1"/>
          <dgm:spPr/>
          <dgm:t>
            <a:bodyPr/>
            <a:lstStyle/>
            <a:p>
              <a:r>
                <a:rPr lang="en-US" sz="2000" dirty="0" err="1" smtClean="0"/>
                <a:t>Sebuah</a:t>
              </a:r>
              <a:r>
                <a:rPr lang="en-US" sz="2000" dirty="0" smtClean="0"/>
                <a:t> program yang </a:t>
              </a:r>
              <a:r>
                <a:rPr lang="en-US" sz="2000" dirty="0" err="1" smtClean="0"/>
                <a:t>mengimplementasikan</a:t>
              </a:r>
              <a:r>
                <a:rPr lang="en-US" sz="2000" dirty="0" smtClean="0"/>
                <a:t> </a:t>
              </a:r>
              <a:r>
                <a:rPr lang="en-US" sz="2000" dirty="0" err="1" smtClean="0"/>
                <a:t>fungsi</a:t>
              </a:r>
              <a:r>
                <a:rPr lang="en-US" sz="2000" dirty="0" smtClean="0"/>
                <a:t> f di </a:t>
              </a:r>
              <a:r>
                <a:rPr lang="en-US" sz="2000" dirty="0" err="1" smtClean="0"/>
                <a:t>atas</a:t>
              </a:r>
              <a:r>
                <a:rPr lang="en-US" sz="2000" dirty="0" smtClean="0"/>
                <a:t> </a:t>
              </a:r>
              <a:r>
                <a:rPr lang="en-US" sz="2000" dirty="0" err="1" smtClean="0"/>
                <a:t>arsitektur</a:t>
              </a:r>
              <a:r>
                <a:rPr lang="en-US" sz="2000" dirty="0" smtClean="0"/>
                <a:t> : </a:t>
              </a:r>
              <a:r>
                <a:rPr lang="en-US" sz="2000" i="0" dirty="0" smtClean="0">
                  <a:latin typeface="Cambria Math"/>
                </a:rPr>
                <a:t>𝐴𝑔𝑒𝑛𝑡 = 𝐴𝑟𝑐ℎ𝑖𝑡𝑒𝑐𝑡𝑢𝑟𝑒 + 𝑃𝑟𝑜𝑔𝑟𝑎𝑚</a:t>
              </a:r>
              <a:endParaRPr lang="en-US" sz="2000" dirty="0"/>
            </a:p>
          </dgm:t>
        </dgm:pt>
      </mc:Fallback>
    </mc:AlternateContent>
    <dgm:pt modelId="{57F31081-C909-4420-BD43-AF2A15CD51A7}" type="parTrans" cxnId="{492099FB-C7CA-4761-8209-1FCCAB79A792}">
      <dgm:prSet/>
      <dgm:spPr/>
      <dgm:t>
        <a:bodyPr/>
        <a:lstStyle/>
        <a:p>
          <a:endParaRPr lang="en-US" sz="1600"/>
        </a:p>
      </dgm:t>
    </dgm:pt>
    <dgm:pt modelId="{5FE733B3-75CF-4ED1-80D8-E2163807FEC5}" type="sibTrans" cxnId="{492099FB-C7CA-4761-8209-1FCCAB79A792}">
      <dgm:prSet/>
      <dgm:spPr/>
      <dgm:t>
        <a:bodyPr/>
        <a:lstStyle/>
        <a:p>
          <a:endParaRPr lang="en-US" sz="1600"/>
        </a:p>
      </dgm:t>
    </dgm:pt>
    <dgm:pt modelId="{76DA0DD9-C7B7-4310-9461-62764D0B3636}" type="pres">
      <dgm:prSet presAssocID="{540679DF-4502-4D9F-BF05-BCE61852A142}" presName="linear" presStyleCnt="0">
        <dgm:presLayoutVars>
          <dgm:animLvl val="lvl"/>
          <dgm:resizeHandles val="exact"/>
        </dgm:presLayoutVars>
      </dgm:prSet>
      <dgm:spPr/>
    </dgm:pt>
    <dgm:pt modelId="{C3C98269-AFD9-4B46-8A8C-9CA1297655ED}" type="pres">
      <dgm:prSet presAssocID="{F8FEFFE4-9130-4842-B960-73F25BEE7663}" presName="parentText" presStyleLbl="node1" presStyleIdx="0" presStyleCnt="2">
        <dgm:presLayoutVars>
          <dgm:chMax val="0"/>
          <dgm:bulletEnabled val="1"/>
        </dgm:presLayoutVars>
      </dgm:prSet>
      <dgm:spPr/>
    </dgm:pt>
    <dgm:pt modelId="{C5D1D8C0-B73A-42F8-8AB9-688A46B8265B}" type="pres">
      <dgm:prSet presAssocID="{F8FEFFE4-9130-4842-B960-73F25BEE7663}" presName="childText" presStyleLbl="revTx" presStyleIdx="0" presStyleCnt="2">
        <dgm:presLayoutVars>
          <dgm:bulletEnabled val="1"/>
        </dgm:presLayoutVars>
      </dgm:prSet>
      <dgm:spPr/>
    </dgm:pt>
    <dgm:pt modelId="{24F7168E-6E9A-4934-A070-4932E04F9EAB}" type="pres">
      <dgm:prSet presAssocID="{D3992C3F-BC75-4E5B-929F-4DBD741F6C04}" presName="parentText" presStyleLbl="node1" presStyleIdx="1" presStyleCnt="2">
        <dgm:presLayoutVars>
          <dgm:chMax val="0"/>
          <dgm:bulletEnabled val="1"/>
        </dgm:presLayoutVars>
      </dgm:prSet>
      <dgm:spPr/>
    </dgm:pt>
    <dgm:pt modelId="{03328A0B-2B8C-44D9-9D17-75A971710196}" type="pres">
      <dgm:prSet presAssocID="{D3992C3F-BC75-4E5B-929F-4DBD741F6C04}" presName="childText" presStyleLbl="revTx" presStyleIdx="1" presStyleCnt="2">
        <dgm:presLayoutVars>
          <dgm:bulletEnabled val="1"/>
        </dgm:presLayoutVars>
      </dgm:prSet>
      <dgm:spPr/>
    </dgm:pt>
  </dgm:ptLst>
  <dgm:cxnLst>
    <dgm:cxn modelId="{7CF6AC68-AF25-46BA-8D35-3E6AA2C94270}" srcId="{540679DF-4502-4D9F-BF05-BCE61852A142}" destId="{F8FEFFE4-9130-4842-B960-73F25BEE7663}" srcOrd="0" destOrd="0" parTransId="{2A10B39B-84E4-4432-A3B6-6D8ED5D92001}" sibTransId="{D280C167-7106-4517-A01C-49F53619997E}"/>
    <dgm:cxn modelId="{373DDA53-6926-4E9D-B296-04947CB65C59}" type="presOf" srcId="{540679DF-4502-4D9F-BF05-BCE61852A142}" destId="{76DA0DD9-C7B7-4310-9461-62764D0B3636}" srcOrd="0" destOrd="0" presId="urn:microsoft.com/office/officeart/2005/8/layout/vList2"/>
    <dgm:cxn modelId="{DAC06378-A006-456C-A693-80CE474C63B0}" srcId="{540679DF-4502-4D9F-BF05-BCE61852A142}" destId="{D3992C3F-BC75-4E5B-929F-4DBD741F6C04}" srcOrd="1" destOrd="0" parTransId="{BC33005D-F26A-4644-9363-2708C0799B79}" sibTransId="{300ABFAB-082E-4A57-84D3-91653BB3A628}"/>
    <dgm:cxn modelId="{A9CA3286-7C13-4816-979B-EED85AE03A9B}" type="presOf" srcId="{5117559A-BC29-4C86-BDF7-B81F7768AE53}" destId="{C5D1D8C0-B73A-42F8-8AB9-688A46B8265B}" srcOrd="0" destOrd="0" presId="urn:microsoft.com/office/officeart/2005/8/layout/vList2"/>
    <dgm:cxn modelId="{0279CEAD-9A97-4428-8CFF-082E93664EF2}" type="presOf" srcId="{F8FEFFE4-9130-4842-B960-73F25BEE7663}" destId="{C3C98269-AFD9-4B46-8A8C-9CA1297655ED}" srcOrd="0" destOrd="0" presId="urn:microsoft.com/office/officeart/2005/8/layout/vList2"/>
    <dgm:cxn modelId="{C7B48CD0-8414-4462-8072-14ECF1501026}" srcId="{F8FEFFE4-9130-4842-B960-73F25BEE7663}" destId="{5117559A-BC29-4C86-BDF7-B81F7768AE53}" srcOrd="0" destOrd="0" parTransId="{F5B90B8C-93C0-47F6-88AF-32FADB1DDF85}" sibTransId="{6B7A4F60-9F0B-484F-B347-CFD0BA9DEC79}"/>
    <dgm:cxn modelId="{41C2EEEF-5BA5-4F08-A2BE-B38225EA54B1}" type="presOf" srcId="{08124D2D-DB96-4625-8B29-B00EDC3CB5E2}" destId="{03328A0B-2B8C-44D9-9D17-75A971710196}" srcOrd="0" destOrd="0" presId="urn:microsoft.com/office/officeart/2005/8/layout/vList2"/>
    <dgm:cxn modelId="{26CD2AF1-56B1-404D-9559-53B5F60978B8}" type="presOf" srcId="{D3992C3F-BC75-4E5B-929F-4DBD741F6C04}" destId="{24F7168E-6E9A-4934-A070-4932E04F9EAB}" srcOrd="0" destOrd="0" presId="urn:microsoft.com/office/officeart/2005/8/layout/vList2"/>
    <dgm:cxn modelId="{492099FB-C7CA-4761-8209-1FCCAB79A792}" srcId="{D3992C3F-BC75-4E5B-929F-4DBD741F6C04}" destId="{08124D2D-DB96-4625-8B29-B00EDC3CB5E2}" srcOrd="0" destOrd="0" parTransId="{57F31081-C909-4420-BD43-AF2A15CD51A7}" sibTransId="{5FE733B3-75CF-4ED1-80D8-E2163807FEC5}"/>
    <dgm:cxn modelId="{C031F45E-2842-485D-85FC-50B04F596D42}" type="presParOf" srcId="{76DA0DD9-C7B7-4310-9461-62764D0B3636}" destId="{C3C98269-AFD9-4B46-8A8C-9CA1297655ED}" srcOrd="0" destOrd="0" presId="urn:microsoft.com/office/officeart/2005/8/layout/vList2"/>
    <dgm:cxn modelId="{DC7A0390-37AF-43EF-A903-23E82871CC3E}" type="presParOf" srcId="{76DA0DD9-C7B7-4310-9461-62764D0B3636}" destId="{C5D1D8C0-B73A-42F8-8AB9-688A46B8265B}" srcOrd="1" destOrd="0" presId="urn:microsoft.com/office/officeart/2005/8/layout/vList2"/>
    <dgm:cxn modelId="{EEE6BEC5-4AD5-43E4-AD11-598B4898E097}" type="presParOf" srcId="{76DA0DD9-C7B7-4310-9461-62764D0B3636}" destId="{24F7168E-6E9A-4934-A070-4932E04F9EAB}" srcOrd="2" destOrd="0" presId="urn:microsoft.com/office/officeart/2005/8/layout/vList2"/>
    <dgm:cxn modelId="{0E7C2756-A0DC-4DE3-A07D-A7DF4E4F684A}" type="presParOf" srcId="{76DA0DD9-C7B7-4310-9461-62764D0B3636}" destId="{03328A0B-2B8C-44D9-9D17-75A971710196}"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540679DF-4502-4D9F-BF05-BCE61852A14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8FEFFE4-9130-4842-B960-73F25BEE7663}">
      <dgm:prSet phldrT="[Text]" custT="1"/>
      <dgm:spPr/>
      <dgm:t>
        <a:bodyPr/>
        <a:lstStyle/>
        <a:p>
          <a:r>
            <a:rPr lang="en-US" sz="2800" dirty="0" smtClean="0"/>
            <a:t>Agent function</a:t>
          </a:r>
          <a:endParaRPr lang="en-US" sz="2800" dirty="0"/>
        </a:p>
      </dgm:t>
    </dgm:pt>
    <dgm:pt modelId="{2A10B39B-84E4-4432-A3B6-6D8ED5D92001}" type="parTrans" cxnId="{7CF6AC68-AF25-46BA-8D35-3E6AA2C94270}">
      <dgm:prSet/>
      <dgm:spPr/>
      <dgm:t>
        <a:bodyPr/>
        <a:lstStyle/>
        <a:p>
          <a:endParaRPr lang="en-US" sz="1600"/>
        </a:p>
      </dgm:t>
    </dgm:pt>
    <dgm:pt modelId="{D280C167-7106-4517-A01C-49F53619997E}" type="sibTrans" cxnId="{7CF6AC68-AF25-46BA-8D35-3E6AA2C94270}">
      <dgm:prSet/>
      <dgm:spPr/>
      <dgm:t>
        <a:bodyPr/>
        <a:lstStyle/>
        <a:p>
          <a:endParaRPr lang="en-US" sz="1600"/>
        </a:p>
      </dgm:t>
    </dgm:pt>
    <dgm:pt modelId="{5117559A-BC29-4C86-BDF7-B81F7768AE53}">
      <dgm:prSet phldrT="[Text]" custT="1"/>
      <dgm:spPr>
        <a:blipFill>
          <a:blip xmlns:r="http://schemas.openxmlformats.org/officeDocument/2006/relationships" r:embed="rId1"/>
          <a:stretch>
            <a:fillRect t="-9396"/>
          </a:stretch>
        </a:blipFill>
      </dgm:spPr>
      <dgm:t>
        <a:bodyPr/>
        <a:lstStyle/>
        <a:p>
          <a:r>
            <a:rPr lang="en-ID">
              <a:noFill/>
            </a:rPr>
            <a:t> </a:t>
          </a:r>
        </a:p>
      </dgm:t>
    </dgm:pt>
    <dgm:pt modelId="{F5B90B8C-93C0-47F6-88AF-32FADB1DDF85}" type="parTrans" cxnId="{C7B48CD0-8414-4462-8072-14ECF1501026}">
      <dgm:prSet/>
      <dgm:spPr/>
      <dgm:t>
        <a:bodyPr/>
        <a:lstStyle/>
        <a:p>
          <a:endParaRPr lang="en-US" sz="1600"/>
        </a:p>
      </dgm:t>
    </dgm:pt>
    <dgm:pt modelId="{6B7A4F60-9F0B-484F-B347-CFD0BA9DEC79}" type="sibTrans" cxnId="{C7B48CD0-8414-4462-8072-14ECF1501026}">
      <dgm:prSet/>
      <dgm:spPr/>
      <dgm:t>
        <a:bodyPr/>
        <a:lstStyle/>
        <a:p>
          <a:endParaRPr lang="en-US" sz="1600"/>
        </a:p>
      </dgm:t>
    </dgm:pt>
    <dgm:pt modelId="{D3992C3F-BC75-4E5B-929F-4DBD741F6C04}">
      <dgm:prSet phldrT="[Text]" custT="1"/>
      <dgm:spPr/>
      <dgm:t>
        <a:bodyPr/>
        <a:lstStyle/>
        <a:p>
          <a:r>
            <a:rPr lang="en-US" sz="2800" dirty="0" smtClean="0"/>
            <a:t>Agent program</a:t>
          </a:r>
          <a:endParaRPr lang="en-US" sz="2800" dirty="0"/>
        </a:p>
      </dgm:t>
    </dgm:pt>
    <dgm:pt modelId="{BC33005D-F26A-4644-9363-2708C0799B79}" type="parTrans" cxnId="{DAC06378-A006-456C-A693-80CE474C63B0}">
      <dgm:prSet/>
      <dgm:spPr/>
      <dgm:t>
        <a:bodyPr/>
        <a:lstStyle/>
        <a:p>
          <a:endParaRPr lang="en-US" sz="1600"/>
        </a:p>
      </dgm:t>
    </dgm:pt>
    <dgm:pt modelId="{300ABFAB-082E-4A57-84D3-91653BB3A628}" type="sibTrans" cxnId="{DAC06378-A006-456C-A693-80CE474C63B0}">
      <dgm:prSet/>
      <dgm:spPr/>
      <dgm:t>
        <a:bodyPr/>
        <a:lstStyle/>
        <a:p>
          <a:endParaRPr lang="en-US" sz="1600"/>
        </a:p>
      </dgm:t>
    </dgm:pt>
    <dgm:pt modelId="{08124D2D-DB96-4625-8B29-B00EDC3CB5E2}">
      <dgm:prSet phldrT="[Text]" custT="1"/>
      <dgm:spPr>
        <a:blipFill>
          <a:blip xmlns:r="http://schemas.openxmlformats.org/officeDocument/2006/relationships" r:embed="rId2"/>
          <a:stretch>
            <a:fillRect t="-9396" r="-606"/>
          </a:stretch>
        </a:blipFill>
      </dgm:spPr>
      <dgm:t>
        <a:bodyPr/>
        <a:lstStyle/>
        <a:p>
          <a:r>
            <a:rPr lang="en-ID">
              <a:noFill/>
            </a:rPr>
            <a:t> </a:t>
          </a:r>
        </a:p>
      </dgm:t>
    </dgm:pt>
    <dgm:pt modelId="{57F31081-C909-4420-BD43-AF2A15CD51A7}" type="parTrans" cxnId="{492099FB-C7CA-4761-8209-1FCCAB79A792}">
      <dgm:prSet/>
      <dgm:spPr/>
      <dgm:t>
        <a:bodyPr/>
        <a:lstStyle/>
        <a:p>
          <a:endParaRPr lang="en-US" sz="1600"/>
        </a:p>
      </dgm:t>
    </dgm:pt>
    <dgm:pt modelId="{5FE733B3-75CF-4ED1-80D8-E2163807FEC5}" type="sibTrans" cxnId="{492099FB-C7CA-4761-8209-1FCCAB79A792}">
      <dgm:prSet/>
      <dgm:spPr/>
      <dgm:t>
        <a:bodyPr/>
        <a:lstStyle/>
        <a:p>
          <a:endParaRPr lang="en-US" sz="1600"/>
        </a:p>
      </dgm:t>
    </dgm:pt>
    <dgm:pt modelId="{76DA0DD9-C7B7-4310-9461-62764D0B3636}" type="pres">
      <dgm:prSet presAssocID="{540679DF-4502-4D9F-BF05-BCE61852A142}" presName="linear" presStyleCnt="0">
        <dgm:presLayoutVars>
          <dgm:animLvl val="lvl"/>
          <dgm:resizeHandles val="exact"/>
        </dgm:presLayoutVars>
      </dgm:prSet>
      <dgm:spPr/>
      <dgm:t>
        <a:bodyPr/>
        <a:lstStyle/>
        <a:p>
          <a:endParaRPr lang="en-US"/>
        </a:p>
      </dgm:t>
    </dgm:pt>
    <dgm:pt modelId="{C3C98269-AFD9-4B46-8A8C-9CA1297655ED}" type="pres">
      <dgm:prSet presAssocID="{F8FEFFE4-9130-4842-B960-73F25BEE7663}" presName="parentText" presStyleLbl="node1" presStyleIdx="0" presStyleCnt="2">
        <dgm:presLayoutVars>
          <dgm:chMax val="0"/>
          <dgm:bulletEnabled val="1"/>
        </dgm:presLayoutVars>
      </dgm:prSet>
      <dgm:spPr/>
      <dgm:t>
        <a:bodyPr/>
        <a:lstStyle/>
        <a:p>
          <a:endParaRPr lang="en-US"/>
        </a:p>
      </dgm:t>
    </dgm:pt>
    <dgm:pt modelId="{C5D1D8C0-B73A-42F8-8AB9-688A46B8265B}" type="pres">
      <dgm:prSet presAssocID="{F8FEFFE4-9130-4842-B960-73F25BEE7663}" presName="childText" presStyleLbl="revTx" presStyleIdx="0" presStyleCnt="2">
        <dgm:presLayoutVars>
          <dgm:bulletEnabled val="1"/>
        </dgm:presLayoutVars>
      </dgm:prSet>
      <dgm:spPr/>
      <dgm:t>
        <a:bodyPr/>
        <a:lstStyle/>
        <a:p>
          <a:endParaRPr lang="en-US"/>
        </a:p>
      </dgm:t>
    </dgm:pt>
    <dgm:pt modelId="{24F7168E-6E9A-4934-A070-4932E04F9EAB}" type="pres">
      <dgm:prSet presAssocID="{D3992C3F-BC75-4E5B-929F-4DBD741F6C04}" presName="parentText" presStyleLbl="node1" presStyleIdx="1" presStyleCnt="2">
        <dgm:presLayoutVars>
          <dgm:chMax val="0"/>
          <dgm:bulletEnabled val="1"/>
        </dgm:presLayoutVars>
      </dgm:prSet>
      <dgm:spPr/>
      <dgm:t>
        <a:bodyPr/>
        <a:lstStyle/>
        <a:p>
          <a:endParaRPr lang="en-US"/>
        </a:p>
      </dgm:t>
    </dgm:pt>
    <dgm:pt modelId="{03328A0B-2B8C-44D9-9D17-75A971710196}" type="pres">
      <dgm:prSet presAssocID="{D3992C3F-BC75-4E5B-929F-4DBD741F6C04}" presName="childText" presStyleLbl="revTx" presStyleIdx="1" presStyleCnt="2">
        <dgm:presLayoutVars>
          <dgm:bulletEnabled val="1"/>
        </dgm:presLayoutVars>
      </dgm:prSet>
      <dgm:spPr/>
      <dgm:t>
        <a:bodyPr/>
        <a:lstStyle/>
        <a:p>
          <a:endParaRPr lang="en-US"/>
        </a:p>
      </dgm:t>
    </dgm:pt>
  </dgm:ptLst>
  <dgm:cxnLst>
    <dgm:cxn modelId="{492099FB-C7CA-4761-8209-1FCCAB79A792}" srcId="{D3992C3F-BC75-4E5B-929F-4DBD741F6C04}" destId="{08124D2D-DB96-4625-8B29-B00EDC3CB5E2}" srcOrd="0" destOrd="0" parTransId="{57F31081-C909-4420-BD43-AF2A15CD51A7}" sibTransId="{5FE733B3-75CF-4ED1-80D8-E2163807FEC5}"/>
    <dgm:cxn modelId="{DAC06378-A006-456C-A693-80CE474C63B0}" srcId="{540679DF-4502-4D9F-BF05-BCE61852A142}" destId="{D3992C3F-BC75-4E5B-929F-4DBD741F6C04}" srcOrd="1" destOrd="0" parTransId="{BC33005D-F26A-4644-9363-2708C0799B79}" sibTransId="{300ABFAB-082E-4A57-84D3-91653BB3A628}"/>
    <dgm:cxn modelId="{A9CA3286-7C13-4816-979B-EED85AE03A9B}" type="presOf" srcId="{5117559A-BC29-4C86-BDF7-B81F7768AE53}" destId="{C5D1D8C0-B73A-42F8-8AB9-688A46B8265B}" srcOrd="0" destOrd="0" presId="urn:microsoft.com/office/officeart/2005/8/layout/vList2"/>
    <dgm:cxn modelId="{0279CEAD-9A97-4428-8CFF-082E93664EF2}" type="presOf" srcId="{F8FEFFE4-9130-4842-B960-73F25BEE7663}" destId="{C3C98269-AFD9-4B46-8A8C-9CA1297655ED}" srcOrd="0" destOrd="0" presId="urn:microsoft.com/office/officeart/2005/8/layout/vList2"/>
    <dgm:cxn modelId="{41C2EEEF-5BA5-4F08-A2BE-B38225EA54B1}" type="presOf" srcId="{08124D2D-DB96-4625-8B29-B00EDC3CB5E2}" destId="{03328A0B-2B8C-44D9-9D17-75A971710196}" srcOrd="0" destOrd="0" presId="urn:microsoft.com/office/officeart/2005/8/layout/vList2"/>
    <dgm:cxn modelId="{7CF6AC68-AF25-46BA-8D35-3E6AA2C94270}" srcId="{540679DF-4502-4D9F-BF05-BCE61852A142}" destId="{F8FEFFE4-9130-4842-B960-73F25BEE7663}" srcOrd="0" destOrd="0" parTransId="{2A10B39B-84E4-4432-A3B6-6D8ED5D92001}" sibTransId="{D280C167-7106-4517-A01C-49F53619997E}"/>
    <dgm:cxn modelId="{26CD2AF1-56B1-404D-9559-53B5F60978B8}" type="presOf" srcId="{D3992C3F-BC75-4E5B-929F-4DBD741F6C04}" destId="{24F7168E-6E9A-4934-A070-4932E04F9EAB}" srcOrd="0" destOrd="0" presId="urn:microsoft.com/office/officeart/2005/8/layout/vList2"/>
    <dgm:cxn modelId="{C7B48CD0-8414-4462-8072-14ECF1501026}" srcId="{F8FEFFE4-9130-4842-B960-73F25BEE7663}" destId="{5117559A-BC29-4C86-BDF7-B81F7768AE53}" srcOrd="0" destOrd="0" parTransId="{F5B90B8C-93C0-47F6-88AF-32FADB1DDF85}" sibTransId="{6B7A4F60-9F0B-484F-B347-CFD0BA9DEC79}"/>
    <dgm:cxn modelId="{373DDA53-6926-4E9D-B296-04947CB65C59}" type="presOf" srcId="{540679DF-4502-4D9F-BF05-BCE61852A142}" destId="{76DA0DD9-C7B7-4310-9461-62764D0B3636}" srcOrd="0" destOrd="0" presId="urn:microsoft.com/office/officeart/2005/8/layout/vList2"/>
    <dgm:cxn modelId="{C031F45E-2842-485D-85FC-50B04F596D42}" type="presParOf" srcId="{76DA0DD9-C7B7-4310-9461-62764D0B3636}" destId="{C3C98269-AFD9-4B46-8A8C-9CA1297655ED}" srcOrd="0" destOrd="0" presId="urn:microsoft.com/office/officeart/2005/8/layout/vList2"/>
    <dgm:cxn modelId="{DC7A0390-37AF-43EF-A903-23E82871CC3E}" type="presParOf" srcId="{76DA0DD9-C7B7-4310-9461-62764D0B3636}" destId="{C5D1D8C0-B73A-42F8-8AB9-688A46B8265B}" srcOrd="1" destOrd="0" presId="urn:microsoft.com/office/officeart/2005/8/layout/vList2"/>
    <dgm:cxn modelId="{EEE6BEC5-4AD5-43E4-AD11-598B4898E097}" type="presParOf" srcId="{76DA0DD9-C7B7-4310-9461-62764D0B3636}" destId="{24F7168E-6E9A-4934-A070-4932E04F9EAB}" srcOrd="2" destOrd="0" presId="urn:microsoft.com/office/officeart/2005/8/layout/vList2"/>
    <dgm:cxn modelId="{0E7C2756-A0DC-4DE3-A07D-A7DF4E4F684A}" type="presParOf" srcId="{76DA0DD9-C7B7-4310-9461-62764D0B3636}" destId="{03328A0B-2B8C-44D9-9D17-75A971710196}"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B3FA06-DC64-4146-AC8D-B557CE4112CB}">
      <dsp:nvSpPr>
        <dsp:cNvPr id="0" name=""/>
        <dsp:cNvSpPr/>
      </dsp:nvSpPr>
      <dsp:spPr>
        <a:xfrm>
          <a:off x="0" y="0"/>
          <a:ext cx="7306865" cy="1746646"/>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defRPr cap="all"/>
          </a:pPr>
          <a:r>
            <a:rPr lang="en-US" sz="2700" kern="1200" cap="none" dirty="0" err="1"/>
            <a:t>Mahasiswa</a:t>
          </a:r>
          <a:r>
            <a:rPr lang="en-US" sz="2700" kern="1200" cap="none" dirty="0"/>
            <a:t> </a:t>
          </a:r>
          <a:r>
            <a:rPr lang="en-US" sz="2700" kern="1200" cap="none" dirty="0" err="1"/>
            <a:t>Dapat</a:t>
          </a:r>
          <a:r>
            <a:rPr lang="en-US" sz="2700" kern="1200" cap="none" dirty="0"/>
            <a:t> </a:t>
          </a:r>
          <a:r>
            <a:rPr lang="en-US" sz="2700" kern="1200" cap="none" dirty="0" err="1"/>
            <a:t>Mengetahui</a:t>
          </a:r>
          <a:r>
            <a:rPr lang="en-US" sz="2700" kern="1200" cap="none" dirty="0"/>
            <a:t> </a:t>
          </a:r>
          <a:r>
            <a:rPr lang="en-US" sz="2700" kern="1200" cap="none" dirty="0" err="1"/>
            <a:t>Definisi</a:t>
          </a:r>
          <a:r>
            <a:rPr lang="en-US" sz="2700" kern="1200" cap="none" dirty="0"/>
            <a:t> Intelligent Agent</a:t>
          </a:r>
        </a:p>
      </dsp:txBody>
      <dsp:txXfrm>
        <a:off x="51158" y="51158"/>
        <a:ext cx="5501568" cy="1644330"/>
      </dsp:txXfrm>
    </dsp:sp>
    <dsp:sp modelId="{E61177AD-DF44-44F7-A2F6-3EE41FDE81B9}">
      <dsp:nvSpPr>
        <dsp:cNvPr id="0" name=""/>
        <dsp:cNvSpPr/>
      </dsp:nvSpPr>
      <dsp:spPr>
        <a:xfrm>
          <a:off x="1289446" y="2134790"/>
          <a:ext cx="7306865" cy="1746646"/>
        </a:xfrm>
        <a:prstGeom prst="roundRect">
          <a:avLst>
            <a:gd name="adj" fmla="val 10000"/>
          </a:avLst>
        </a:prstGeom>
        <a:solidFill>
          <a:schemeClr val="accent2">
            <a:hueOff val="-19377047"/>
            <a:satOff val="22338"/>
            <a:lumOff val="745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defRPr cap="all"/>
          </a:pPr>
          <a:r>
            <a:rPr lang="en-US" sz="2700" kern="1200" cap="none" dirty="0" err="1"/>
            <a:t>Mahasiswa</a:t>
          </a:r>
          <a:r>
            <a:rPr lang="en-US" sz="2700" kern="1200" cap="none" dirty="0"/>
            <a:t> </a:t>
          </a:r>
          <a:r>
            <a:rPr lang="en-US" sz="2700" kern="1200" cap="none" dirty="0" err="1"/>
            <a:t>Dapat</a:t>
          </a:r>
          <a:r>
            <a:rPr lang="en-US" sz="2700" kern="1200" cap="none" dirty="0"/>
            <a:t> </a:t>
          </a:r>
          <a:r>
            <a:rPr lang="en-US" sz="2700" kern="1200" cap="none" dirty="0" err="1"/>
            <a:t>Mengetahui</a:t>
          </a:r>
          <a:r>
            <a:rPr lang="en-US" sz="2700" kern="1200" cap="none" dirty="0"/>
            <a:t> </a:t>
          </a:r>
          <a:r>
            <a:rPr lang="en-US" sz="2700" kern="1200" cap="none" dirty="0" err="1"/>
            <a:t>Aplikasi</a:t>
          </a:r>
          <a:r>
            <a:rPr lang="en-US" sz="2700" kern="1200" cap="none" dirty="0"/>
            <a:t> Intelligent Agent Yang Telah </a:t>
          </a:r>
          <a:r>
            <a:rPr lang="en-US" sz="2700" kern="1200" cap="none" dirty="0" err="1"/>
            <a:t>Dikembangkan</a:t>
          </a:r>
          <a:r>
            <a:rPr lang="en-US" sz="2700" kern="1200" cap="none" dirty="0"/>
            <a:t> </a:t>
          </a:r>
          <a:r>
            <a:rPr lang="en-US" sz="2700" kern="1200" cap="none" dirty="0" err="1"/>
            <a:t>Saat</a:t>
          </a:r>
          <a:r>
            <a:rPr lang="en-US" sz="2700" kern="1200" cap="none" dirty="0"/>
            <a:t> </a:t>
          </a:r>
          <a:r>
            <a:rPr lang="en-US" sz="2700" kern="1200" cap="none" dirty="0" err="1"/>
            <a:t>Ini</a:t>
          </a:r>
          <a:endParaRPr lang="en-US" sz="2700" kern="1200" cap="none" dirty="0"/>
        </a:p>
      </dsp:txBody>
      <dsp:txXfrm>
        <a:off x="1340604" y="2185948"/>
        <a:ext cx="4779782" cy="1644330"/>
      </dsp:txXfrm>
    </dsp:sp>
    <dsp:sp modelId="{E2A6BC33-539C-4639-9EB3-1BA0EF5FCB0A}">
      <dsp:nvSpPr>
        <dsp:cNvPr id="0" name=""/>
        <dsp:cNvSpPr/>
      </dsp:nvSpPr>
      <dsp:spPr>
        <a:xfrm>
          <a:off x="6171544" y="1373058"/>
          <a:ext cx="1135320" cy="1135320"/>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426991" y="1373058"/>
        <a:ext cx="624426" cy="8543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67D69-4FEB-49F1-89EB-263828B78C9E}">
      <dsp:nvSpPr>
        <dsp:cNvPr id="0" name=""/>
        <dsp:cNvSpPr/>
      </dsp:nvSpPr>
      <dsp:spPr>
        <a:xfrm>
          <a:off x="0" y="18060"/>
          <a:ext cx="6692813" cy="1551529"/>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Program yang dapat diberi tugas dan dapat menyelesaikan tugasnya secara mandiri, serta mempunyai inteligensi.</a:t>
          </a:r>
        </a:p>
      </dsp:txBody>
      <dsp:txXfrm>
        <a:off x="75739" y="93799"/>
        <a:ext cx="6541335" cy="1400051"/>
      </dsp:txXfrm>
    </dsp:sp>
    <dsp:sp modelId="{0838C746-2D29-487C-BC06-8039787E155E}">
      <dsp:nvSpPr>
        <dsp:cNvPr id="0" name=""/>
        <dsp:cNvSpPr/>
      </dsp:nvSpPr>
      <dsp:spPr>
        <a:xfrm>
          <a:off x="0" y="1635830"/>
          <a:ext cx="6692813" cy="1551529"/>
        </a:xfrm>
        <a:prstGeom prst="roundRect">
          <a:avLst/>
        </a:prstGeom>
        <a:gradFill rotWithShape="0">
          <a:gsLst>
            <a:gs pos="0">
              <a:schemeClr val="accent2">
                <a:hueOff val="-9688523"/>
                <a:satOff val="11169"/>
                <a:lumOff val="3725"/>
                <a:alphaOff val="0"/>
                <a:tint val="96000"/>
                <a:lumMod val="100000"/>
              </a:schemeClr>
            </a:gs>
            <a:gs pos="78000">
              <a:schemeClr val="accent2">
                <a:hueOff val="-9688523"/>
                <a:satOff val="11169"/>
                <a:lumOff val="372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Dengan bantuan sistem agen tersebut, maka pekerjaan yang membutuhkan waktu lama </a:t>
          </a:r>
          <a:r>
            <a:rPr lang="nn-NO" sz="2300" kern="1200"/>
            <a:t>dapat diselesaikan dengan </a:t>
          </a:r>
          <a:r>
            <a:rPr lang="en-US" sz="2300" kern="1200"/>
            <a:t>baik dan lebih cepat.</a:t>
          </a:r>
        </a:p>
      </dsp:txBody>
      <dsp:txXfrm>
        <a:off x="75739" y="1711569"/>
        <a:ext cx="6541335" cy="1400051"/>
      </dsp:txXfrm>
    </dsp:sp>
    <dsp:sp modelId="{F7B72B9F-CA7A-40E6-9C27-66FD8576BB8B}">
      <dsp:nvSpPr>
        <dsp:cNvPr id="0" name=""/>
        <dsp:cNvSpPr/>
      </dsp:nvSpPr>
      <dsp:spPr>
        <a:xfrm>
          <a:off x="0" y="3253599"/>
          <a:ext cx="6692813" cy="1551529"/>
        </a:xfrm>
        <a:prstGeom prst="roundRect">
          <a:avLst/>
        </a:prstGeom>
        <a:gradFill rotWithShape="0">
          <a:gsLst>
            <a:gs pos="0">
              <a:schemeClr val="accent2">
                <a:hueOff val="-19377047"/>
                <a:satOff val="22338"/>
                <a:lumOff val="7450"/>
                <a:alphaOff val="0"/>
                <a:tint val="96000"/>
                <a:lumMod val="100000"/>
              </a:schemeClr>
            </a:gs>
            <a:gs pos="78000">
              <a:schemeClr val="accent2">
                <a:hueOff val="-19377047"/>
                <a:satOff val="22338"/>
                <a:lumOff val="745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Dengan adanya agen cerdas pada aplikasi diharapkan aplikasi tersebut dapat berpikir dan dapat menentukan pilihan langkah terbaik sehingga dapat mengalahkan manusia.</a:t>
          </a:r>
        </a:p>
      </dsp:txBody>
      <dsp:txXfrm>
        <a:off x="75739" y="3329338"/>
        <a:ext cx="6541335" cy="14000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C98269-AFD9-4B46-8A8C-9CA1297655ED}">
      <dsp:nvSpPr>
        <dsp:cNvPr id="0" name=""/>
        <dsp:cNvSpPr/>
      </dsp:nvSpPr>
      <dsp:spPr>
        <a:xfrm>
          <a:off x="0" y="10320"/>
          <a:ext cx="10058399" cy="10296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Agent function</a:t>
          </a:r>
        </a:p>
      </dsp:txBody>
      <dsp:txXfrm>
        <a:off x="50261" y="60581"/>
        <a:ext cx="9957877" cy="929078"/>
      </dsp:txXfrm>
    </dsp:sp>
    <dsp:sp modelId="{C5D1D8C0-B73A-42F8-8AB9-688A46B8265B}">
      <dsp:nvSpPr>
        <dsp:cNvPr id="0" name=""/>
        <dsp:cNvSpPr/>
      </dsp:nvSpPr>
      <dsp:spPr>
        <a:xfrm>
          <a:off x="0" y="1039920"/>
          <a:ext cx="10058399" cy="91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Sebuah </a:t>
          </a:r>
          <a:r>
            <a:rPr lang="en-US" sz="2000" kern="1200" dirty="0" err="1"/>
            <a:t>fungsi</a:t>
          </a:r>
          <a:r>
            <a:rPr lang="en-US" sz="2000" kern="1200" dirty="0"/>
            <a:t> yang </a:t>
          </a:r>
          <a:r>
            <a:rPr lang="en-US" sz="2000" kern="1200" dirty="0" err="1"/>
            <a:t>memetakan</a:t>
          </a:r>
          <a:r>
            <a:rPr lang="en-US" sz="2000" kern="1200" dirty="0"/>
            <a:t> </a:t>
          </a:r>
          <a:r>
            <a:rPr lang="en-US" sz="2000" kern="1200" dirty="0" err="1"/>
            <a:t>dari</a:t>
          </a:r>
          <a:r>
            <a:rPr lang="en-US" sz="2000" kern="1200" dirty="0"/>
            <a:t> </a:t>
          </a:r>
          <a:r>
            <a:rPr lang="en-US" sz="2000" kern="1200" dirty="0" err="1"/>
            <a:t>rekaman</a:t>
          </a:r>
          <a:r>
            <a:rPr lang="en-US" sz="2000" kern="1200" dirty="0"/>
            <a:t> </a:t>
          </a:r>
          <a:r>
            <a:rPr lang="en-US" sz="2000" kern="1200" dirty="0" err="1"/>
            <a:t>inputan</a:t>
          </a:r>
          <a:r>
            <a:rPr lang="en-US" sz="2000" kern="1200" dirty="0"/>
            <a:t> (</a:t>
          </a:r>
          <a:r>
            <a:rPr lang="en-US" sz="2000" i="1" kern="1200" dirty="0">
              <a:solidFill>
                <a:srgbClr val="FF0000"/>
              </a:solidFill>
            </a:rPr>
            <a:t>percept histories</a:t>
          </a:r>
          <a:r>
            <a:rPr lang="en-US" sz="2000" i="0" kern="1200" dirty="0"/>
            <a:t>) </a:t>
          </a:r>
          <a:r>
            <a:rPr lang="en-US" sz="2000" i="0" kern="1200" dirty="0" err="1"/>
            <a:t>ke</a:t>
          </a:r>
          <a:r>
            <a:rPr lang="en-US" sz="2000" i="0" kern="1200" dirty="0"/>
            <a:t> </a:t>
          </a:r>
          <a:r>
            <a:rPr lang="en-US" sz="2000" i="0" kern="1200" dirty="0" err="1"/>
            <a:t>tindakan</a:t>
          </a:r>
          <a:r>
            <a:rPr lang="en-US" sz="2000" i="0" kern="1200" dirty="0"/>
            <a:t> (</a:t>
          </a:r>
          <a:r>
            <a:rPr lang="en-US" sz="2000" i="1" kern="1200" dirty="0">
              <a:solidFill>
                <a:srgbClr val="FF0000"/>
              </a:solidFill>
            </a:rPr>
            <a:t>actions</a:t>
          </a:r>
          <a:r>
            <a:rPr lang="en-US" sz="2000" i="0" kern="1200" dirty="0"/>
            <a:t>):</a:t>
          </a:r>
          <a14:m xmlns:a14="http://schemas.microsoft.com/office/drawing/2010/main">
            <m:oMath xmlns:m="http://schemas.openxmlformats.org/officeDocument/2006/math">
              <m:r>
                <a:rPr lang="en-US" sz="2000" b="0" i="0" kern="1200" smtClean="0">
                  <a:latin typeface="Cambria Math"/>
                </a:rPr>
                <m:t> </m:t>
              </m:r>
              <m:r>
                <a:rPr lang="en-US" sz="2000" b="0" i="1" kern="1200" smtClean="0">
                  <a:latin typeface="Cambria Math"/>
                </a:rPr>
                <m:t>      </m:t>
              </m:r>
              <m:r>
                <a:rPr lang="en-US" sz="2000" b="0" i="1" kern="1200" smtClean="0">
                  <a:latin typeface="Cambria Math"/>
                </a:rPr>
                <m:t>𝑓</m:t>
              </m:r>
              <m:r>
                <a:rPr lang="en-US" sz="2000" b="0" i="1" kern="1200" smtClean="0">
                  <a:latin typeface="Cambria Math"/>
                </a:rPr>
                <m:t>:</m:t>
              </m:r>
              <m:sSup>
                <m:sSupPr>
                  <m:ctrlPr>
                    <a:rPr lang="en-US" sz="2000" b="0" i="1" kern="1200" smtClean="0">
                      <a:latin typeface="Cambria Math" panose="02040503050406030204" pitchFamily="18" charset="0"/>
                    </a:rPr>
                  </m:ctrlPr>
                </m:sSupPr>
                <m:e>
                  <m:r>
                    <a:rPr lang="en-US" sz="2000" b="0" i="1" kern="1200" smtClean="0">
                      <a:latin typeface="Cambria Math"/>
                    </a:rPr>
                    <m:t>𝒫</m:t>
                  </m:r>
                </m:e>
                <m:sup>
                  <m:r>
                    <a:rPr lang="en-US" sz="2000" b="0" i="1" kern="1200" smtClean="0">
                      <a:latin typeface="Cambria Math"/>
                    </a:rPr>
                    <m:t>∗</m:t>
                  </m:r>
                </m:sup>
              </m:sSup>
              <m:r>
                <a:rPr lang="en-US" sz="2000" b="0" i="1" kern="1200" smtClean="0">
                  <a:latin typeface="Cambria Math"/>
                  <a:ea typeface="Cambria Math"/>
                </a:rPr>
                <m:t>→</m:t>
              </m:r>
              <m:r>
                <a:rPr lang="en-US" sz="2000" b="0" i="1" kern="1200" smtClean="0">
                  <a:latin typeface="Cambria Math"/>
                  <a:ea typeface="Cambria Math"/>
                </a:rPr>
                <m:t>𝒜</m:t>
              </m:r>
              <m:r>
                <a:rPr lang="en-US" sz="2000" b="0" i="1" kern="1200" smtClean="0">
                  <a:latin typeface="Cambria Math"/>
                  <a:ea typeface="Cambria Math"/>
                </a:rPr>
                <m:t> </m:t>
              </m:r>
            </m:oMath>
          </a14:m>
          <a:endParaRPr lang="en-US" sz="2000" i="1" kern="1200" dirty="0"/>
        </a:p>
      </dsp:txBody>
      <dsp:txXfrm>
        <a:off x="0" y="1039920"/>
        <a:ext cx="10058399" cy="910800"/>
      </dsp:txXfrm>
    </dsp:sp>
    <dsp:sp modelId="{24F7168E-6E9A-4934-A070-4932E04F9EAB}">
      <dsp:nvSpPr>
        <dsp:cNvPr id="0" name=""/>
        <dsp:cNvSpPr/>
      </dsp:nvSpPr>
      <dsp:spPr>
        <a:xfrm>
          <a:off x="0" y="1950720"/>
          <a:ext cx="10058399" cy="10296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Agent program</a:t>
          </a:r>
        </a:p>
      </dsp:txBody>
      <dsp:txXfrm>
        <a:off x="50261" y="2000981"/>
        <a:ext cx="9957877" cy="929078"/>
      </dsp:txXfrm>
    </dsp:sp>
    <dsp:sp modelId="{03328A0B-2B8C-44D9-9D17-75A971710196}">
      <dsp:nvSpPr>
        <dsp:cNvPr id="0" name=""/>
        <dsp:cNvSpPr/>
      </dsp:nvSpPr>
      <dsp:spPr>
        <a:xfrm>
          <a:off x="0" y="2980320"/>
          <a:ext cx="10058399" cy="91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err="1"/>
            <a:t>Sebuah</a:t>
          </a:r>
          <a:r>
            <a:rPr lang="en-US" sz="2000" kern="1200" dirty="0"/>
            <a:t> program yang </a:t>
          </a:r>
          <a:r>
            <a:rPr lang="en-US" sz="2000" kern="1200" dirty="0" err="1"/>
            <a:t>mengimplementasikan</a:t>
          </a:r>
          <a:r>
            <a:rPr lang="en-US" sz="2000" kern="1200" dirty="0"/>
            <a:t> </a:t>
          </a:r>
          <a:r>
            <a:rPr lang="en-US" sz="2000" kern="1200" dirty="0" err="1"/>
            <a:t>fungsi</a:t>
          </a:r>
          <a:r>
            <a:rPr lang="en-US" sz="2000" kern="1200" dirty="0"/>
            <a:t> f di </a:t>
          </a:r>
          <a:r>
            <a:rPr lang="en-US" sz="2000" kern="1200" dirty="0" err="1"/>
            <a:t>atas</a:t>
          </a:r>
          <a:r>
            <a:rPr lang="en-US" sz="2000" kern="1200" dirty="0"/>
            <a:t> </a:t>
          </a:r>
          <a:r>
            <a:rPr lang="en-US" sz="2000" kern="1200" dirty="0" err="1"/>
            <a:t>arsitektur</a:t>
          </a:r>
          <a:r>
            <a:rPr lang="en-US" sz="2000" kern="1200" dirty="0"/>
            <a:t> : </a:t>
          </a:r>
          <a14:m xmlns:a14="http://schemas.microsoft.com/office/drawing/2010/main">
            <m:oMath xmlns:m="http://schemas.openxmlformats.org/officeDocument/2006/math">
              <m:r>
                <a:rPr lang="en-US" sz="2000" i="1" kern="1200" dirty="0" smtClean="0">
                  <a:latin typeface="Cambria Math"/>
                </a:rPr>
                <m:t>𝐴𝑔𝑒𝑛𝑡</m:t>
              </m:r>
              <m:r>
                <a:rPr lang="en-US" sz="2000" i="1" kern="1200" dirty="0" smtClean="0">
                  <a:latin typeface="Cambria Math"/>
                </a:rPr>
                <m:t> = </m:t>
              </m:r>
              <m:r>
                <a:rPr lang="en-US" sz="2000" i="1" kern="1200" dirty="0" smtClean="0">
                  <a:latin typeface="Cambria Math"/>
                </a:rPr>
                <m:t>𝐴𝑟𝑐h𝑖𝑡𝑒𝑐𝑡𝑢𝑟𝑒</m:t>
              </m:r>
              <m:r>
                <a:rPr lang="en-US" sz="2000" i="1" kern="1200" dirty="0" smtClean="0">
                  <a:latin typeface="Cambria Math"/>
                </a:rPr>
                <m:t> + </m:t>
              </m:r>
              <m:r>
                <a:rPr lang="en-US" sz="2000" i="1" kern="1200" dirty="0" smtClean="0">
                  <a:latin typeface="Cambria Math"/>
                </a:rPr>
                <m:t>𝑃𝑟𝑜𝑔𝑟𝑎𝑚</m:t>
              </m:r>
            </m:oMath>
          </a14:m>
          <a:endParaRPr lang="en-US" sz="2000" kern="1200" dirty="0"/>
        </a:p>
      </dsp:txBody>
      <dsp:txXfrm>
        <a:off x="0" y="2980320"/>
        <a:ext cx="10058399" cy="91080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FC836C-E556-482F-8A4F-09768FF77EFC}" type="datetimeFigureOut">
              <a:rPr lang="en-ID" smtClean="0"/>
              <a:t>27/02/2024</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96194F-91FB-4344-948D-E37CEA80AB41}" type="slidenum">
              <a:rPr lang="en-ID" smtClean="0"/>
              <a:t>‹#›</a:t>
            </a:fld>
            <a:endParaRPr lang="en-ID"/>
          </a:p>
        </p:txBody>
      </p:sp>
    </p:spTree>
    <p:extLst>
      <p:ext uri="{BB962C8B-B14F-4D97-AF65-F5344CB8AC3E}">
        <p14:creationId xmlns:p14="http://schemas.microsoft.com/office/powerpoint/2010/main" val="372886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1CD341-7AE9-46DA-8130-B50BD8F05D31}" type="slidenum">
              <a:rPr lang="en-US" smtClean="0"/>
              <a:t>12</a:t>
            </a:fld>
            <a:endParaRPr lang="en-US"/>
          </a:p>
        </p:txBody>
      </p:sp>
    </p:spTree>
    <p:extLst>
      <p:ext uri="{BB962C8B-B14F-4D97-AF65-F5344CB8AC3E}">
        <p14:creationId xmlns:p14="http://schemas.microsoft.com/office/powerpoint/2010/main" val="4221323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1CD341-7AE9-46DA-8130-B50BD8F05D31}" type="slidenum">
              <a:rPr lang="en-US" smtClean="0"/>
              <a:t>13</a:t>
            </a:fld>
            <a:endParaRPr lang="en-US"/>
          </a:p>
        </p:txBody>
      </p:sp>
    </p:spTree>
    <p:extLst>
      <p:ext uri="{BB962C8B-B14F-4D97-AF65-F5344CB8AC3E}">
        <p14:creationId xmlns:p14="http://schemas.microsoft.com/office/powerpoint/2010/main" val="1443859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81CD341-7AE9-46DA-8130-B50BD8F05D31}" type="slidenum">
              <a:rPr lang="en-US" smtClean="0"/>
              <a:t>16</a:t>
            </a:fld>
            <a:endParaRPr lang="en-US"/>
          </a:p>
        </p:txBody>
      </p:sp>
    </p:spTree>
    <p:extLst>
      <p:ext uri="{BB962C8B-B14F-4D97-AF65-F5344CB8AC3E}">
        <p14:creationId xmlns:p14="http://schemas.microsoft.com/office/powerpoint/2010/main" val="3693435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Semi-dynamic, </a:t>
            </a:r>
            <a:r>
              <a:rPr lang="en-US" sz="1200" b="0" i="0" u="none" strike="noStrike" kern="1200" baseline="0" dirty="0" err="1">
                <a:solidFill>
                  <a:schemeClr val="tx1"/>
                </a:solidFill>
                <a:latin typeface="+mn-lt"/>
                <a:ea typeface="+mn-ea"/>
                <a:cs typeface="+mn-cs"/>
              </a:rPr>
              <a:t>jika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perfoma</a:t>
            </a:r>
            <a:r>
              <a:rPr lang="en-US" sz="1200" b="0" i="0" u="none" strike="noStrike" kern="1200" baseline="0" dirty="0">
                <a:solidFill>
                  <a:schemeClr val="tx1"/>
                </a:solidFill>
                <a:latin typeface="+mn-lt"/>
                <a:ea typeface="+mn-ea"/>
                <a:cs typeface="+mn-cs"/>
              </a:rPr>
              <a:t> agent </a:t>
            </a:r>
            <a:r>
              <a:rPr lang="en-US" sz="1200" b="0" i="0" u="none" strike="noStrike" kern="1200" baseline="0" dirty="0" err="1">
                <a:solidFill>
                  <a:schemeClr val="tx1"/>
                </a:solidFill>
                <a:latin typeface="+mn-lt"/>
                <a:ea typeface="+mn-ea"/>
                <a:cs typeface="+mn-cs"/>
              </a:rPr>
              <a:t>berubah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ketika</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lingkungan</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tetap</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sama</a:t>
            </a:r>
            <a:r>
              <a:rPr lang="en-US" sz="1200" b="0" i="0" u="none" strike="noStrike"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681CD341-7AE9-46DA-8130-B50BD8F05D31}" type="slidenum">
              <a:rPr lang="en-US" smtClean="0"/>
              <a:t>28</a:t>
            </a:fld>
            <a:endParaRPr lang="en-US"/>
          </a:p>
        </p:txBody>
      </p:sp>
    </p:spTree>
    <p:extLst>
      <p:ext uri="{BB962C8B-B14F-4D97-AF65-F5344CB8AC3E}">
        <p14:creationId xmlns:p14="http://schemas.microsoft.com/office/powerpoint/2010/main" val="1559652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4AD6F1-AC5C-42C3-B19C-BEA8830654A8}" type="datetime1">
              <a:rPr lang="en-ID" smtClean="0"/>
              <a:t>27/02/2024</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4217084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814C37-2AE6-45F5-8899-E4AF913BEB96}" type="datetime1">
              <a:rPr lang="en-ID" smtClean="0"/>
              <a:t>27/02/2024</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2779169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A9E124-F522-4FA0-B7B9-3BFDED8EA762}" type="datetime1">
              <a:rPr lang="en-ID" smtClean="0"/>
              <a:t>27/02/2024</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1835632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435514-6773-40E1-B8B6-CEAEA1029406}" type="datetime1">
              <a:rPr lang="en-ID" smtClean="0"/>
              <a:t>27/02/2024</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3423734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2CF09E-D64D-49F5-8F63-B48EF1B5F3EB}" type="datetime1">
              <a:rPr lang="en-ID" smtClean="0"/>
              <a:t>27/02/2024</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1846150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ABDDDD-05C2-41B8-95BC-C64E07ADA718}" type="datetime1">
              <a:rPr lang="en-ID" smtClean="0"/>
              <a:t>27/02/2024</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3658885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4200C1-C5D1-488F-BD0F-CD7E18A19B52}" type="datetime1">
              <a:rPr lang="en-ID" smtClean="0"/>
              <a:t>27/02/2024</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3553094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1DF141-CCBF-443E-9F2B-ABDC2BF26080}" type="datetime1">
              <a:rPr lang="en-ID" smtClean="0"/>
              <a:t>27/02/2024</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2997651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8AFE32-4026-441B-8702-FD3B26D64C33}" type="datetime1">
              <a:rPr lang="en-ID" smtClean="0"/>
              <a:t>27/02/2024</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202224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C3E2E6-F49E-40CB-A136-AB7DAB821F63}" type="datetime1">
              <a:rPr lang="en-ID" smtClean="0"/>
              <a:t>27/02/2024</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491150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B7ADB9-F18C-4821-9B10-4C0F8AF3DED9}" type="datetime1">
              <a:rPr lang="en-ID" smtClean="0"/>
              <a:t>27/02/2024</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AD34C56-3DE2-4A4D-9227-67C03E05E467}" type="slidenum">
              <a:rPr lang="en-ID" smtClean="0"/>
              <a:t>‹#›</a:t>
            </a:fld>
            <a:endParaRPr lang="en-ID"/>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62347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E44739-A2D6-4503-A08B-E848521BDBDC}" type="datetime1">
              <a:rPr lang="en-ID" smtClean="0"/>
              <a:t>27/02/2024</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21591189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BEE77C-1AA2-4430-AC13-1E48DC174F42}" type="datetime1">
              <a:rPr lang="en-ID" smtClean="0"/>
              <a:t>27/02/2024</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AD34C56-3DE2-4A4D-9227-67C03E05E467}" type="slidenum">
              <a:rPr lang="en-ID" smtClean="0"/>
              <a:t>‹#›</a:t>
            </a:fld>
            <a:endParaRPr lang="en-ID"/>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470595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9C4-E0DA-42F4-A35B-B1F651C02678}" type="datetime1">
              <a:rPr lang="en-ID" smtClean="0"/>
              <a:t>27/02/2024</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3497422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7426C-8B47-49BE-AD51-D957791D2BD1}" type="datetime1">
              <a:rPr lang="en-ID" smtClean="0"/>
              <a:t>27/02/2024</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34104079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C5FFD0-5595-4C1E-9736-B7B3EBA94B5F}" type="datetime1">
              <a:rPr lang="en-ID" smtClean="0"/>
              <a:t>27/02/2024</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CAD34C56-3DE2-4A4D-9227-67C03E05E467}" type="slidenum">
              <a:rPr lang="en-ID" smtClean="0"/>
              <a:t>‹#›</a:t>
            </a:fld>
            <a:endParaRPr lang="en-ID"/>
          </a:p>
        </p:txBody>
      </p:sp>
    </p:spTree>
    <p:extLst>
      <p:ext uri="{BB962C8B-B14F-4D97-AF65-F5344CB8AC3E}">
        <p14:creationId xmlns:p14="http://schemas.microsoft.com/office/powerpoint/2010/main" val="2826057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3341858-123E-4BA7-B43E-514CE9105EA7}" type="datetime1">
              <a:rPr lang="en-ID" smtClean="0"/>
              <a:t>27/02/2024</a:t>
            </a:fld>
            <a:endParaRPr lang="en-ID"/>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AD34C56-3DE2-4A4D-9227-67C03E05E467}" type="slidenum">
              <a:rPr lang="en-ID" smtClean="0"/>
              <a:t>‹#›</a:t>
            </a:fld>
            <a:endParaRPr lang="en-ID"/>
          </a:p>
        </p:txBody>
      </p:sp>
    </p:spTree>
    <p:extLst>
      <p:ext uri="{BB962C8B-B14F-4D97-AF65-F5344CB8AC3E}">
        <p14:creationId xmlns:p14="http://schemas.microsoft.com/office/powerpoint/2010/main" val="36902222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ftr="0" dt="0"/>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3.xml"/><Relationship Id="rId7" Type="http://schemas.openxmlformats.org/officeDocument/2006/relationships/diagramData" Target="../diagrams/data20.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diagramColors" Target="../diagrams/colors10.xml"/><Relationship Id="rId4" Type="http://schemas.openxmlformats.org/officeDocument/2006/relationships/diagramQuickStyle" Target="../diagrams/quickStyle3.xml"/><Relationship Id="rId9" Type="http://schemas.openxmlformats.org/officeDocument/2006/relationships/diagramQuickStyle" Target="../diagrams/quickStyle10.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journal.trunojoyo.ac.id/kursor/article/view/9400/5277" TargetMode="External"/><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AB4FE-8F2F-A1B7-25D2-813EA6908BDF}"/>
              </a:ext>
            </a:extLst>
          </p:cNvPr>
          <p:cNvSpPr>
            <a:spLocks noGrp="1"/>
          </p:cNvSpPr>
          <p:nvPr>
            <p:ph type="ctrTitle"/>
          </p:nvPr>
        </p:nvSpPr>
        <p:spPr/>
        <p:txBody>
          <a:bodyPr/>
          <a:lstStyle/>
          <a:p>
            <a:r>
              <a:rPr lang="en-US" dirty="0"/>
              <a:t>Intelligent agent</a:t>
            </a:r>
            <a:endParaRPr lang="en-ID" dirty="0"/>
          </a:p>
        </p:txBody>
      </p:sp>
      <p:sp>
        <p:nvSpPr>
          <p:cNvPr id="3" name="Subtitle 2">
            <a:extLst>
              <a:ext uri="{FF2B5EF4-FFF2-40B4-BE49-F238E27FC236}">
                <a16:creationId xmlns:a16="http://schemas.microsoft.com/office/drawing/2014/main" id="{1AF6DA63-EF13-9C3C-079A-CDAD01B15FD3}"/>
              </a:ext>
            </a:extLst>
          </p:cNvPr>
          <p:cNvSpPr>
            <a:spLocks noGrp="1"/>
          </p:cNvSpPr>
          <p:nvPr>
            <p:ph type="subTitle" idx="1"/>
          </p:nvPr>
        </p:nvSpPr>
        <p:spPr/>
        <p:txBody>
          <a:bodyPr/>
          <a:lstStyle/>
          <a:p>
            <a:r>
              <a:rPr lang="en-US" dirty="0" err="1"/>
              <a:t>Kuliah</a:t>
            </a:r>
            <a:r>
              <a:rPr lang="en-US" dirty="0"/>
              <a:t> : 26,27,28 </a:t>
            </a:r>
            <a:r>
              <a:rPr lang="en-US" dirty="0" err="1"/>
              <a:t>Februari</a:t>
            </a:r>
            <a:r>
              <a:rPr lang="en-US" dirty="0"/>
              <a:t> dan 1 </a:t>
            </a:r>
            <a:r>
              <a:rPr lang="en-US" dirty="0" err="1"/>
              <a:t>Maret</a:t>
            </a:r>
            <a:r>
              <a:rPr lang="en-US" dirty="0"/>
              <a:t> 2024</a:t>
            </a:r>
            <a:endParaRPr lang="en-ID" dirty="0"/>
          </a:p>
        </p:txBody>
      </p:sp>
      <p:sp>
        <p:nvSpPr>
          <p:cNvPr id="4" name="Slide Number Placeholder 3">
            <a:extLst>
              <a:ext uri="{FF2B5EF4-FFF2-40B4-BE49-F238E27FC236}">
                <a16:creationId xmlns:a16="http://schemas.microsoft.com/office/drawing/2014/main" id="{313D8C89-FB0F-4ECE-67D7-9CBA021E08F7}"/>
              </a:ext>
            </a:extLst>
          </p:cNvPr>
          <p:cNvSpPr>
            <a:spLocks noGrp="1"/>
          </p:cNvSpPr>
          <p:nvPr>
            <p:ph type="sldNum" sz="quarter" idx="12"/>
          </p:nvPr>
        </p:nvSpPr>
        <p:spPr/>
        <p:txBody>
          <a:bodyPr/>
          <a:lstStyle/>
          <a:p>
            <a:fld id="{CAD34C56-3DE2-4A4D-9227-67C03E05E467}" type="slidenum">
              <a:rPr lang="en-ID" smtClean="0"/>
              <a:t>1</a:t>
            </a:fld>
            <a:endParaRPr lang="en-ID"/>
          </a:p>
        </p:txBody>
      </p:sp>
    </p:spTree>
    <p:extLst>
      <p:ext uri="{BB962C8B-B14F-4D97-AF65-F5344CB8AC3E}">
        <p14:creationId xmlns:p14="http://schemas.microsoft.com/office/powerpoint/2010/main" val="1163166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677334" y="609600"/>
            <a:ext cx="8596668" cy="1320800"/>
          </a:xfrm>
        </p:spPr>
        <p:txBody>
          <a:bodyPr>
            <a:normAutofit/>
          </a:bodyPr>
          <a:lstStyle/>
          <a:p>
            <a:r>
              <a:rPr lang="id-ID" dirty="0"/>
              <a:t>Tujuan Pembelajaran</a:t>
            </a:r>
          </a:p>
        </p:txBody>
      </p:sp>
      <p:sp>
        <p:nvSpPr>
          <p:cNvPr id="2" name="Slide Number Placeholder 1">
            <a:extLst>
              <a:ext uri="{FF2B5EF4-FFF2-40B4-BE49-F238E27FC236}">
                <a16:creationId xmlns:a16="http://schemas.microsoft.com/office/drawing/2014/main" id="{5ED93AD2-3E01-982C-596C-63339FC38DDF}"/>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2</a:t>
            </a:fld>
            <a:endParaRPr lang="en-ID"/>
          </a:p>
        </p:txBody>
      </p:sp>
      <p:graphicFrame>
        <p:nvGraphicFramePr>
          <p:cNvPr id="9" name="Content Placeholder 6">
            <a:extLst>
              <a:ext uri="{FF2B5EF4-FFF2-40B4-BE49-F238E27FC236}">
                <a16:creationId xmlns:a16="http://schemas.microsoft.com/office/drawing/2014/main" id="{E57D1ACB-F543-4F6C-23F7-7E977093F999}"/>
              </a:ext>
            </a:extLst>
          </p:cNvPr>
          <p:cNvGraphicFramePr>
            <a:graphicFrameLocks noGrp="1"/>
          </p:cNvGraphicFramePr>
          <p:nvPr>
            <p:ph idx="1"/>
            <p:extLst>
              <p:ext uri="{D42A27DB-BD31-4B8C-83A1-F6EECF244321}">
                <p14:modId xmlns:p14="http://schemas.microsoft.com/office/powerpoint/2010/main" val="2426611492"/>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0800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047" y="609600"/>
            <a:ext cx="6487955"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id-ID" dirty="0"/>
              <a:t>Outline</a:t>
            </a:r>
          </a:p>
        </p:txBody>
      </p:sp>
      <p:pic>
        <p:nvPicPr>
          <p:cNvPr id="3087" name="Picture 3086" descr="Rel kereta api berpotongan">
            <a:extLst>
              <a:ext uri="{FF2B5EF4-FFF2-40B4-BE49-F238E27FC236}">
                <a16:creationId xmlns:a16="http://schemas.microsoft.com/office/drawing/2014/main" id="{49E9A9E3-2A4F-1423-56B3-BE02D7977A75}"/>
              </a:ext>
            </a:extLst>
          </p:cNvPr>
          <p:cNvPicPr>
            <a:picLocks noChangeAspect="1"/>
          </p:cNvPicPr>
          <p:nvPr/>
        </p:nvPicPr>
        <p:blipFill rotWithShape="1">
          <a:blip r:embed="rId2">
            <a:duotone>
              <a:prstClr val="black"/>
              <a:schemeClr val="tx2">
                <a:tint val="45000"/>
                <a:satMod val="400000"/>
              </a:schemeClr>
            </a:duotone>
          </a:blip>
          <a:srcRect l="32981" r="30874" b="9092"/>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3088" name="Isosceles Triangle 3087">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089" name="Content Placeholder 2"/>
          <p:cNvSpPr>
            <a:spLocks noGrp="1"/>
          </p:cNvSpPr>
          <p:nvPr>
            <p:ph idx="1"/>
          </p:nvPr>
        </p:nvSpPr>
        <p:spPr>
          <a:xfrm>
            <a:off x="2786047" y="2160589"/>
            <a:ext cx="6487955" cy="3880773"/>
          </a:xfrm>
        </p:spPr>
        <p:txBody>
          <a:bodyPr vert="horz" lIns="91440" tIns="45720" rIns="91440" bIns="45720" numCol="1" anchorCtr="0" compatLnSpc="1">
            <a:prstTxWarp prst="textNoShape">
              <a:avLst/>
            </a:prstTxWarp>
            <a:normAutofit/>
          </a:bodyPr>
          <a:lstStyle/>
          <a:p>
            <a:pPr>
              <a:buFont typeface="Wingdings" panose="05000000000000000000" pitchFamily="2" charset="2"/>
              <a:buChar char="§"/>
            </a:pPr>
            <a:r>
              <a:rPr lang="en-ID" dirty="0" err="1"/>
              <a:t>Konsep</a:t>
            </a:r>
            <a:r>
              <a:rPr lang="en-ID" dirty="0"/>
              <a:t> Dasar </a:t>
            </a:r>
            <a:r>
              <a:rPr lang="en-ID" dirty="0" err="1"/>
              <a:t>Agen</a:t>
            </a:r>
            <a:endParaRPr lang="en-ID" dirty="0"/>
          </a:p>
          <a:p>
            <a:pPr>
              <a:buFont typeface="Wingdings" panose="05000000000000000000" pitchFamily="2" charset="2"/>
              <a:buChar char="§"/>
            </a:pPr>
            <a:r>
              <a:rPr lang="en-ID" dirty="0" err="1"/>
              <a:t>Lingkungan</a:t>
            </a:r>
            <a:r>
              <a:rPr lang="en-ID" dirty="0"/>
              <a:t> </a:t>
            </a:r>
            <a:r>
              <a:rPr lang="en-ID" dirty="0" err="1"/>
              <a:t>Agen</a:t>
            </a:r>
            <a:endParaRPr lang="en-ID" dirty="0"/>
          </a:p>
          <a:p>
            <a:pPr>
              <a:buFont typeface="Wingdings" panose="05000000000000000000" pitchFamily="2" charset="2"/>
              <a:buChar char="§"/>
            </a:pPr>
            <a:r>
              <a:rPr lang="en-ID" dirty="0" err="1"/>
              <a:t>Merancang</a:t>
            </a:r>
            <a:r>
              <a:rPr lang="en-ID" dirty="0"/>
              <a:t> </a:t>
            </a:r>
            <a:r>
              <a:rPr lang="en-ID" dirty="0" err="1"/>
              <a:t>Agen</a:t>
            </a:r>
            <a:endParaRPr lang="en-ID" dirty="0"/>
          </a:p>
          <a:p>
            <a:pPr>
              <a:buFont typeface="Wingdings" panose="05000000000000000000" pitchFamily="2" charset="2"/>
              <a:buChar char="§"/>
            </a:pPr>
            <a:r>
              <a:rPr lang="en-ID" dirty="0" err="1"/>
              <a:t>Karakteristik</a:t>
            </a:r>
            <a:r>
              <a:rPr lang="en-ID" dirty="0"/>
              <a:t> </a:t>
            </a:r>
            <a:r>
              <a:rPr lang="en-ID" dirty="0" err="1"/>
              <a:t>Agen</a:t>
            </a:r>
            <a:endParaRPr lang="en-ID" dirty="0"/>
          </a:p>
          <a:p>
            <a:pPr>
              <a:buFont typeface="Wingdings" panose="05000000000000000000" pitchFamily="2" charset="2"/>
              <a:buChar char="§"/>
            </a:pPr>
            <a:r>
              <a:rPr lang="en-ID" dirty="0" err="1"/>
              <a:t>Arsitektur</a:t>
            </a:r>
            <a:r>
              <a:rPr lang="en-ID" dirty="0"/>
              <a:t> dan </a:t>
            </a:r>
            <a:r>
              <a:rPr lang="en-ID" dirty="0" err="1"/>
              <a:t>Tipe</a:t>
            </a:r>
            <a:r>
              <a:rPr lang="en-ID" dirty="0"/>
              <a:t> </a:t>
            </a:r>
            <a:r>
              <a:rPr lang="en-ID" dirty="0" err="1"/>
              <a:t>Agen</a:t>
            </a:r>
            <a:endParaRPr lang="en-ID" dirty="0"/>
          </a:p>
          <a:p>
            <a:pPr marL="357188" indent="-357188">
              <a:buFont typeface="Wingdings" panose="05000000000000000000" pitchFamily="2" charset="2"/>
              <a:buChar char="q"/>
            </a:pPr>
            <a:endParaRPr dirty="0"/>
          </a:p>
        </p:txBody>
      </p:sp>
      <p:sp>
        <p:nvSpPr>
          <p:cNvPr id="3" name="Slide Number Placeholder 2">
            <a:extLst>
              <a:ext uri="{FF2B5EF4-FFF2-40B4-BE49-F238E27FC236}">
                <a16:creationId xmlns:a16="http://schemas.microsoft.com/office/drawing/2014/main" id="{68F87434-7855-1052-F6AD-37B974A78900}"/>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3</a:t>
            </a:fld>
            <a:endParaRPr lang="en-ID"/>
          </a:p>
        </p:txBody>
      </p:sp>
    </p:spTree>
    <p:extLst>
      <p:ext uri="{BB962C8B-B14F-4D97-AF65-F5344CB8AC3E}">
        <p14:creationId xmlns:p14="http://schemas.microsoft.com/office/powerpoint/2010/main" val="245503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047" y="609600"/>
            <a:ext cx="6487955"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en-US" dirty="0" err="1"/>
              <a:t>Apa</a:t>
            </a:r>
            <a:r>
              <a:rPr lang="en-US" dirty="0"/>
              <a:t> </a:t>
            </a:r>
            <a:r>
              <a:rPr lang="en-US" dirty="0" err="1"/>
              <a:t>itu</a:t>
            </a:r>
            <a:r>
              <a:rPr lang="en-US" dirty="0"/>
              <a:t> a</a:t>
            </a:r>
            <a:r>
              <a:rPr lang="id-ID" dirty="0"/>
              <a:t>gen</a:t>
            </a:r>
            <a:r>
              <a:rPr lang="en-ID" dirty="0"/>
              <a:t>?</a:t>
            </a:r>
            <a:endParaRPr lang="id-ID" dirty="0"/>
          </a:p>
        </p:txBody>
      </p:sp>
      <p:pic>
        <p:nvPicPr>
          <p:cNvPr id="4101" name="Picture 4100" descr="Komponen elektronik dengan latar belakang putih">
            <a:extLst>
              <a:ext uri="{FF2B5EF4-FFF2-40B4-BE49-F238E27FC236}">
                <a16:creationId xmlns:a16="http://schemas.microsoft.com/office/drawing/2014/main" id="{249A95CA-583B-9314-88C2-8F8E61A16896}"/>
              </a:ext>
            </a:extLst>
          </p:cNvPr>
          <p:cNvPicPr>
            <a:picLocks noChangeAspect="1"/>
          </p:cNvPicPr>
          <p:nvPr/>
        </p:nvPicPr>
        <p:blipFill rotWithShape="1">
          <a:blip r:embed="rId2">
            <a:duotone>
              <a:prstClr val="black"/>
              <a:schemeClr val="tx2">
                <a:tint val="45000"/>
                <a:satMod val="400000"/>
              </a:schemeClr>
            </a:duotone>
          </a:blip>
          <a:srcRect l="73460" r="1" b="1"/>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4105" name="Isosceles Triangle 4104">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099" name="Content Placeholder 4"/>
          <p:cNvSpPr>
            <a:spLocks noGrp="1"/>
          </p:cNvSpPr>
          <p:nvPr>
            <p:ph idx="1"/>
          </p:nvPr>
        </p:nvSpPr>
        <p:spPr>
          <a:xfrm>
            <a:off x="2786047" y="1930401"/>
            <a:ext cx="7789188" cy="4110962"/>
          </a:xfrm>
        </p:spPr>
        <p:txBody>
          <a:bodyPr vert="horz" lIns="91440" tIns="45720" rIns="91440" bIns="45720" numCol="1" anchorCtr="0" compatLnSpc="1">
            <a:prstTxWarp prst="textNoShape">
              <a:avLst/>
            </a:prstTxWarp>
            <a:noAutofit/>
          </a:bodyPr>
          <a:lstStyle/>
          <a:p>
            <a:pPr>
              <a:buClr>
                <a:schemeClr val="accent1"/>
              </a:buClr>
              <a:buFont typeface="Wingdings" panose="05000000000000000000" pitchFamily="2" charset="2"/>
              <a:buChar char="§"/>
            </a:pPr>
            <a:r>
              <a:rPr lang="en-ID" sz="2200" dirty="0" err="1"/>
              <a:t>S</a:t>
            </a:r>
            <a:r>
              <a:rPr lang="en-ID" altLang="x-none" sz="2200" dirty="0" err="1"/>
              <a:t>egala</a:t>
            </a:r>
            <a:r>
              <a:rPr lang="en-ID" altLang="x-none" sz="2200" dirty="0"/>
              <a:t> </a:t>
            </a:r>
            <a:r>
              <a:rPr lang="en-ID" altLang="x-none" sz="2200" dirty="0" err="1"/>
              <a:t>sesuatu</a:t>
            </a:r>
            <a:r>
              <a:rPr lang="en-ID" altLang="x-none" sz="2200" dirty="0"/>
              <a:t> yang </a:t>
            </a:r>
            <a:r>
              <a:rPr lang="en-ID" altLang="x-none" sz="2200" dirty="0" err="1"/>
              <a:t>dapat</a:t>
            </a:r>
            <a:r>
              <a:rPr lang="en-ID" altLang="x-none" sz="2200" dirty="0"/>
              <a:t> </a:t>
            </a:r>
            <a:r>
              <a:rPr lang="en-ID" altLang="x-none" sz="2200" dirty="0" err="1"/>
              <a:t>melihat</a:t>
            </a:r>
            <a:r>
              <a:rPr lang="en-ID" altLang="x-none" sz="2200" dirty="0"/>
              <a:t>/</a:t>
            </a:r>
            <a:r>
              <a:rPr lang="en-ID" altLang="x-none" sz="2200" dirty="0" err="1"/>
              <a:t>merasakan</a:t>
            </a:r>
            <a:r>
              <a:rPr lang="en-ID" altLang="x-none" sz="2200" dirty="0"/>
              <a:t>/</a:t>
            </a:r>
            <a:r>
              <a:rPr lang="en-ID" altLang="x-none" sz="2200" dirty="0" err="1"/>
              <a:t>mengetahui</a:t>
            </a:r>
            <a:r>
              <a:rPr lang="en-ID" altLang="x-none" sz="2200" dirty="0"/>
              <a:t> (perceiving) </a:t>
            </a:r>
            <a:r>
              <a:rPr lang="en-ID" altLang="x-none" sz="2200" dirty="0" err="1"/>
              <a:t>lingkungannya</a:t>
            </a:r>
            <a:r>
              <a:rPr lang="en-ID" altLang="x-none" sz="2200" dirty="0"/>
              <a:t> </a:t>
            </a:r>
            <a:r>
              <a:rPr lang="en-ID" altLang="x-none" sz="2200" dirty="0" err="1"/>
              <a:t>melalui</a:t>
            </a:r>
            <a:r>
              <a:rPr lang="en-ID" altLang="x-none" sz="2200" dirty="0"/>
              <a:t> </a:t>
            </a:r>
            <a:r>
              <a:rPr lang="en-ID" altLang="x-none" sz="2200" dirty="0" err="1"/>
              <a:t>sejumlah</a:t>
            </a:r>
            <a:r>
              <a:rPr lang="en-ID" altLang="x-none" sz="2200" dirty="0"/>
              <a:t> sensor, </a:t>
            </a:r>
            <a:r>
              <a:rPr lang="en-ID" altLang="x-none" sz="2200" dirty="0" err="1"/>
              <a:t>bertindak</a:t>
            </a:r>
            <a:r>
              <a:rPr lang="en-ID" altLang="x-none" sz="2200" dirty="0"/>
              <a:t> </a:t>
            </a:r>
            <a:r>
              <a:rPr lang="en-ID" altLang="x-none" sz="2200" dirty="0" err="1"/>
              <a:t>sesuai</a:t>
            </a:r>
            <a:r>
              <a:rPr lang="en-ID" altLang="x-none" sz="2200" dirty="0"/>
              <a:t> </a:t>
            </a:r>
            <a:r>
              <a:rPr lang="en-ID" altLang="x-none" sz="2200" dirty="0" err="1"/>
              <a:t>dengan</a:t>
            </a:r>
            <a:r>
              <a:rPr lang="en-ID" altLang="x-none" sz="2200" dirty="0"/>
              <a:t> </a:t>
            </a:r>
            <a:r>
              <a:rPr lang="en-ID" altLang="x-none" sz="2200" dirty="0" err="1"/>
              <a:t>lingkungannya</a:t>
            </a:r>
            <a:r>
              <a:rPr lang="en-ID" altLang="x-none" sz="2200" dirty="0"/>
              <a:t> (action)</a:t>
            </a:r>
            <a:r>
              <a:rPr lang="en-ID" sz="2200" dirty="0"/>
              <a:t> </a:t>
            </a:r>
            <a:r>
              <a:rPr lang="en-ID" altLang="x-none" sz="2200" dirty="0" err="1"/>
              <a:t>meng</a:t>
            </a:r>
            <a:r>
              <a:rPr lang="en-ID" sz="2200" dirty="0" err="1"/>
              <a:t>g</a:t>
            </a:r>
            <a:r>
              <a:rPr lang="en-ID" altLang="x-none" sz="2200" dirty="0" err="1"/>
              <a:t>unakan</a:t>
            </a:r>
            <a:r>
              <a:rPr lang="en-ID" altLang="x-none" sz="2200" dirty="0"/>
              <a:t> </a:t>
            </a:r>
            <a:r>
              <a:rPr lang="en-ID" altLang="x-none" sz="2200" dirty="0" err="1"/>
              <a:t>peralatan</a:t>
            </a:r>
            <a:r>
              <a:rPr lang="en-ID" altLang="x-none" sz="2200" dirty="0"/>
              <a:t> </a:t>
            </a:r>
            <a:r>
              <a:rPr lang="en-ID" altLang="x-none" sz="2200" dirty="0" err="1"/>
              <a:t>penggeraknya</a:t>
            </a:r>
            <a:r>
              <a:rPr lang="en-ID" altLang="x-none" sz="2200" dirty="0"/>
              <a:t> (actuator) (</a:t>
            </a:r>
            <a:r>
              <a:rPr lang="en-ID" altLang="x-none" sz="2200" dirty="0" err="1"/>
              <a:t>Menurut</a:t>
            </a:r>
            <a:r>
              <a:rPr lang="en-ID" altLang="x-none" sz="2200" dirty="0"/>
              <a:t> : Russel dan Norvig).</a:t>
            </a:r>
            <a:endParaRPr lang="en-ID" sz="2200" dirty="0"/>
          </a:p>
          <a:p>
            <a:pPr>
              <a:buClr>
                <a:schemeClr val="accent1"/>
              </a:buClr>
              <a:buFont typeface="Wingdings" panose="05000000000000000000" pitchFamily="2" charset="2"/>
              <a:buChar char="§"/>
            </a:pPr>
            <a:r>
              <a:rPr lang="en-ID" sz="2200" dirty="0" err="1"/>
              <a:t>S</a:t>
            </a:r>
            <a:r>
              <a:rPr lang="en-ID" altLang="x-none" sz="2200" dirty="0" err="1"/>
              <a:t>ebuah</a:t>
            </a:r>
            <a:r>
              <a:rPr lang="en-ID" altLang="x-none" sz="2200" dirty="0"/>
              <a:t> </a:t>
            </a:r>
            <a:r>
              <a:rPr lang="en-ID" altLang="x-none" sz="2200" dirty="0" err="1"/>
              <a:t>sistem</a:t>
            </a:r>
            <a:r>
              <a:rPr lang="en-ID" altLang="x-none" sz="2200" dirty="0"/>
              <a:t> </a:t>
            </a:r>
            <a:r>
              <a:rPr lang="en-ID" altLang="x-none" sz="2200" dirty="0" err="1"/>
              <a:t>komputer</a:t>
            </a:r>
            <a:r>
              <a:rPr lang="en-ID" altLang="x-none" sz="2200" dirty="0"/>
              <a:t> yang </a:t>
            </a:r>
            <a:r>
              <a:rPr lang="en-ID" altLang="x-none" sz="2200" dirty="0" err="1"/>
              <a:t>berada</a:t>
            </a:r>
            <a:r>
              <a:rPr lang="en-ID" altLang="x-none" sz="2200" dirty="0"/>
              <a:t> </a:t>
            </a:r>
            <a:r>
              <a:rPr lang="en-ID" altLang="x-none" sz="2200" dirty="0" err="1"/>
              <a:t>dalam</a:t>
            </a:r>
            <a:r>
              <a:rPr lang="en-ID" altLang="x-none" sz="2200" dirty="0"/>
              <a:t> </a:t>
            </a:r>
            <a:r>
              <a:rPr lang="en-ID" altLang="x-none" sz="2200" dirty="0" err="1"/>
              <a:t>suatu</a:t>
            </a:r>
            <a:r>
              <a:rPr lang="en-ID" altLang="x-none" sz="2200" dirty="0"/>
              <a:t> </a:t>
            </a:r>
            <a:r>
              <a:rPr lang="en-ID" altLang="x-none" sz="2200" dirty="0" err="1"/>
              <a:t>lingkungan</a:t>
            </a:r>
            <a:r>
              <a:rPr lang="en-ID" altLang="x-none" sz="2200" dirty="0"/>
              <a:t> dan </a:t>
            </a:r>
            <a:r>
              <a:rPr lang="en-ID" altLang="x-none" sz="2200" dirty="0" err="1"/>
              <a:t>memiliki</a:t>
            </a:r>
            <a:r>
              <a:rPr lang="en-ID" altLang="x-none" sz="2200" dirty="0"/>
              <a:t> </a:t>
            </a:r>
            <a:r>
              <a:rPr lang="en-ID" altLang="x-none" sz="2200" dirty="0" err="1"/>
              <a:t>kemampuan</a:t>
            </a:r>
            <a:r>
              <a:rPr lang="en-ID" altLang="x-none" sz="2200" dirty="0"/>
              <a:t> </a:t>
            </a:r>
            <a:r>
              <a:rPr lang="en-ID" altLang="x-none" sz="2200" dirty="0" err="1"/>
              <a:t>bertindak</a:t>
            </a:r>
            <a:r>
              <a:rPr lang="en-ID" altLang="x-none" sz="2200" dirty="0"/>
              <a:t> </a:t>
            </a:r>
            <a:r>
              <a:rPr lang="en-ID" altLang="x-none" sz="2200" dirty="0" err="1"/>
              <a:t>secara</a:t>
            </a:r>
            <a:r>
              <a:rPr lang="en-ID" altLang="x-none" sz="2200" dirty="0"/>
              <a:t> </a:t>
            </a:r>
            <a:r>
              <a:rPr lang="en-ID" sz="2200" dirty="0"/>
              <a:t>au</a:t>
            </a:r>
            <a:r>
              <a:rPr lang="en-ID" altLang="x-none" sz="2200" dirty="0"/>
              <a:t>tonomo</a:t>
            </a:r>
            <a:r>
              <a:rPr lang="en-ID" sz="2200" dirty="0"/>
              <a:t>u</a:t>
            </a:r>
            <a:r>
              <a:rPr lang="en-ID" altLang="x-none" sz="2200" dirty="0"/>
              <a:t>s </a:t>
            </a:r>
            <a:r>
              <a:rPr lang="en-ID" altLang="x-none" sz="2200" dirty="0" err="1"/>
              <a:t>didalam</a:t>
            </a:r>
            <a:r>
              <a:rPr lang="en-ID" altLang="x-none" sz="2200" dirty="0"/>
              <a:t> </a:t>
            </a:r>
            <a:r>
              <a:rPr lang="en-ID" altLang="x-none" sz="2200" dirty="0" err="1"/>
              <a:t>situasi</a:t>
            </a:r>
            <a:r>
              <a:rPr lang="en-ID" altLang="x-none" sz="2200" dirty="0"/>
              <a:t> </a:t>
            </a:r>
            <a:r>
              <a:rPr lang="en-ID" altLang="x-none" sz="2200" dirty="0" err="1"/>
              <a:t>lingkungan</a:t>
            </a:r>
            <a:r>
              <a:rPr lang="en-ID" altLang="x-none" sz="2200" dirty="0"/>
              <a:t> </a:t>
            </a:r>
            <a:r>
              <a:rPr lang="en-ID" altLang="x-none" sz="2200" dirty="0" err="1"/>
              <a:t>tersebut</a:t>
            </a:r>
            <a:r>
              <a:rPr lang="en-ID" altLang="x-none" sz="2200" dirty="0"/>
              <a:t> </a:t>
            </a:r>
            <a:r>
              <a:rPr lang="en-ID" altLang="x-none" sz="2200" dirty="0" err="1"/>
              <a:t>sesuai</a:t>
            </a:r>
            <a:r>
              <a:rPr lang="en-ID" altLang="x-none" sz="2200" dirty="0"/>
              <a:t> </a:t>
            </a:r>
            <a:r>
              <a:rPr lang="en-ID" altLang="x-none" sz="2200" dirty="0" err="1"/>
              <a:t>dengan</a:t>
            </a:r>
            <a:r>
              <a:rPr lang="en-ID" altLang="x-none" sz="2200" dirty="0"/>
              <a:t> </a:t>
            </a:r>
            <a:r>
              <a:rPr lang="en-ID" altLang="x-none" sz="2200" dirty="0" err="1"/>
              <a:t>sasaran</a:t>
            </a:r>
            <a:r>
              <a:rPr lang="en-ID" altLang="x-none" sz="2200" dirty="0"/>
              <a:t> yang </a:t>
            </a:r>
            <a:r>
              <a:rPr lang="en-ID" altLang="x-none" sz="2200" dirty="0" err="1"/>
              <a:t>dirancang</a:t>
            </a:r>
            <a:r>
              <a:rPr lang="en-ID" altLang="x-none" sz="2200" dirty="0"/>
              <a:t> (Woold-ridge).</a:t>
            </a:r>
          </a:p>
        </p:txBody>
      </p:sp>
      <p:sp>
        <p:nvSpPr>
          <p:cNvPr id="3" name="Slide Number Placeholder 2">
            <a:extLst>
              <a:ext uri="{FF2B5EF4-FFF2-40B4-BE49-F238E27FC236}">
                <a16:creationId xmlns:a16="http://schemas.microsoft.com/office/drawing/2014/main" id="{BA957956-AE73-DB01-3947-85553F676F06}"/>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4</a:t>
            </a:fld>
            <a:endParaRPr lang="en-ID"/>
          </a:p>
        </p:txBody>
      </p:sp>
    </p:spTree>
    <p:extLst>
      <p:ext uri="{BB962C8B-B14F-4D97-AF65-F5344CB8AC3E}">
        <p14:creationId xmlns:p14="http://schemas.microsoft.com/office/powerpoint/2010/main" val="3244220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Konsep</a:t>
            </a:r>
            <a:r>
              <a:rPr lang="en-US"/>
              <a:t> Agen</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7382" y="1739569"/>
            <a:ext cx="7453281" cy="3994562"/>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 name="Rectangle 4"/>
          <p:cNvSpPr/>
          <p:nvPr/>
        </p:nvSpPr>
        <p:spPr>
          <a:xfrm>
            <a:off x="1066800" y="6388441"/>
            <a:ext cx="6720840" cy="313932"/>
          </a:xfrm>
          <a:prstGeom prst="rect">
            <a:avLst/>
          </a:prstGeom>
        </p:spPr>
        <p:txBody>
          <a:bodyPr wrap="square">
            <a:spAutoFit/>
          </a:bodyPr>
          <a:lstStyle/>
          <a:p>
            <a:r>
              <a:rPr lang="en-US" sz="1440" dirty="0" err="1"/>
              <a:t>Sumber</a:t>
            </a:r>
            <a:r>
              <a:rPr lang="en-US" sz="1440" dirty="0"/>
              <a:t>: S. </a:t>
            </a:r>
            <a:r>
              <a:rPr lang="en-US" sz="1440" dirty="0" err="1"/>
              <a:t>Russel</a:t>
            </a:r>
            <a:r>
              <a:rPr lang="en-US" sz="1440" dirty="0"/>
              <a:t>, P. </a:t>
            </a:r>
            <a:r>
              <a:rPr lang="en-US" sz="1440" dirty="0" err="1"/>
              <a:t>Norving</a:t>
            </a:r>
            <a:r>
              <a:rPr lang="en-US" sz="1440" dirty="0"/>
              <a:t>, Artificial </a:t>
            </a:r>
            <a:r>
              <a:rPr lang="en-US" sz="1440" dirty="0" err="1"/>
              <a:t>Inttelligencen</a:t>
            </a:r>
            <a:r>
              <a:rPr lang="en-US" sz="1440" dirty="0"/>
              <a:t>: A Modern Approach </a:t>
            </a:r>
          </a:p>
        </p:txBody>
      </p:sp>
      <p:sp>
        <p:nvSpPr>
          <p:cNvPr id="3" name="Slide Number Placeholder 2">
            <a:extLst>
              <a:ext uri="{FF2B5EF4-FFF2-40B4-BE49-F238E27FC236}">
                <a16:creationId xmlns:a16="http://schemas.microsoft.com/office/drawing/2014/main" id="{16C41A5A-2A02-B722-6535-4A766A515B5D}"/>
              </a:ext>
            </a:extLst>
          </p:cNvPr>
          <p:cNvSpPr>
            <a:spLocks noGrp="1"/>
          </p:cNvSpPr>
          <p:nvPr>
            <p:ph type="sldNum" sz="quarter" idx="12"/>
          </p:nvPr>
        </p:nvSpPr>
        <p:spPr/>
        <p:txBody>
          <a:bodyPr/>
          <a:lstStyle/>
          <a:p>
            <a:fld id="{CAD34C56-3DE2-4A4D-9227-67C03E05E467}" type="slidenum">
              <a:rPr lang="en-ID" smtClean="0"/>
              <a:t>5</a:t>
            </a:fld>
            <a:endParaRPr lang="en-ID"/>
          </a:p>
        </p:txBody>
      </p:sp>
    </p:spTree>
    <p:extLst>
      <p:ext uri="{BB962C8B-B14F-4D97-AF65-F5344CB8AC3E}">
        <p14:creationId xmlns:p14="http://schemas.microsoft.com/office/powerpoint/2010/main" val="3674817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en-ID"/>
              <a:t>Konsep </a:t>
            </a:r>
            <a:r>
              <a:rPr lang="id-ID"/>
              <a:t>Age</a:t>
            </a:r>
            <a:r>
              <a:rPr lang="en-ID"/>
              <a:t>n</a:t>
            </a:r>
            <a:endParaRPr lang="id-ID" dirty="0"/>
          </a:p>
        </p:txBody>
      </p:sp>
      <p:pic>
        <p:nvPicPr>
          <p:cNvPr id="9219" name="Content Placeholder 3"/>
          <p:cNvPicPr>
            <a:picLocks noGrp="1"/>
          </p:cNvPicPr>
          <p:nvPr>
            <p:ph idx="1"/>
          </p:nvPr>
        </p:nvPicPr>
        <p:blipFill>
          <a:blip r:embed="rId2"/>
          <a:srcRect l="24445" t="29662" r="24861" b="31026"/>
          <a:stretch>
            <a:fillRect/>
          </a:stretch>
        </p:blipFill>
        <p:spPr>
          <a:xfrm>
            <a:off x="913499" y="1763423"/>
            <a:ext cx="8916982" cy="388870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Slide Number Placeholder 2">
            <a:extLst>
              <a:ext uri="{FF2B5EF4-FFF2-40B4-BE49-F238E27FC236}">
                <a16:creationId xmlns:a16="http://schemas.microsoft.com/office/drawing/2014/main" id="{459E3B2D-C007-6C39-5FBD-E57FCCA7C8FD}"/>
              </a:ext>
            </a:extLst>
          </p:cNvPr>
          <p:cNvSpPr>
            <a:spLocks noGrp="1"/>
          </p:cNvSpPr>
          <p:nvPr>
            <p:ph type="sldNum" sz="quarter" idx="12"/>
          </p:nvPr>
        </p:nvSpPr>
        <p:spPr/>
        <p:txBody>
          <a:bodyPr/>
          <a:lstStyle/>
          <a:p>
            <a:fld id="{CAD34C56-3DE2-4A4D-9227-67C03E05E467}" type="slidenum">
              <a:rPr lang="en-ID" smtClean="0"/>
              <a:t>6</a:t>
            </a:fld>
            <a:endParaRPr lang="en-ID"/>
          </a:p>
        </p:txBody>
      </p:sp>
    </p:spTree>
    <p:extLst>
      <p:ext uri="{BB962C8B-B14F-4D97-AF65-F5344CB8AC3E}">
        <p14:creationId xmlns:p14="http://schemas.microsoft.com/office/powerpoint/2010/main" val="3097170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19485"/>
          </a:xfrm>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en-ID" dirty="0" err="1"/>
              <a:t>Konsep</a:t>
            </a:r>
            <a:r>
              <a:rPr lang="en-ID" dirty="0"/>
              <a:t> </a:t>
            </a:r>
            <a:r>
              <a:rPr lang="id-ID" dirty="0"/>
              <a:t>Age</a:t>
            </a:r>
            <a:r>
              <a:rPr lang="en-ID" dirty="0"/>
              <a:t>n : Sensor</a:t>
            </a:r>
            <a:endParaRPr lang="id-ID" dirty="0"/>
          </a:p>
        </p:txBody>
      </p:sp>
      <p:pic>
        <p:nvPicPr>
          <p:cNvPr id="1026" name="Picture 2" descr="https://i0.wp.com/warstek.com/wp-content/uploads/2019/10/maxresdefault.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0468" y="1372995"/>
            <a:ext cx="8596668" cy="442445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23EAA54-5DB3-E743-F4B6-5F6A2354E259}"/>
              </a:ext>
            </a:extLst>
          </p:cNvPr>
          <p:cNvSpPr>
            <a:spLocks noGrp="1"/>
          </p:cNvSpPr>
          <p:nvPr>
            <p:ph type="sldNum" sz="quarter" idx="12"/>
          </p:nvPr>
        </p:nvSpPr>
        <p:spPr/>
        <p:txBody>
          <a:bodyPr/>
          <a:lstStyle/>
          <a:p>
            <a:fld id="{CAD34C56-3DE2-4A4D-9227-67C03E05E467}" type="slidenum">
              <a:rPr lang="en-ID" smtClean="0"/>
              <a:t>7</a:t>
            </a:fld>
            <a:endParaRPr lang="en-ID"/>
          </a:p>
        </p:txBody>
      </p:sp>
    </p:spTree>
    <p:extLst>
      <p:ext uri="{BB962C8B-B14F-4D97-AF65-F5344CB8AC3E}">
        <p14:creationId xmlns:p14="http://schemas.microsoft.com/office/powerpoint/2010/main" val="1031818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221" name="Group 7220">
            <a:extLst>
              <a:ext uri="{FF2B5EF4-FFF2-40B4-BE49-F238E27FC236}">
                <a16:creationId xmlns:a16="http://schemas.microsoft.com/office/drawing/2014/main" id="{EBE86EA4-C4F1-4465-B306-7A2BC22859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7222" name="Straight Connector 7221">
              <a:extLst>
                <a:ext uri="{FF2B5EF4-FFF2-40B4-BE49-F238E27FC236}">
                  <a16:creationId xmlns:a16="http://schemas.microsoft.com/office/drawing/2014/main" id="{A8279268-DB29-43BE-B57C-14977EACFDA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223" name="Straight Connector 7222">
              <a:extLst>
                <a:ext uri="{FF2B5EF4-FFF2-40B4-BE49-F238E27FC236}">
                  <a16:creationId xmlns:a16="http://schemas.microsoft.com/office/drawing/2014/main" id="{C8FA53C0-C1EF-4611-BAB3-65EEB16AA3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224" name="Rectangle 23">
              <a:extLst>
                <a:ext uri="{FF2B5EF4-FFF2-40B4-BE49-F238E27FC236}">
                  <a16:creationId xmlns:a16="http://schemas.microsoft.com/office/drawing/2014/main" id="{81CDACFC-DD8A-4CC0-B7FC-6030FC3536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7225" name="Rectangle 25">
              <a:extLst>
                <a:ext uri="{FF2B5EF4-FFF2-40B4-BE49-F238E27FC236}">
                  <a16:creationId xmlns:a16="http://schemas.microsoft.com/office/drawing/2014/main" id="{0269F267-73D4-4CC3-BEC7-73335654DE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7226" name="Isosceles Triangle 7225">
              <a:extLst>
                <a:ext uri="{FF2B5EF4-FFF2-40B4-BE49-F238E27FC236}">
                  <a16:creationId xmlns:a16="http://schemas.microsoft.com/office/drawing/2014/main" id="{DC48F13D-B2D7-4EB8-9CA7-59243637C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7227" name="Rectangle 27">
              <a:extLst>
                <a:ext uri="{FF2B5EF4-FFF2-40B4-BE49-F238E27FC236}">
                  <a16:creationId xmlns:a16="http://schemas.microsoft.com/office/drawing/2014/main" id="{A82405B3-5A67-4DA2-8EDA-7AB65A8B4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7228" name="Rectangle 28">
              <a:extLst>
                <a:ext uri="{FF2B5EF4-FFF2-40B4-BE49-F238E27FC236}">
                  <a16:creationId xmlns:a16="http://schemas.microsoft.com/office/drawing/2014/main" id="{7508BC7B-3BD2-4D96-A46E-82988222A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7229" name="Rectangle 29">
              <a:extLst>
                <a:ext uri="{FF2B5EF4-FFF2-40B4-BE49-F238E27FC236}">
                  <a16:creationId xmlns:a16="http://schemas.microsoft.com/office/drawing/2014/main" id="{4298D07C-2287-4B93-9041-935144DE1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7230" name="Isosceles Triangle 7229">
              <a:extLst>
                <a:ext uri="{FF2B5EF4-FFF2-40B4-BE49-F238E27FC236}">
                  <a16:creationId xmlns:a16="http://schemas.microsoft.com/office/drawing/2014/main" id="{0F6BC886-C125-4903-8C2A-6FB687400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7231" name="Isosceles Triangle 7230">
              <a:extLst>
                <a:ext uri="{FF2B5EF4-FFF2-40B4-BE49-F238E27FC236}">
                  <a16:creationId xmlns:a16="http://schemas.microsoft.com/office/drawing/2014/main" id="{C9D0B38F-2E02-4E85-99EE-73595E7C89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grpSp>
      <p:sp>
        <p:nvSpPr>
          <p:cNvPr id="2" name="Title 1"/>
          <p:cNvSpPr>
            <a:spLocks noGrp="1"/>
          </p:cNvSpPr>
          <p:nvPr>
            <p:ph type="title"/>
          </p:nvPr>
        </p:nvSpPr>
        <p:spPr>
          <a:xfrm>
            <a:off x="985968" y="4473225"/>
            <a:ext cx="8288035" cy="1095059"/>
          </a:xfrm>
        </p:spPr>
        <p:txBody>
          <a:bodyPr vert="horz" lIns="91440" tIns="45720" rIns="91440" bIns="45720" numCol="1" rtlCol="0" anchor="b" anchorCtr="0" compatLnSpc="1">
            <a:prstTxWarp prst="textNoShape">
              <a:avLst/>
            </a:prstTxWarp>
            <a:normAutofit/>
          </a:bodyPr>
          <a:lstStyle/>
          <a:p>
            <a:pPr algn="ctr">
              <a:lnSpc>
                <a:spcPct val="90000"/>
              </a:lnSpc>
              <a:defRPr/>
            </a:pPr>
            <a:r>
              <a:rPr lang="en-US" sz="3700">
                <a:solidFill>
                  <a:schemeClr val="accent1"/>
                </a:solidFill>
              </a:rPr>
              <a:t>Konsep Agen : Actuator - penggerak</a:t>
            </a:r>
          </a:p>
        </p:txBody>
      </p:sp>
      <p:pic>
        <p:nvPicPr>
          <p:cNvPr id="7174" name="Picture 5" descr="A close-up of a person's legs&#10;&#10;Description automatically generated"/>
          <p:cNvPicPr>
            <a:picLocks noChangeAspect="1"/>
          </p:cNvPicPr>
          <p:nvPr/>
        </p:nvPicPr>
        <p:blipFill>
          <a:blip r:embed="rId2"/>
          <a:srcRect l="4868" t="3117" r="5156" b="4900"/>
          <a:stretch>
            <a:fillRect/>
          </a:stretch>
        </p:blipFill>
        <p:spPr>
          <a:xfrm>
            <a:off x="1077409" y="934221"/>
            <a:ext cx="2425895" cy="3317736"/>
          </a:xfrm>
          <a:prstGeom prst="rect">
            <a:avLst/>
          </a:prstGeom>
          <a:noFill/>
        </p:spPr>
      </p:pic>
      <p:pic>
        <p:nvPicPr>
          <p:cNvPr id="7172" name="Picture 3" descr="A close-up of a person's hands&#10;&#10;Description automatically generated"/>
          <p:cNvPicPr>
            <a:picLocks noChangeAspect="1"/>
          </p:cNvPicPr>
          <p:nvPr/>
        </p:nvPicPr>
        <p:blipFill>
          <a:blip r:embed="rId3"/>
          <a:srcRect t="32001" r="3296" b="26581"/>
          <a:stretch>
            <a:fillRect/>
          </a:stretch>
        </p:blipFill>
        <p:spPr>
          <a:xfrm>
            <a:off x="3821882" y="2228559"/>
            <a:ext cx="2608783" cy="729059"/>
          </a:xfrm>
          <a:prstGeom prst="rect">
            <a:avLst/>
          </a:prstGeom>
          <a:noFill/>
        </p:spPr>
      </p:pic>
      <p:pic>
        <p:nvPicPr>
          <p:cNvPr id="1026" name="Picture 2" descr="Basahi Kulit Pakai Ludah, Bibir Kering Malah Bisa Jadi ...">
            <a:extLst>
              <a:ext uri="{FF2B5EF4-FFF2-40B4-BE49-F238E27FC236}">
                <a16:creationId xmlns:a16="http://schemas.microsoft.com/office/drawing/2014/main" id="{7D7C158A-447D-8507-E77A-793C52EA5D8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666684" y="1870056"/>
            <a:ext cx="2608783" cy="144606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254F532A-652D-A594-12CA-F07E4ABD79EE}"/>
              </a:ext>
            </a:extLst>
          </p:cNvPr>
          <p:cNvSpPr>
            <a:spLocks noGrp="1"/>
          </p:cNvSpPr>
          <p:nvPr>
            <p:ph type="sldNum" sz="quarter" idx="12"/>
          </p:nvPr>
        </p:nvSpPr>
        <p:spPr>
          <a:xfrm>
            <a:off x="8590663" y="6041362"/>
            <a:ext cx="683339" cy="365125"/>
          </a:xfrm>
        </p:spPr>
        <p:txBody>
          <a:bodyPr vert="horz" lIns="91440" tIns="45720" rIns="91440" bIns="45720" rtlCol="0" anchor="ctr">
            <a:normAutofit/>
          </a:bodyPr>
          <a:lstStyle/>
          <a:p>
            <a:pPr defTabSz="914400">
              <a:spcAft>
                <a:spcPts val="600"/>
              </a:spcAft>
            </a:pPr>
            <a:fld id="{CAD34C56-3DE2-4A4D-9227-67C03E05E467}" type="slidenum">
              <a:rPr lang="en-US" smtClean="0">
                <a:solidFill>
                  <a:schemeClr val="accent1"/>
                </a:solidFill>
              </a:rPr>
              <a:pPr defTabSz="914400">
                <a:spcAft>
                  <a:spcPts val="600"/>
                </a:spcAft>
              </a:pPr>
              <a:t>8</a:t>
            </a:fld>
            <a:endParaRPr lang="en-US">
              <a:solidFill>
                <a:schemeClr val="accent1"/>
              </a:solidFill>
            </a:endParaRPr>
          </a:p>
        </p:txBody>
      </p:sp>
    </p:spTree>
    <p:extLst>
      <p:ext uri="{BB962C8B-B14F-4D97-AF65-F5344CB8AC3E}">
        <p14:creationId xmlns:p14="http://schemas.microsoft.com/office/powerpoint/2010/main" val="1974071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480" y="1318001"/>
            <a:ext cx="4680520" cy="209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066800" y="3462361"/>
            <a:ext cx="6720840" cy="313932"/>
          </a:xfrm>
          <a:prstGeom prst="rect">
            <a:avLst/>
          </a:prstGeom>
        </p:spPr>
        <p:txBody>
          <a:bodyPr wrap="square">
            <a:spAutoFit/>
          </a:bodyPr>
          <a:lstStyle/>
          <a:p>
            <a:r>
              <a:rPr lang="en-US" sz="1440" dirty="0" err="1"/>
              <a:t>Sumber</a:t>
            </a:r>
            <a:r>
              <a:rPr lang="en-US" sz="1440" dirty="0"/>
              <a:t>: S. </a:t>
            </a:r>
            <a:r>
              <a:rPr lang="en-US" sz="1440" dirty="0" err="1"/>
              <a:t>Russel</a:t>
            </a:r>
            <a:r>
              <a:rPr lang="en-US" sz="1440" dirty="0"/>
              <a:t>, P. </a:t>
            </a:r>
            <a:r>
              <a:rPr lang="en-US" sz="1440" dirty="0" err="1"/>
              <a:t>Norving</a:t>
            </a:r>
            <a:r>
              <a:rPr lang="en-US" sz="1440" dirty="0"/>
              <a:t>, Artificial </a:t>
            </a:r>
            <a:r>
              <a:rPr lang="en-US" sz="1440" dirty="0" err="1"/>
              <a:t>Inttelligencen</a:t>
            </a:r>
            <a:r>
              <a:rPr lang="en-US" sz="1440" dirty="0"/>
              <a:t>: A Modern Approach </a:t>
            </a:r>
          </a:p>
        </p:txBody>
      </p:sp>
      <p:sp>
        <p:nvSpPr>
          <p:cNvPr id="6" name="Rectangle 5"/>
          <p:cNvSpPr/>
          <p:nvPr/>
        </p:nvSpPr>
        <p:spPr>
          <a:xfrm>
            <a:off x="7509941" y="1572461"/>
            <a:ext cx="1263877" cy="646331"/>
          </a:xfrm>
          <a:prstGeom prst="rect">
            <a:avLst/>
          </a:prstGeom>
        </p:spPr>
        <p:txBody>
          <a:bodyPr wrap="square">
            <a:spAutoFit/>
          </a:bodyPr>
          <a:lstStyle/>
          <a:p>
            <a:pPr algn="ctr"/>
            <a:r>
              <a:rPr lang="en-US" b="1" dirty="0">
                <a:solidFill>
                  <a:srgbClr val="FF0000"/>
                </a:solidFill>
              </a:rPr>
              <a:t>Human agent </a:t>
            </a:r>
            <a:endParaRPr lang="en-US" dirty="0">
              <a:solidFill>
                <a:srgbClr val="FF0000"/>
              </a:solidFill>
            </a:endParaRP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1978" y="4031166"/>
            <a:ext cx="2010196" cy="2010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773038" y="3950851"/>
            <a:ext cx="8000780" cy="2751522"/>
          </a:xfrm>
          <a:prstGeom prst="rect">
            <a:avLst/>
          </a:prstGeom>
          <a:noFill/>
        </p:spPr>
        <p:txBody>
          <a:bodyPr wrap="none" rtlCol="0">
            <a:spAutoFit/>
          </a:bodyPr>
          <a:lstStyle/>
          <a:p>
            <a:pPr marL="342900" indent="-342900">
              <a:buFont typeface="Arial" pitchFamily="34" charset="0"/>
              <a:buChar char="•"/>
            </a:pPr>
            <a:r>
              <a:rPr lang="en-US" sz="2880" i="1" dirty="0">
                <a:solidFill>
                  <a:srgbClr val="FF0000"/>
                </a:solidFill>
              </a:rPr>
              <a:t>Percepts</a:t>
            </a:r>
            <a:r>
              <a:rPr lang="en-US" sz="2880" i="1" dirty="0"/>
              <a:t> </a:t>
            </a:r>
            <a:r>
              <a:rPr lang="en-US" sz="2880" dirty="0"/>
              <a:t>: </a:t>
            </a:r>
            <a:r>
              <a:rPr lang="en-US" sz="2880" dirty="0" err="1"/>
              <a:t>masukan</a:t>
            </a:r>
            <a:r>
              <a:rPr lang="en-US" sz="2880" dirty="0"/>
              <a:t> yang </a:t>
            </a:r>
            <a:r>
              <a:rPr lang="en-US" sz="2880" dirty="0" err="1"/>
              <a:t>ditangkap</a:t>
            </a:r>
            <a:r>
              <a:rPr lang="en-US" sz="2880" dirty="0"/>
              <a:t> </a:t>
            </a:r>
            <a:r>
              <a:rPr lang="en-US" sz="2880" dirty="0" err="1"/>
              <a:t>dari</a:t>
            </a:r>
            <a:r>
              <a:rPr lang="en-US" sz="2880" dirty="0"/>
              <a:t> sensor</a:t>
            </a:r>
          </a:p>
          <a:p>
            <a:pPr marL="342900" indent="-342900">
              <a:buFont typeface="Arial" pitchFamily="34" charset="0"/>
              <a:buChar char="•"/>
            </a:pPr>
            <a:r>
              <a:rPr lang="fr-FR" sz="2880" i="1" dirty="0"/>
              <a:t>Percept </a:t>
            </a:r>
            <a:r>
              <a:rPr lang="fr-FR" sz="2880" i="1" dirty="0" err="1"/>
              <a:t>sequence</a:t>
            </a:r>
            <a:r>
              <a:rPr lang="fr-FR" sz="2880" dirty="0"/>
              <a:t>: </a:t>
            </a:r>
            <a:r>
              <a:rPr lang="fr-FR" sz="2880" dirty="0" err="1">
                <a:solidFill>
                  <a:srgbClr val="FF0000"/>
                </a:solidFill>
              </a:rPr>
              <a:t>sejarah</a:t>
            </a:r>
            <a:r>
              <a:rPr lang="fr-FR" sz="2880" dirty="0">
                <a:solidFill>
                  <a:srgbClr val="FF0000"/>
                </a:solidFill>
              </a:rPr>
              <a:t> </a:t>
            </a:r>
            <a:r>
              <a:rPr lang="fr-FR" sz="2880" dirty="0"/>
              <a:t>input si agent</a:t>
            </a:r>
            <a:endParaRPr lang="en-US" sz="2880" i="1" dirty="0">
              <a:solidFill>
                <a:srgbClr val="FF0000"/>
              </a:solidFill>
            </a:endParaRPr>
          </a:p>
          <a:p>
            <a:pPr marL="342900" indent="-342900">
              <a:buFont typeface="Arial" pitchFamily="34" charset="0"/>
              <a:buChar char="•"/>
            </a:pPr>
            <a:r>
              <a:rPr lang="en-US" sz="2880" i="1" dirty="0">
                <a:solidFill>
                  <a:srgbClr val="FF0000"/>
                </a:solidFill>
              </a:rPr>
              <a:t>Actions</a:t>
            </a:r>
            <a:r>
              <a:rPr lang="en-US" sz="2880" i="1" dirty="0"/>
              <a:t> </a:t>
            </a:r>
            <a:r>
              <a:rPr lang="en-US" sz="2880" dirty="0"/>
              <a:t>: </a:t>
            </a:r>
            <a:r>
              <a:rPr lang="en-US" sz="2880" dirty="0" err="1"/>
              <a:t>tindakan</a:t>
            </a:r>
            <a:r>
              <a:rPr lang="en-US" sz="2880" dirty="0"/>
              <a:t> yang </a:t>
            </a:r>
            <a:r>
              <a:rPr lang="en-US" sz="2880" dirty="0" err="1"/>
              <a:t>dilakukan</a:t>
            </a:r>
            <a:r>
              <a:rPr lang="en-US" sz="2880" dirty="0"/>
              <a:t> </a:t>
            </a:r>
            <a:r>
              <a:rPr lang="en-US" sz="2880" dirty="0" err="1"/>
              <a:t>oleh</a:t>
            </a:r>
            <a:r>
              <a:rPr lang="en-US" sz="2880" dirty="0"/>
              <a:t> </a:t>
            </a:r>
            <a:r>
              <a:rPr lang="en-US" sz="2880" i="1" dirty="0"/>
              <a:t>Agent</a:t>
            </a:r>
          </a:p>
          <a:p>
            <a:pPr marL="342900" indent="-342900">
              <a:buFont typeface="Arial" pitchFamily="34" charset="0"/>
              <a:buChar char="•"/>
            </a:pPr>
            <a:r>
              <a:rPr lang="en-US" sz="2880" i="1" dirty="0">
                <a:solidFill>
                  <a:srgbClr val="FF0000"/>
                </a:solidFill>
              </a:rPr>
              <a:t>Environments</a:t>
            </a:r>
            <a:r>
              <a:rPr lang="en-US" sz="2880" i="1" dirty="0"/>
              <a:t> </a:t>
            </a:r>
            <a:r>
              <a:rPr lang="en-US" sz="2880" dirty="0"/>
              <a:t>: </a:t>
            </a:r>
            <a:r>
              <a:rPr lang="en-US" sz="2880" dirty="0" err="1"/>
              <a:t>lingkungan</a:t>
            </a:r>
            <a:r>
              <a:rPr lang="en-US" sz="2880" dirty="0"/>
              <a:t> </a:t>
            </a:r>
            <a:r>
              <a:rPr lang="en-US" sz="2880" dirty="0" err="1"/>
              <a:t>dimana</a:t>
            </a:r>
            <a:r>
              <a:rPr lang="en-US" sz="2880" dirty="0"/>
              <a:t> </a:t>
            </a:r>
            <a:r>
              <a:rPr lang="en-US" sz="2880" dirty="0" err="1"/>
              <a:t>si</a:t>
            </a:r>
            <a:r>
              <a:rPr lang="en-US" sz="2880" dirty="0"/>
              <a:t> </a:t>
            </a:r>
            <a:r>
              <a:rPr lang="en-US" sz="2880" i="1" dirty="0"/>
              <a:t>Agent</a:t>
            </a:r>
            <a:r>
              <a:rPr lang="en-US" sz="2880" dirty="0"/>
              <a:t> </a:t>
            </a:r>
            <a:r>
              <a:rPr lang="en-US" sz="2880" dirty="0" err="1"/>
              <a:t>berada</a:t>
            </a:r>
            <a:r>
              <a:rPr lang="en-US" sz="2880" i="1" dirty="0"/>
              <a:t> </a:t>
            </a:r>
          </a:p>
          <a:p>
            <a:pPr marL="342900" indent="-342900">
              <a:buFont typeface="Arial" pitchFamily="34" charset="0"/>
              <a:buChar char="•"/>
            </a:pPr>
            <a:r>
              <a:rPr lang="en-US" sz="2880" dirty="0" err="1"/>
              <a:t>Apa</a:t>
            </a:r>
            <a:r>
              <a:rPr lang="en-US" sz="2880" dirty="0"/>
              <a:t> yang </a:t>
            </a:r>
            <a:r>
              <a:rPr lang="en-US" sz="2880" dirty="0" err="1"/>
              <a:t>kurang</a:t>
            </a:r>
            <a:r>
              <a:rPr lang="en-US" sz="2880" dirty="0"/>
              <a:t>?</a:t>
            </a:r>
          </a:p>
          <a:p>
            <a:r>
              <a:rPr lang="en-US" sz="2880" dirty="0"/>
              <a:t>      Si agent </a:t>
            </a:r>
            <a:r>
              <a:rPr lang="en-US" sz="2880" dirty="0" err="1"/>
              <a:t>ini</a:t>
            </a:r>
            <a:r>
              <a:rPr lang="en-US" sz="2880" dirty="0"/>
              <a:t> </a:t>
            </a:r>
            <a:r>
              <a:rPr lang="en-US" sz="2880" dirty="0" err="1"/>
              <a:t>tujuannya</a:t>
            </a:r>
            <a:r>
              <a:rPr lang="en-US" sz="2880" dirty="0"/>
              <a:t> </a:t>
            </a:r>
            <a:r>
              <a:rPr lang="en-US" sz="2880" i="1" dirty="0">
                <a:solidFill>
                  <a:srgbClr val="FF0000"/>
                </a:solidFill>
              </a:rPr>
              <a:t>MAU NGAPAIN SIH??</a:t>
            </a:r>
            <a:endParaRPr lang="en-US" sz="2880" dirty="0">
              <a:solidFill>
                <a:srgbClr val="FF0000"/>
              </a:solidFill>
            </a:endParaRPr>
          </a:p>
        </p:txBody>
      </p:sp>
      <p:sp>
        <p:nvSpPr>
          <p:cNvPr id="10" name="Rectangle 9"/>
          <p:cNvSpPr/>
          <p:nvPr/>
        </p:nvSpPr>
        <p:spPr>
          <a:xfrm>
            <a:off x="9352709" y="3429000"/>
            <a:ext cx="1920240" cy="400110"/>
          </a:xfrm>
          <a:prstGeom prst="rect">
            <a:avLst/>
          </a:prstGeom>
        </p:spPr>
        <p:txBody>
          <a:bodyPr wrap="square">
            <a:spAutoFit/>
          </a:bodyPr>
          <a:lstStyle/>
          <a:p>
            <a:pPr algn="ctr"/>
            <a:r>
              <a:rPr lang="en-US" sz="2000" b="1" dirty="0">
                <a:solidFill>
                  <a:srgbClr val="FF0000"/>
                </a:solidFill>
              </a:rPr>
              <a:t>Robotic agent </a:t>
            </a:r>
            <a:endParaRPr lang="en-US" sz="2000" dirty="0">
              <a:solidFill>
                <a:srgbClr val="FF0000"/>
              </a:solidFill>
            </a:endParaRPr>
          </a:p>
        </p:txBody>
      </p:sp>
      <p:sp>
        <p:nvSpPr>
          <p:cNvPr id="3" name="Title 2"/>
          <p:cNvSpPr>
            <a:spLocks noGrp="1"/>
          </p:cNvSpPr>
          <p:nvPr>
            <p:ph type="title"/>
          </p:nvPr>
        </p:nvSpPr>
        <p:spPr/>
        <p:txBody>
          <a:bodyPr/>
          <a:lstStyle/>
          <a:p>
            <a:r>
              <a:rPr lang="en-ID"/>
              <a:t>Konsep </a:t>
            </a:r>
            <a:r>
              <a:rPr lang="id-ID"/>
              <a:t>Age</a:t>
            </a:r>
            <a:r>
              <a:rPr lang="en-ID"/>
              <a:t>n</a:t>
            </a:r>
          </a:p>
        </p:txBody>
      </p:sp>
      <p:sp>
        <p:nvSpPr>
          <p:cNvPr id="2" name="Slide Number Placeholder 1">
            <a:extLst>
              <a:ext uri="{FF2B5EF4-FFF2-40B4-BE49-F238E27FC236}">
                <a16:creationId xmlns:a16="http://schemas.microsoft.com/office/drawing/2014/main" id="{C6AC9CDA-8ECB-BC30-59D9-0A88B5F1AE77}"/>
              </a:ext>
            </a:extLst>
          </p:cNvPr>
          <p:cNvSpPr>
            <a:spLocks noGrp="1"/>
          </p:cNvSpPr>
          <p:nvPr>
            <p:ph type="sldNum" sz="quarter" idx="12"/>
          </p:nvPr>
        </p:nvSpPr>
        <p:spPr/>
        <p:txBody>
          <a:bodyPr/>
          <a:lstStyle/>
          <a:p>
            <a:fld id="{CAD34C56-3DE2-4A4D-9227-67C03E05E467}" type="slidenum">
              <a:rPr lang="en-ID" smtClean="0"/>
              <a:t>9</a:t>
            </a:fld>
            <a:endParaRPr lang="en-ID"/>
          </a:p>
        </p:txBody>
      </p:sp>
      <p:pic>
        <p:nvPicPr>
          <p:cNvPr id="2050" name="Picture 2" descr="Kosa Kata Bahasa Inggris tentang Nama Bagian Tubuh (Part of Human Body )">
            <a:extLst>
              <a:ext uri="{FF2B5EF4-FFF2-40B4-BE49-F238E27FC236}">
                <a16:creationId xmlns:a16="http://schemas.microsoft.com/office/drawing/2014/main" id="{948DE384-D9FC-E9E9-C5CA-1B726AD34B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55504" y="708956"/>
            <a:ext cx="2517988" cy="2517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1160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8" name="Picture 27" descr="CPU dengan bilangan biner dan cetak biru">
            <a:extLst>
              <a:ext uri="{FF2B5EF4-FFF2-40B4-BE49-F238E27FC236}">
                <a16:creationId xmlns:a16="http://schemas.microsoft.com/office/drawing/2014/main" id="{A46A9731-65A3-B5A1-7AC3-E9979EB37C6F}"/>
              </a:ext>
            </a:extLst>
          </p:cNvPr>
          <p:cNvPicPr>
            <a:picLocks noChangeAspect="1"/>
          </p:cNvPicPr>
          <p:nvPr/>
        </p:nvPicPr>
        <p:blipFill rotWithShape="1">
          <a:blip r:embed="rId2"/>
          <a:srcRect l="9091" t="4930" b="4161"/>
          <a:stretch/>
        </p:blipFill>
        <p:spPr>
          <a:xfrm>
            <a:off x="1" y="10"/>
            <a:ext cx="12191999" cy="6857990"/>
          </a:xfrm>
          <a:prstGeom prst="rect">
            <a:avLst/>
          </a:prstGeom>
        </p:spPr>
      </p:pic>
      <p:sp>
        <p:nvSpPr>
          <p:cNvPr id="34" name="Isosceles Triangle 33">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6" name="Parallelogram 35">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2"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 name="Title 1"/>
          <p:cNvSpPr>
            <a:spLocks noGrp="1"/>
          </p:cNvSpPr>
          <p:nvPr>
            <p:ph type="title"/>
          </p:nvPr>
        </p:nvSpPr>
        <p:spPr>
          <a:xfrm>
            <a:off x="2786047" y="609600"/>
            <a:ext cx="6487955" cy="1320800"/>
          </a:xfrm>
        </p:spPr>
        <p:txBody>
          <a:bodyPr vert="horz" lIns="91440" tIns="45720" rIns="91440" bIns="45720" numCol="1" rtlCol="0" anchor="t" anchorCtr="0" compatLnSpc="1">
            <a:prstTxWarp prst="textNoShape">
              <a:avLst/>
            </a:prstTxWarp>
            <a:normAutofit/>
          </a:bodyPr>
          <a:lstStyle/>
          <a:p>
            <a:pPr fontAlgn="auto">
              <a:spcAft>
                <a:spcPts val="0"/>
              </a:spcAft>
              <a:defRPr/>
            </a:pPr>
            <a:r>
              <a:rPr lang="en-ID" dirty="0" err="1"/>
              <a:t>Konsep</a:t>
            </a:r>
            <a:r>
              <a:rPr lang="en-ID" dirty="0"/>
              <a:t> </a:t>
            </a:r>
            <a:r>
              <a:rPr lang="id-ID" dirty="0"/>
              <a:t>Age</a:t>
            </a:r>
            <a:r>
              <a:rPr lang="en-ID" dirty="0"/>
              <a:t>n</a:t>
            </a:r>
            <a:endParaRPr lang="id-ID" dirty="0"/>
          </a:p>
        </p:txBody>
      </p:sp>
      <p:sp>
        <p:nvSpPr>
          <p:cNvPr id="44"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6" name="Isosceles Triangle 45">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 name="Content Placeholder 3"/>
          <p:cNvSpPr>
            <a:spLocks noGrp="1"/>
          </p:cNvSpPr>
          <p:nvPr>
            <p:ph idx="1"/>
          </p:nvPr>
        </p:nvSpPr>
        <p:spPr>
          <a:xfrm>
            <a:off x="2786047" y="2159000"/>
            <a:ext cx="6487955" cy="3882362"/>
          </a:xfrm>
        </p:spPr>
        <p:txBody>
          <a:bodyPr>
            <a:normAutofit/>
          </a:bodyPr>
          <a:lstStyle/>
          <a:p>
            <a:pPr marL="357188" indent="-357188">
              <a:buFont typeface="Wingdings" panose="05000000000000000000" pitchFamily="2" charset="2"/>
              <a:buChar char="q"/>
            </a:pPr>
            <a:r>
              <a:rPr lang="en-ID" sz="2200" dirty="0"/>
              <a:t>Agent Robot :</a:t>
            </a:r>
          </a:p>
          <a:p>
            <a:pPr marL="714375" lvl="1" indent="-357188">
              <a:buFont typeface="Wingdings" panose="05000000000000000000" pitchFamily="2" charset="2"/>
              <a:buChar char="ü"/>
            </a:pPr>
            <a:r>
              <a:rPr lang="en-ID" sz="2200" dirty="0"/>
              <a:t>Sensor : </a:t>
            </a:r>
            <a:r>
              <a:rPr lang="en-ID" sz="2200" dirty="0" err="1"/>
              <a:t>kamera</a:t>
            </a:r>
            <a:r>
              <a:rPr lang="en-ID" sz="2200" dirty="0"/>
              <a:t>, infrared, </a:t>
            </a:r>
            <a:r>
              <a:rPr lang="en-ID" sz="2200" dirty="0" err="1"/>
              <a:t>dll</a:t>
            </a:r>
            <a:endParaRPr lang="en-ID" sz="2200" dirty="0"/>
          </a:p>
          <a:p>
            <a:pPr marL="714375" lvl="1" indent="-357188">
              <a:buFont typeface="Wingdings" panose="05000000000000000000" pitchFamily="2" charset="2"/>
              <a:buChar char="ü"/>
            </a:pPr>
            <a:r>
              <a:rPr lang="en-ID" sz="2200" dirty="0"/>
              <a:t>Actuator : </a:t>
            </a:r>
            <a:r>
              <a:rPr lang="en-ID" sz="2200" dirty="0" err="1"/>
              <a:t>lengan</a:t>
            </a:r>
            <a:r>
              <a:rPr lang="en-ID" sz="2200" dirty="0"/>
              <a:t> </a:t>
            </a:r>
            <a:r>
              <a:rPr lang="en-ID" sz="2200" dirty="0" err="1"/>
              <a:t>serta</a:t>
            </a:r>
            <a:r>
              <a:rPr lang="en-ID" sz="2200" dirty="0"/>
              <a:t> </a:t>
            </a:r>
            <a:r>
              <a:rPr lang="en-ID" sz="2200" dirty="0" err="1"/>
              <a:t>berbagai</a:t>
            </a:r>
            <a:r>
              <a:rPr lang="en-ID" sz="2200" dirty="0"/>
              <a:t> motor</a:t>
            </a:r>
          </a:p>
          <a:p>
            <a:pPr>
              <a:buFont typeface="Wingdings" panose="05000000000000000000" pitchFamily="2" charset="2"/>
              <a:buChar char="q"/>
            </a:pPr>
            <a:endParaRPr lang="en-ID" sz="2200" dirty="0"/>
          </a:p>
          <a:p>
            <a:pPr marL="357188" indent="-357188">
              <a:buFont typeface="Wingdings" panose="05000000000000000000" pitchFamily="2" charset="2"/>
              <a:buChar char="q"/>
            </a:pPr>
            <a:r>
              <a:rPr lang="en-ID" sz="2200" dirty="0"/>
              <a:t>Agent Software :</a:t>
            </a:r>
          </a:p>
          <a:p>
            <a:pPr marL="714375" lvl="1" indent="-357188">
              <a:buFont typeface="Wingdings" panose="05000000000000000000" pitchFamily="2" charset="2"/>
              <a:buChar char="ü"/>
            </a:pPr>
            <a:r>
              <a:rPr lang="en-ID" sz="2200" dirty="0" err="1"/>
              <a:t>Antarmuka</a:t>
            </a:r>
            <a:r>
              <a:rPr lang="en-ID" sz="2200" dirty="0"/>
              <a:t> </a:t>
            </a:r>
            <a:r>
              <a:rPr lang="en-ID" sz="2200" dirty="0" err="1"/>
              <a:t>pengguna</a:t>
            </a:r>
            <a:r>
              <a:rPr lang="en-ID" sz="2200" dirty="0"/>
              <a:t> </a:t>
            </a:r>
            <a:r>
              <a:rPr lang="en-ID" sz="2200" dirty="0" err="1"/>
              <a:t>grafis</a:t>
            </a:r>
            <a:r>
              <a:rPr lang="en-ID" sz="2200" dirty="0"/>
              <a:t> </a:t>
            </a:r>
            <a:r>
              <a:rPr lang="en-ID" sz="2200" dirty="0" err="1"/>
              <a:t>sebagai</a:t>
            </a:r>
            <a:r>
              <a:rPr lang="en-ID" sz="2200" dirty="0"/>
              <a:t> sensor dan </a:t>
            </a:r>
            <a:r>
              <a:rPr lang="en-ID" sz="2200" dirty="0" err="1"/>
              <a:t>sekaligus</a:t>
            </a:r>
            <a:r>
              <a:rPr lang="en-ID" sz="2200" dirty="0"/>
              <a:t> </a:t>
            </a:r>
            <a:r>
              <a:rPr lang="en-ID" sz="2200" dirty="0" err="1"/>
              <a:t>sebagai</a:t>
            </a:r>
            <a:r>
              <a:rPr lang="en-ID" sz="2200" dirty="0"/>
              <a:t> </a:t>
            </a:r>
            <a:r>
              <a:rPr lang="en-ID" sz="2200" dirty="0" err="1"/>
              <a:t>pengeraknya</a:t>
            </a:r>
            <a:r>
              <a:rPr lang="en-ID" sz="2200" dirty="0"/>
              <a:t> </a:t>
            </a:r>
          </a:p>
        </p:txBody>
      </p:sp>
      <p:sp>
        <p:nvSpPr>
          <p:cNvPr id="3" name="Slide Number Placeholder 2">
            <a:extLst>
              <a:ext uri="{FF2B5EF4-FFF2-40B4-BE49-F238E27FC236}">
                <a16:creationId xmlns:a16="http://schemas.microsoft.com/office/drawing/2014/main" id="{F6917F59-AA77-310D-2DAF-DAF80A767ACB}"/>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10</a:t>
            </a:fld>
            <a:endParaRPr lang="en-ID"/>
          </a:p>
        </p:txBody>
      </p:sp>
      <p:sp>
        <p:nvSpPr>
          <p:cNvPr id="48"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50"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52"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54" name="Isosceles Triangle 53">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1645752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80265050-FD84-47EF-A163-6A481836C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31" name="Group 5130">
            <a:extLst>
              <a:ext uri="{FF2B5EF4-FFF2-40B4-BE49-F238E27FC236}">
                <a16:creationId xmlns:a16="http://schemas.microsoft.com/office/drawing/2014/main" id="{A11B064D-F4EB-4312-AEEA-6AFDB257E7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9068" y="-8467"/>
            <a:ext cx="4766733" cy="6866467"/>
            <a:chOff x="7425267" y="-8467"/>
            <a:chExt cx="4766733" cy="6866467"/>
          </a:xfrm>
        </p:grpSpPr>
        <p:cxnSp>
          <p:nvCxnSpPr>
            <p:cNvPr id="5132" name="Straight Connector 5131">
              <a:extLst>
                <a:ext uri="{FF2B5EF4-FFF2-40B4-BE49-F238E27FC236}">
                  <a16:creationId xmlns:a16="http://schemas.microsoft.com/office/drawing/2014/main" id="{E7041201-C3DD-4181-B0E0-5C960FFE535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5133" name="Straight Connector 5132">
              <a:extLst>
                <a:ext uri="{FF2B5EF4-FFF2-40B4-BE49-F238E27FC236}">
                  <a16:creationId xmlns:a16="http://schemas.microsoft.com/office/drawing/2014/main" id="{929A678F-8D0F-4F98-85A6-797199C550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5134" name="Rectangle 23">
              <a:extLst>
                <a:ext uri="{FF2B5EF4-FFF2-40B4-BE49-F238E27FC236}">
                  <a16:creationId xmlns:a16="http://schemas.microsoft.com/office/drawing/2014/main" id="{82463FFC-4B08-4AF2-AC5A-F681CE9772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5135" name="Rectangle 25">
              <a:extLst>
                <a:ext uri="{FF2B5EF4-FFF2-40B4-BE49-F238E27FC236}">
                  <a16:creationId xmlns:a16="http://schemas.microsoft.com/office/drawing/2014/main" id="{87C110A9-8F54-42F4-9B19-8D33F94DE5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5136" name="Isosceles Triangle 5135">
              <a:extLst>
                <a:ext uri="{FF2B5EF4-FFF2-40B4-BE49-F238E27FC236}">
                  <a16:creationId xmlns:a16="http://schemas.microsoft.com/office/drawing/2014/main" id="{9F5AD5FC-19DB-4C66-BDDA-043A6AAC9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5137" name="Rectangle 27">
              <a:extLst>
                <a:ext uri="{FF2B5EF4-FFF2-40B4-BE49-F238E27FC236}">
                  <a16:creationId xmlns:a16="http://schemas.microsoft.com/office/drawing/2014/main" id="{352A3EAD-426D-4399-B7E0-81D26F700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5138" name="Rectangle 28">
              <a:extLst>
                <a:ext uri="{FF2B5EF4-FFF2-40B4-BE49-F238E27FC236}">
                  <a16:creationId xmlns:a16="http://schemas.microsoft.com/office/drawing/2014/main" id="{F842EF93-A507-4796-A726-0D0A9B751C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5139" name="Rectangle 29">
              <a:extLst>
                <a:ext uri="{FF2B5EF4-FFF2-40B4-BE49-F238E27FC236}">
                  <a16:creationId xmlns:a16="http://schemas.microsoft.com/office/drawing/2014/main" id="{24F1410B-DBCE-471A-97C3-B96C0A7BB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5140" name="Isosceles Triangle 5139">
              <a:extLst>
                <a:ext uri="{FF2B5EF4-FFF2-40B4-BE49-F238E27FC236}">
                  <a16:creationId xmlns:a16="http://schemas.microsoft.com/office/drawing/2014/main" id="{0BBC8502-8D68-4CE4-B690-2EBB6BCCD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grpSp>
      <p:sp>
        <p:nvSpPr>
          <p:cNvPr id="2" name="Title 1"/>
          <p:cNvSpPr>
            <a:spLocks noGrp="1"/>
          </p:cNvSpPr>
          <p:nvPr>
            <p:ph type="title"/>
          </p:nvPr>
        </p:nvSpPr>
        <p:spPr>
          <a:xfrm>
            <a:off x="652481" y="1382486"/>
            <a:ext cx="3547581" cy="4093028"/>
          </a:xfrm>
        </p:spPr>
        <p:txBody>
          <a:bodyPr vert="horz" lIns="91440" tIns="45720" rIns="91440" bIns="45720" numCol="1" rtlCol="0" anchor="ctr" anchorCtr="0" compatLnSpc="1">
            <a:prstTxWarp prst="textNoShape">
              <a:avLst/>
            </a:prstTxWarp>
            <a:normAutofit/>
          </a:bodyPr>
          <a:lstStyle/>
          <a:p>
            <a:pPr fontAlgn="auto">
              <a:spcAft>
                <a:spcPts val="0"/>
              </a:spcAft>
              <a:defRPr/>
            </a:pPr>
            <a:r>
              <a:rPr lang="id-ID" sz="4400"/>
              <a:t>Agen Cerdas</a:t>
            </a:r>
          </a:p>
        </p:txBody>
      </p:sp>
      <p:sp>
        <p:nvSpPr>
          <p:cNvPr id="5142" name="Rectangle 5141">
            <a:extLst>
              <a:ext uri="{FF2B5EF4-FFF2-40B4-BE49-F238E27FC236}">
                <a16:creationId xmlns:a16="http://schemas.microsoft.com/office/drawing/2014/main" id="{DE77CD7A-FE9E-475D-BF9C-78183B0B1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42625" y="0"/>
            <a:ext cx="64493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6B6AD9B-DAB8-FA4A-B43F-BF07ACDA474D}"/>
              </a:ext>
            </a:extLst>
          </p:cNvPr>
          <p:cNvSpPr>
            <a:spLocks noGrp="1"/>
          </p:cNvSpPr>
          <p:nvPr>
            <p:ph type="sldNum" sz="quarter" idx="12"/>
          </p:nvPr>
        </p:nvSpPr>
        <p:spPr>
          <a:xfrm>
            <a:off x="10529090" y="6041362"/>
            <a:ext cx="683339" cy="365125"/>
          </a:xfrm>
        </p:spPr>
        <p:txBody>
          <a:bodyPr>
            <a:normAutofit/>
          </a:bodyPr>
          <a:lstStyle/>
          <a:p>
            <a:pPr>
              <a:spcAft>
                <a:spcPts val="600"/>
              </a:spcAft>
            </a:pPr>
            <a:fld id="{CAD34C56-3DE2-4A4D-9227-67C03E05E467}" type="slidenum">
              <a:rPr lang="en-ID">
                <a:solidFill>
                  <a:srgbClr val="FFFFFF"/>
                </a:solidFill>
              </a:rPr>
              <a:pPr>
                <a:spcAft>
                  <a:spcPts val="600"/>
                </a:spcAft>
              </a:pPr>
              <a:t>11</a:t>
            </a:fld>
            <a:endParaRPr lang="en-ID">
              <a:solidFill>
                <a:srgbClr val="FFFFFF"/>
              </a:solidFill>
            </a:endParaRPr>
          </a:p>
        </p:txBody>
      </p:sp>
      <p:graphicFrame>
        <p:nvGraphicFramePr>
          <p:cNvPr id="5125" name="Content Placeholder 2">
            <a:extLst>
              <a:ext uri="{FF2B5EF4-FFF2-40B4-BE49-F238E27FC236}">
                <a16:creationId xmlns:a16="http://schemas.microsoft.com/office/drawing/2014/main" id="{71487FA5-BCA2-7260-4465-7BDFA2C68422}"/>
              </a:ext>
            </a:extLst>
          </p:cNvPr>
          <p:cNvGraphicFramePr>
            <a:graphicFrameLocks noGrp="1"/>
          </p:cNvGraphicFramePr>
          <p:nvPr>
            <p:ph idx="1"/>
            <p:extLst>
              <p:ext uri="{D42A27DB-BD31-4B8C-83A1-F6EECF244321}">
                <p14:modId xmlns:p14="http://schemas.microsoft.com/office/powerpoint/2010/main" val="2832636668"/>
              </p:ext>
            </p:extLst>
          </p:nvPr>
        </p:nvGraphicFramePr>
        <p:xfrm>
          <a:off x="4852543" y="944564"/>
          <a:ext cx="6692814" cy="4823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0655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820425"/>
          </a:xfrm>
        </p:spPr>
        <p:txBody>
          <a:bodyPr/>
          <a:lstStyle/>
          <a:p>
            <a:r>
              <a:rPr lang="en-US" dirty="0" err="1"/>
              <a:t>Konsep</a:t>
            </a:r>
            <a:r>
              <a:rPr lang="en-US" dirty="0"/>
              <a:t> Rational Agent</a:t>
            </a:r>
            <a:endParaRPr lang="en-ID" dirty="0"/>
          </a:p>
        </p:txBody>
      </p:sp>
      <p:sp>
        <p:nvSpPr>
          <p:cNvPr id="3" name="Content Placeholder 2"/>
          <p:cNvSpPr>
            <a:spLocks noGrp="1"/>
          </p:cNvSpPr>
          <p:nvPr>
            <p:ph idx="1"/>
          </p:nvPr>
        </p:nvSpPr>
        <p:spPr>
          <a:xfrm>
            <a:off x="883920" y="1590262"/>
            <a:ext cx="9875520" cy="3850418"/>
          </a:xfrm>
        </p:spPr>
        <p:txBody>
          <a:bodyPr>
            <a:normAutofit/>
          </a:bodyPr>
          <a:lstStyle/>
          <a:p>
            <a:pPr marL="357188" indent="-357188">
              <a:buFont typeface="Wingdings" panose="05000000000000000000" pitchFamily="2" charset="2"/>
              <a:buChar char="q"/>
            </a:pPr>
            <a:r>
              <a:rPr lang="en-US" sz="2200" dirty="0">
                <a:solidFill>
                  <a:srgbClr val="FF0000"/>
                </a:solidFill>
              </a:rPr>
              <a:t>Rational</a:t>
            </a:r>
            <a:r>
              <a:rPr lang="en-US" sz="2200" dirty="0"/>
              <a:t> : </a:t>
            </a:r>
            <a:r>
              <a:rPr lang="en-US" sz="2200" dirty="0" err="1"/>
              <a:t>melakukan</a:t>
            </a:r>
            <a:r>
              <a:rPr lang="en-US" sz="2200" dirty="0"/>
              <a:t> </a:t>
            </a:r>
            <a:r>
              <a:rPr lang="en-US" sz="2200" dirty="0" err="1"/>
              <a:t>hal</a:t>
            </a:r>
            <a:r>
              <a:rPr lang="en-US" sz="2200" dirty="0"/>
              <a:t> yang </a:t>
            </a:r>
            <a:r>
              <a:rPr lang="en-US" sz="2200" dirty="0" err="1"/>
              <a:t>terbaik</a:t>
            </a:r>
            <a:endParaRPr lang="en-US" sz="2200" dirty="0"/>
          </a:p>
          <a:p>
            <a:pPr marL="357188" indent="-357188">
              <a:buFont typeface="Wingdings" panose="05000000000000000000" pitchFamily="2" charset="2"/>
              <a:buChar char="q"/>
            </a:pPr>
            <a:r>
              <a:rPr lang="en-US" sz="2200" dirty="0"/>
              <a:t>Kita </a:t>
            </a:r>
            <a:r>
              <a:rPr lang="en-US" sz="2200" dirty="0" err="1"/>
              <a:t>harus</a:t>
            </a:r>
            <a:r>
              <a:rPr lang="en-US" sz="2200" dirty="0"/>
              <a:t> </a:t>
            </a:r>
            <a:r>
              <a:rPr lang="en-US" sz="2200" dirty="0" err="1"/>
              <a:t>mendefinisikan</a:t>
            </a:r>
            <a:r>
              <a:rPr lang="en-US" sz="2200" dirty="0"/>
              <a:t> </a:t>
            </a:r>
            <a:r>
              <a:rPr lang="en-US" sz="2200" dirty="0" err="1"/>
              <a:t>tujuan</a:t>
            </a:r>
            <a:r>
              <a:rPr lang="en-US" sz="2200" dirty="0"/>
              <a:t> </a:t>
            </a:r>
            <a:r>
              <a:rPr lang="en-US" sz="2200" dirty="0" err="1"/>
              <a:t>dari</a:t>
            </a:r>
            <a:r>
              <a:rPr lang="en-US" sz="2200" dirty="0"/>
              <a:t> </a:t>
            </a:r>
            <a:r>
              <a:rPr lang="en-US" sz="2200" dirty="0" err="1"/>
              <a:t>si</a:t>
            </a:r>
            <a:r>
              <a:rPr lang="en-US" sz="2200" dirty="0"/>
              <a:t> agent (</a:t>
            </a:r>
            <a:r>
              <a:rPr lang="en-US" sz="2200" dirty="0">
                <a:solidFill>
                  <a:srgbClr val="FF0000"/>
                </a:solidFill>
              </a:rPr>
              <a:t>goal</a:t>
            </a:r>
            <a:r>
              <a:rPr lang="en-US" sz="2200" dirty="0"/>
              <a:t>)</a:t>
            </a:r>
          </a:p>
          <a:p>
            <a:pPr marL="357188" indent="-357188">
              <a:buFont typeface="Wingdings" panose="05000000000000000000" pitchFamily="2" charset="2"/>
              <a:buChar char="q"/>
            </a:pPr>
            <a:r>
              <a:rPr lang="en-US" sz="2200" dirty="0"/>
              <a:t>Goal </a:t>
            </a:r>
            <a:r>
              <a:rPr lang="en-US" sz="2200" dirty="0" err="1"/>
              <a:t>bisa</a:t>
            </a:r>
            <a:r>
              <a:rPr lang="en-US" sz="2200" dirty="0"/>
              <a:t> </a:t>
            </a:r>
            <a:r>
              <a:rPr lang="en-US" sz="2200" dirty="0" err="1"/>
              <a:t>dinyatakan</a:t>
            </a:r>
            <a:r>
              <a:rPr lang="en-US" sz="2200" dirty="0"/>
              <a:t> </a:t>
            </a:r>
            <a:r>
              <a:rPr lang="en-US" sz="2200" dirty="0" err="1"/>
              <a:t>sebagai</a:t>
            </a:r>
            <a:r>
              <a:rPr lang="en-US" sz="2200" dirty="0"/>
              <a:t> </a:t>
            </a:r>
            <a:r>
              <a:rPr lang="en-US" sz="2200" dirty="0">
                <a:solidFill>
                  <a:srgbClr val="FF0000"/>
                </a:solidFill>
              </a:rPr>
              <a:t>performance measure </a:t>
            </a:r>
            <a:r>
              <a:rPr lang="en-US" sz="2200" dirty="0"/>
              <a:t>(</a:t>
            </a:r>
            <a:r>
              <a:rPr lang="en-US" sz="2200" dirty="0" err="1"/>
              <a:t>ukuran</a:t>
            </a:r>
            <a:r>
              <a:rPr lang="en-US" sz="2200" dirty="0"/>
              <a:t> </a:t>
            </a:r>
            <a:r>
              <a:rPr lang="en-US" sz="2200" dirty="0" err="1"/>
              <a:t>kinerja</a:t>
            </a:r>
            <a:r>
              <a:rPr lang="en-US" sz="2200" dirty="0"/>
              <a:t> </a:t>
            </a:r>
            <a:r>
              <a:rPr lang="en-US" sz="2200" dirty="0" err="1"/>
              <a:t>si</a:t>
            </a:r>
            <a:r>
              <a:rPr lang="en-US" sz="2200" dirty="0"/>
              <a:t> agent)</a:t>
            </a:r>
          </a:p>
          <a:p>
            <a:pPr marL="357188" indent="-357188">
              <a:buFont typeface="Wingdings" panose="05000000000000000000" pitchFamily="2" charset="2"/>
              <a:buChar char="q"/>
            </a:pPr>
            <a:r>
              <a:rPr lang="en-US" sz="2200" dirty="0" err="1"/>
              <a:t>Contoh</a:t>
            </a:r>
            <a:r>
              <a:rPr lang="en-US" sz="2200" dirty="0"/>
              <a:t>:</a:t>
            </a:r>
          </a:p>
        </p:txBody>
      </p:sp>
      <p:graphicFrame>
        <p:nvGraphicFramePr>
          <p:cNvPr id="5" name="Table 4"/>
          <p:cNvGraphicFramePr>
            <a:graphicFrameLocks noGrp="1"/>
          </p:cNvGraphicFramePr>
          <p:nvPr>
            <p:extLst>
              <p:ext uri="{D42A27DB-BD31-4B8C-83A1-F6EECF244321}">
                <p14:modId xmlns:p14="http://schemas.microsoft.com/office/powerpoint/2010/main" val="563367893"/>
              </p:ext>
            </p:extLst>
          </p:nvPr>
        </p:nvGraphicFramePr>
        <p:xfrm>
          <a:off x="2716254" y="3503685"/>
          <a:ext cx="7315200" cy="2377440"/>
        </p:xfrm>
        <a:graphic>
          <a:graphicData uri="http://schemas.openxmlformats.org/drawingml/2006/table">
            <a:tbl>
              <a:tblPr firstRow="1" bandRow="1">
                <a:tableStyleId>{2D5ABB26-0587-4C30-8999-92F81FD0307C}</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75488">
                <a:tc>
                  <a:txBody>
                    <a:bodyPr/>
                    <a:lstStyle/>
                    <a:p>
                      <a:r>
                        <a:rPr lang="en-US" sz="2400" dirty="0"/>
                        <a:t>Goal</a:t>
                      </a:r>
                    </a:p>
                  </a:txBody>
                  <a:tcPr marL="109728" marR="109728" marT="54864" marB="5486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Performance measure</a:t>
                      </a:r>
                    </a:p>
                  </a:txBody>
                  <a:tcPr marL="109728" marR="109728" marT="54864" marB="54864">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75488">
                <a:tc>
                  <a:txBody>
                    <a:bodyPr/>
                    <a:lstStyle/>
                    <a:p>
                      <a:r>
                        <a:rPr lang="en-US" sz="2400" dirty="0"/>
                        <a:t>Lulus </a:t>
                      </a:r>
                      <a:r>
                        <a:rPr lang="en-US" sz="2400" dirty="0" err="1"/>
                        <a:t>kuliah</a:t>
                      </a:r>
                      <a:endParaRPr lang="en-US" sz="2400" dirty="0"/>
                    </a:p>
                  </a:txBody>
                  <a:tcPr marL="109728" marR="109728" marT="54864" marB="54864">
                    <a:lnT w="12700" cap="flat" cmpd="sng" algn="ctr">
                      <a:solidFill>
                        <a:schemeClr val="tx1"/>
                      </a:solidFill>
                      <a:prstDash val="solid"/>
                      <a:round/>
                      <a:headEnd type="none" w="med" len="med"/>
                      <a:tailEnd type="none" w="med" len="med"/>
                    </a:lnT>
                  </a:tcPr>
                </a:tc>
                <a:tc>
                  <a:txBody>
                    <a:bodyPr/>
                    <a:lstStyle/>
                    <a:p>
                      <a:r>
                        <a:rPr lang="en-US" sz="2400" dirty="0"/>
                        <a:t>IPK</a:t>
                      </a:r>
                    </a:p>
                  </a:txBody>
                  <a:tcPr marL="109728" marR="109728" marT="54864" marB="54864">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475488">
                <a:tc>
                  <a:txBody>
                    <a:bodyPr/>
                    <a:lstStyle/>
                    <a:p>
                      <a:r>
                        <a:rPr lang="en-US" sz="2400" dirty="0" err="1"/>
                        <a:t>Cepet</a:t>
                      </a:r>
                      <a:r>
                        <a:rPr lang="en-US" sz="2400" dirty="0"/>
                        <a:t> kaya</a:t>
                      </a:r>
                    </a:p>
                  </a:txBody>
                  <a:tcPr marL="109728" marR="109728" marT="54864" marB="54864"/>
                </a:tc>
                <a:tc>
                  <a:txBody>
                    <a:bodyPr/>
                    <a:lstStyle/>
                    <a:p>
                      <a:r>
                        <a:rPr lang="en-US" sz="2400" dirty="0" err="1"/>
                        <a:t>Gaji</a:t>
                      </a:r>
                      <a:r>
                        <a:rPr lang="en-US" sz="2400" dirty="0"/>
                        <a:t> </a:t>
                      </a:r>
                      <a:r>
                        <a:rPr lang="en-US" sz="2400" dirty="0" err="1"/>
                        <a:t>bulanan</a:t>
                      </a:r>
                      <a:endParaRPr lang="en-US" sz="2400" dirty="0"/>
                    </a:p>
                  </a:txBody>
                  <a:tcPr marL="109728" marR="109728" marT="54864" marB="54864"/>
                </a:tc>
                <a:extLst>
                  <a:ext uri="{0D108BD9-81ED-4DB2-BD59-A6C34878D82A}">
                    <a16:rowId xmlns:a16="http://schemas.microsoft.com/office/drawing/2014/main" val="10002"/>
                  </a:ext>
                </a:extLst>
              </a:tr>
              <a:tr h="475488">
                <a:tc>
                  <a:txBody>
                    <a:bodyPr/>
                    <a:lstStyle/>
                    <a:p>
                      <a:r>
                        <a:rPr lang="en-US" sz="2400" dirty="0" err="1"/>
                        <a:t>Juara</a:t>
                      </a:r>
                      <a:r>
                        <a:rPr lang="en-US" sz="2400" dirty="0"/>
                        <a:t> </a:t>
                      </a:r>
                      <a:r>
                        <a:rPr lang="en-US" sz="2400" dirty="0" err="1"/>
                        <a:t>liga</a:t>
                      </a:r>
                      <a:r>
                        <a:rPr lang="en-US" sz="2400" dirty="0"/>
                        <a:t> </a:t>
                      </a:r>
                      <a:r>
                        <a:rPr lang="en-US" sz="2400" dirty="0" err="1"/>
                        <a:t>sepakbola</a:t>
                      </a:r>
                      <a:endParaRPr lang="en-US" sz="2400" dirty="0"/>
                    </a:p>
                  </a:txBody>
                  <a:tcPr marL="109728" marR="109728" marT="54864" marB="54864"/>
                </a:tc>
                <a:tc>
                  <a:txBody>
                    <a:bodyPr/>
                    <a:lstStyle/>
                    <a:p>
                      <a:r>
                        <a:rPr lang="en-US" sz="2400" dirty="0" err="1"/>
                        <a:t>Posisi</a:t>
                      </a:r>
                      <a:r>
                        <a:rPr lang="en-US" sz="2400" dirty="0"/>
                        <a:t> </a:t>
                      </a:r>
                      <a:r>
                        <a:rPr lang="en-US" sz="2400" dirty="0" err="1"/>
                        <a:t>klasemen</a:t>
                      </a:r>
                      <a:endParaRPr lang="en-US" sz="2400" dirty="0"/>
                    </a:p>
                  </a:txBody>
                  <a:tcPr marL="109728" marR="109728" marT="54864" marB="54864"/>
                </a:tc>
                <a:extLst>
                  <a:ext uri="{0D108BD9-81ED-4DB2-BD59-A6C34878D82A}">
                    <a16:rowId xmlns:a16="http://schemas.microsoft.com/office/drawing/2014/main" val="10003"/>
                  </a:ext>
                </a:extLst>
              </a:tr>
              <a:tr h="475488">
                <a:tc>
                  <a:txBody>
                    <a:bodyPr/>
                    <a:lstStyle/>
                    <a:p>
                      <a:r>
                        <a:rPr lang="en-US" sz="2400" dirty="0" err="1">
                          <a:solidFill>
                            <a:srgbClr val="FF0000"/>
                          </a:solidFill>
                        </a:rPr>
                        <a:t>Bahagia</a:t>
                      </a:r>
                      <a:endParaRPr lang="en-US" sz="2400" dirty="0">
                        <a:solidFill>
                          <a:srgbClr val="FF0000"/>
                        </a:solidFill>
                      </a:endParaRPr>
                    </a:p>
                  </a:txBody>
                  <a:tcPr marL="109728" marR="109728" marT="54864" marB="54864">
                    <a:lnB w="12700" cap="flat" cmpd="sng" algn="ctr">
                      <a:solidFill>
                        <a:schemeClr val="tx1"/>
                      </a:solidFill>
                      <a:prstDash val="solid"/>
                      <a:round/>
                      <a:headEnd type="none" w="med" len="med"/>
                      <a:tailEnd type="none" w="med" len="med"/>
                    </a:lnB>
                  </a:tcPr>
                </a:tc>
                <a:tc>
                  <a:txBody>
                    <a:bodyPr/>
                    <a:lstStyle/>
                    <a:p>
                      <a:r>
                        <a:rPr lang="en-US" sz="2400" dirty="0">
                          <a:solidFill>
                            <a:srgbClr val="FF0000"/>
                          </a:solidFill>
                        </a:rPr>
                        <a:t>Tingkat </a:t>
                      </a:r>
                      <a:r>
                        <a:rPr lang="en-US" sz="2400" dirty="0" err="1">
                          <a:solidFill>
                            <a:srgbClr val="FF0000"/>
                          </a:solidFill>
                        </a:rPr>
                        <a:t>kebahagiaan</a:t>
                      </a:r>
                      <a:endParaRPr lang="en-US" sz="2400" dirty="0">
                        <a:solidFill>
                          <a:srgbClr val="FF0000"/>
                        </a:solidFill>
                      </a:endParaRPr>
                    </a:p>
                  </a:txBody>
                  <a:tcPr marL="109728" marR="109728" marT="54864" marB="54864">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Slide Number Placeholder 1">
            <a:extLst>
              <a:ext uri="{FF2B5EF4-FFF2-40B4-BE49-F238E27FC236}">
                <a16:creationId xmlns:a16="http://schemas.microsoft.com/office/drawing/2014/main" id="{9200E76A-267E-A86E-DA56-00B72B3B7F7A}"/>
              </a:ext>
            </a:extLst>
          </p:cNvPr>
          <p:cNvSpPr>
            <a:spLocks noGrp="1"/>
          </p:cNvSpPr>
          <p:nvPr>
            <p:ph type="sldNum" sz="quarter" idx="12"/>
          </p:nvPr>
        </p:nvSpPr>
        <p:spPr/>
        <p:txBody>
          <a:bodyPr/>
          <a:lstStyle/>
          <a:p>
            <a:fld id="{CAD34C56-3DE2-4A4D-9227-67C03E05E467}" type="slidenum">
              <a:rPr lang="en-ID" smtClean="0"/>
              <a:t>12</a:t>
            </a:fld>
            <a:endParaRPr lang="en-ID"/>
          </a:p>
        </p:txBody>
      </p:sp>
    </p:spTree>
    <p:extLst>
      <p:ext uri="{BB962C8B-B14F-4D97-AF65-F5344CB8AC3E}">
        <p14:creationId xmlns:p14="http://schemas.microsoft.com/office/powerpoint/2010/main" val="3286228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Rational Agent</a:t>
            </a:r>
            <a:endParaRPr lang="en-ID"/>
          </a:p>
        </p:txBody>
      </p:sp>
      <p:sp>
        <p:nvSpPr>
          <p:cNvPr id="3" name="Content Placeholder 2"/>
          <p:cNvSpPr>
            <a:spLocks noGrp="1"/>
          </p:cNvSpPr>
          <p:nvPr>
            <p:ph idx="1"/>
          </p:nvPr>
        </p:nvSpPr>
        <p:spPr>
          <a:xfrm>
            <a:off x="883920" y="3196425"/>
            <a:ext cx="9875520" cy="2844938"/>
          </a:xfrm>
        </p:spPr>
        <p:txBody>
          <a:bodyPr>
            <a:normAutofit/>
          </a:bodyPr>
          <a:lstStyle/>
          <a:p>
            <a:r>
              <a:rPr lang="en-US" sz="2500" dirty="0"/>
              <a:t>Rational </a:t>
            </a:r>
            <a:r>
              <a:rPr lang="en-US" sz="2500" dirty="0" err="1">
                <a:solidFill>
                  <a:srgbClr val="FF0000"/>
                </a:solidFill>
              </a:rPr>
              <a:t>tidak</a:t>
            </a:r>
            <a:r>
              <a:rPr lang="en-US" sz="2500" dirty="0">
                <a:solidFill>
                  <a:srgbClr val="FF0000"/>
                </a:solidFill>
              </a:rPr>
              <a:t> </a:t>
            </a:r>
            <a:r>
              <a:rPr lang="en-US" sz="2500" dirty="0" err="1">
                <a:solidFill>
                  <a:srgbClr val="FF0000"/>
                </a:solidFill>
              </a:rPr>
              <a:t>berarti</a:t>
            </a:r>
            <a:r>
              <a:rPr lang="en-US" sz="2500" dirty="0">
                <a:solidFill>
                  <a:srgbClr val="FF0000"/>
                </a:solidFill>
              </a:rPr>
              <a:t> </a:t>
            </a:r>
            <a:r>
              <a:rPr lang="en-US" sz="2500" dirty="0" err="1">
                <a:solidFill>
                  <a:srgbClr val="FF0000"/>
                </a:solidFill>
              </a:rPr>
              <a:t>sempurna</a:t>
            </a:r>
            <a:r>
              <a:rPr lang="en-US" sz="2500" dirty="0">
                <a:solidFill>
                  <a:srgbClr val="FF0000"/>
                </a:solidFill>
              </a:rPr>
              <a:t> </a:t>
            </a:r>
            <a:r>
              <a:rPr lang="en-US" sz="2500" dirty="0"/>
              <a:t>: </a:t>
            </a:r>
            <a:r>
              <a:rPr lang="en-US" sz="2500" dirty="0" err="1"/>
              <a:t>ada</a:t>
            </a:r>
            <a:r>
              <a:rPr lang="en-US" sz="2500" dirty="0"/>
              <a:t> </a:t>
            </a:r>
            <a:r>
              <a:rPr lang="en-US" sz="2500" dirty="0" err="1"/>
              <a:t>aspek</a:t>
            </a:r>
            <a:r>
              <a:rPr lang="en-US" sz="2500" dirty="0"/>
              <a:t> </a:t>
            </a:r>
            <a:r>
              <a:rPr lang="en-US" sz="2500" dirty="0" err="1"/>
              <a:t>lingkungan</a:t>
            </a:r>
            <a:r>
              <a:rPr lang="en-US" sz="2500" dirty="0"/>
              <a:t> yang </a:t>
            </a:r>
            <a:r>
              <a:rPr lang="en-US" sz="2500" dirty="0" err="1"/>
              <a:t>tidak</a:t>
            </a:r>
            <a:r>
              <a:rPr lang="en-US" sz="2500" dirty="0"/>
              <a:t> </a:t>
            </a:r>
            <a:r>
              <a:rPr lang="en-US" sz="2500" dirty="0" err="1"/>
              <a:t>diketahui</a:t>
            </a:r>
            <a:r>
              <a:rPr lang="en-US" sz="2500" dirty="0"/>
              <a:t>, di </a:t>
            </a:r>
            <a:r>
              <a:rPr lang="en-US" sz="2500" dirty="0" err="1"/>
              <a:t>luar</a:t>
            </a:r>
            <a:r>
              <a:rPr lang="en-US" sz="2500" dirty="0"/>
              <a:t> </a:t>
            </a:r>
            <a:r>
              <a:rPr lang="en-US" sz="2500" dirty="0" err="1"/>
              <a:t>kendali</a:t>
            </a:r>
            <a:r>
              <a:rPr lang="en-US" sz="2500" dirty="0"/>
              <a:t>.</a:t>
            </a:r>
          </a:p>
          <a:p>
            <a:r>
              <a:rPr lang="en-US" sz="2500" dirty="0"/>
              <a:t>Agent </a:t>
            </a:r>
            <a:r>
              <a:rPr lang="en-US" sz="2500" dirty="0" err="1"/>
              <a:t>melakukan</a:t>
            </a:r>
            <a:r>
              <a:rPr lang="en-US" sz="2500" dirty="0"/>
              <a:t> </a:t>
            </a:r>
            <a:r>
              <a:rPr lang="en-US" sz="2500" dirty="0" err="1"/>
              <a:t>tindakan</a:t>
            </a:r>
            <a:r>
              <a:rPr lang="en-US" sz="2500" dirty="0"/>
              <a:t> </a:t>
            </a:r>
            <a:r>
              <a:rPr lang="en-US" sz="2500" dirty="0">
                <a:sym typeface="Wingdings" pitchFamily="2" charset="2"/>
              </a:rPr>
              <a:t> </a:t>
            </a:r>
            <a:r>
              <a:rPr lang="en-US" sz="2500" dirty="0" err="1">
                <a:sym typeface="Wingdings" pitchFamily="2" charset="2"/>
              </a:rPr>
              <a:t>memperbaiki</a:t>
            </a:r>
            <a:r>
              <a:rPr lang="en-US" sz="2500" dirty="0">
                <a:sym typeface="Wingdings" pitchFamily="2" charset="2"/>
              </a:rPr>
              <a:t> </a:t>
            </a:r>
            <a:r>
              <a:rPr lang="en-US" sz="2500" dirty="0" err="1">
                <a:sym typeface="Wingdings" pitchFamily="2" charset="2"/>
              </a:rPr>
              <a:t>wawasan</a:t>
            </a:r>
            <a:r>
              <a:rPr lang="en-US" sz="2500" dirty="0">
                <a:sym typeface="Wingdings" pitchFamily="2" charset="2"/>
              </a:rPr>
              <a:t> </a:t>
            </a:r>
            <a:r>
              <a:rPr lang="en-US" sz="2500" dirty="0" err="1">
                <a:sym typeface="Wingdings" pitchFamily="2" charset="2"/>
              </a:rPr>
              <a:t>kedepan</a:t>
            </a:r>
            <a:r>
              <a:rPr lang="en-US" sz="2500" dirty="0">
                <a:sym typeface="Wingdings" pitchFamily="2" charset="2"/>
              </a:rPr>
              <a:t> </a:t>
            </a:r>
            <a:r>
              <a:rPr lang="en-US" sz="2500" dirty="0" err="1">
                <a:sym typeface="Wingdings" pitchFamily="2" charset="2"/>
              </a:rPr>
              <a:t>untuk</a:t>
            </a:r>
            <a:r>
              <a:rPr lang="en-US" sz="2500" dirty="0">
                <a:sym typeface="Wingdings" pitchFamily="2" charset="2"/>
              </a:rPr>
              <a:t> </a:t>
            </a:r>
            <a:r>
              <a:rPr lang="en-US" sz="2500" dirty="0" err="1">
                <a:sym typeface="Wingdings" pitchFamily="2" charset="2"/>
              </a:rPr>
              <a:t>memperoleh</a:t>
            </a:r>
            <a:r>
              <a:rPr lang="en-US" sz="2500" dirty="0">
                <a:sym typeface="Wingdings" pitchFamily="2" charset="2"/>
              </a:rPr>
              <a:t> </a:t>
            </a:r>
            <a:r>
              <a:rPr lang="en-US" sz="2500" dirty="0" err="1">
                <a:sym typeface="Wingdings" pitchFamily="2" charset="2"/>
              </a:rPr>
              <a:t>informasi</a:t>
            </a:r>
            <a:r>
              <a:rPr lang="en-US" sz="2500" dirty="0">
                <a:sym typeface="Wingdings" pitchFamily="2" charset="2"/>
              </a:rPr>
              <a:t> </a:t>
            </a:r>
            <a:r>
              <a:rPr lang="en-US" sz="2500" dirty="0" err="1">
                <a:sym typeface="Wingdings" pitchFamily="2" charset="2"/>
              </a:rPr>
              <a:t>penting</a:t>
            </a:r>
            <a:r>
              <a:rPr lang="en-US" sz="2500" dirty="0">
                <a:sym typeface="Wingdings" pitchFamily="2" charset="2"/>
              </a:rPr>
              <a:t> (</a:t>
            </a:r>
            <a:r>
              <a:rPr lang="en-US" sz="2500" i="1" dirty="0">
                <a:solidFill>
                  <a:srgbClr val="FF0000"/>
                </a:solidFill>
                <a:sym typeface="Wingdings" pitchFamily="2" charset="2"/>
              </a:rPr>
              <a:t>information gathering, exploration</a:t>
            </a:r>
            <a:r>
              <a:rPr lang="en-US" sz="2500" dirty="0">
                <a:sym typeface="Wingdings" pitchFamily="2" charset="2"/>
              </a:rPr>
              <a:t>)</a:t>
            </a:r>
          </a:p>
          <a:p>
            <a:r>
              <a:rPr lang="en-US" sz="2500" dirty="0" err="1">
                <a:sym typeface="Wingdings" pitchFamily="2" charset="2"/>
              </a:rPr>
              <a:t>Agen</a:t>
            </a:r>
            <a:r>
              <a:rPr lang="en-US" sz="2500" dirty="0">
                <a:sym typeface="Wingdings" pitchFamily="2" charset="2"/>
              </a:rPr>
              <a:t> </a:t>
            </a:r>
            <a:r>
              <a:rPr lang="en-US" sz="2500" dirty="0" err="1">
                <a:sym typeface="Wingdings" pitchFamily="2" charset="2"/>
              </a:rPr>
              <a:t>dikatakan</a:t>
            </a:r>
            <a:r>
              <a:rPr lang="en-US" sz="2500" dirty="0">
                <a:sym typeface="Wingdings" pitchFamily="2" charset="2"/>
              </a:rPr>
              <a:t> </a:t>
            </a:r>
            <a:r>
              <a:rPr lang="en-US" sz="2500" i="1" dirty="0">
                <a:solidFill>
                  <a:srgbClr val="FF0000"/>
                </a:solidFill>
                <a:sym typeface="Wingdings" pitchFamily="2" charset="2"/>
              </a:rPr>
              <a:t>autonomous</a:t>
            </a:r>
            <a:r>
              <a:rPr lang="en-US" sz="2500" i="1" dirty="0">
                <a:sym typeface="Wingdings" pitchFamily="2" charset="2"/>
              </a:rPr>
              <a:t> </a:t>
            </a:r>
            <a:r>
              <a:rPr lang="en-US" sz="2500" dirty="0" err="1">
                <a:sym typeface="Wingdings" pitchFamily="2" charset="2"/>
              </a:rPr>
              <a:t>jika</a:t>
            </a:r>
            <a:r>
              <a:rPr lang="en-US" sz="2500" dirty="0">
                <a:sym typeface="Wingdings" pitchFamily="2" charset="2"/>
              </a:rPr>
              <a:t> </a:t>
            </a:r>
            <a:r>
              <a:rPr lang="en-US" sz="2500" dirty="0" err="1">
                <a:sym typeface="Wingdings" pitchFamily="2" charset="2"/>
              </a:rPr>
              <a:t>perilaku</a:t>
            </a:r>
            <a:r>
              <a:rPr lang="en-US" sz="2500" dirty="0">
                <a:sym typeface="Wingdings" pitchFamily="2" charset="2"/>
              </a:rPr>
              <a:t> agent </a:t>
            </a:r>
            <a:r>
              <a:rPr lang="en-US" sz="2500" dirty="0" err="1">
                <a:sym typeface="Wingdings" pitchFamily="2" charset="2"/>
              </a:rPr>
              <a:t>ditentukan</a:t>
            </a:r>
            <a:r>
              <a:rPr lang="en-US" sz="2500" dirty="0">
                <a:sym typeface="Wingdings" pitchFamily="2" charset="2"/>
              </a:rPr>
              <a:t> </a:t>
            </a:r>
            <a:r>
              <a:rPr lang="en-US" sz="2500" dirty="0" err="1">
                <a:sym typeface="Wingdings" pitchFamily="2" charset="2"/>
              </a:rPr>
              <a:t>oleh</a:t>
            </a:r>
            <a:r>
              <a:rPr lang="en-US" sz="2500" dirty="0">
                <a:sym typeface="Wingdings" pitchFamily="2" charset="2"/>
              </a:rPr>
              <a:t> </a:t>
            </a:r>
            <a:r>
              <a:rPr lang="en-US" sz="2500" dirty="0" err="1">
                <a:sym typeface="Wingdings" pitchFamily="2" charset="2"/>
              </a:rPr>
              <a:t>pengalaman</a:t>
            </a:r>
            <a:r>
              <a:rPr lang="en-US" sz="2500" dirty="0">
                <a:sym typeface="Wingdings" pitchFamily="2" charset="2"/>
              </a:rPr>
              <a:t> </a:t>
            </a:r>
            <a:r>
              <a:rPr lang="en-US" sz="2500" dirty="0" err="1">
                <a:sym typeface="Wingdings" pitchFamily="2" charset="2"/>
              </a:rPr>
              <a:t>sendiri</a:t>
            </a:r>
            <a:r>
              <a:rPr lang="en-US" sz="2500" dirty="0">
                <a:sym typeface="Wingdings" pitchFamily="2" charset="2"/>
              </a:rPr>
              <a:t> (</a:t>
            </a:r>
            <a:r>
              <a:rPr lang="en-US" sz="2500" dirty="0" err="1">
                <a:sym typeface="Wingdings" pitchFamily="2" charset="2"/>
              </a:rPr>
              <a:t>kemampuan</a:t>
            </a:r>
            <a:r>
              <a:rPr lang="en-US" sz="2500" dirty="0">
                <a:sym typeface="Wingdings" pitchFamily="2" charset="2"/>
              </a:rPr>
              <a:t> </a:t>
            </a:r>
            <a:r>
              <a:rPr lang="en-US" sz="2500" dirty="0" err="1">
                <a:sym typeface="Wingdings" pitchFamily="2" charset="2"/>
              </a:rPr>
              <a:t>untuk</a:t>
            </a:r>
            <a:r>
              <a:rPr lang="en-US" sz="2500" dirty="0">
                <a:sym typeface="Wingdings" pitchFamily="2" charset="2"/>
              </a:rPr>
              <a:t> </a:t>
            </a:r>
            <a:r>
              <a:rPr lang="en-US" sz="2500" dirty="0" err="1">
                <a:sym typeface="Wingdings" pitchFamily="2" charset="2"/>
              </a:rPr>
              <a:t>belajar</a:t>
            </a:r>
            <a:r>
              <a:rPr lang="en-US" sz="2500" dirty="0">
                <a:sym typeface="Wingdings" pitchFamily="2" charset="2"/>
              </a:rPr>
              <a:t> </a:t>
            </a:r>
            <a:r>
              <a:rPr lang="en-US" sz="2500" dirty="0" err="1">
                <a:sym typeface="Wingdings" pitchFamily="2" charset="2"/>
              </a:rPr>
              <a:t>dan</a:t>
            </a:r>
            <a:r>
              <a:rPr lang="en-US" sz="2500" dirty="0">
                <a:sym typeface="Wingdings" pitchFamily="2" charset="2"/>
              </a:rPr>
              <a:t> </a:t>
            </a:r>
            <a:r>
              <a:rPr lang="en-US" sz="2500" dirty="0" err="1">
                <a:sym typeface="Wingdings" pitchFamily="2" charset="2"/>
              </a:rPr>
              <a:t>beradaptasi</a:t>
            </a:r>
            <a:r>
              <a:rPr lang="en-US" sz="2500" dirty="0">
                <a:sym typeface="Wingdings" pitchFamily="2" charset="2"/>
              </a:rPr>
              <a:t>)</a:t>
            </a:r>
            <a:endParaRPr lang="en-US" sz="2500" dirty="0"/>
          </a:p>
        </p:txBody>
      </p:sp>
      <p:sp>
        <p:nvSpPr>
          <p:cNvPr id="4" name="TextBox 3"/>
          <p:cNvSpPr txBox="1"/>
          <p:nvPr/>
        </p:nvSpPr>
        <p:spPr>
          <a:xfrm>
            <a:off x="883920" y="1694316"/>
            <a:ext cx="9875520" cy="1246495"/>
          </a:xfrm>
          <a:prstGeom prst="rect">
            <a:avLst/>
          </a:prstGeom>
          <a:noFill/>
          <a:ln>
            <a:solidFill>
              <a:srgbClr val="FF0000"/>
            </a:solidFill>
          </a:ln>
        </p:spPr>
        <p:txBody>
          <a:bodyPr wrap="square" rtlCol="0">
            <a:spAutoFit/>
          </a:bodyPr>
          <a:lstStyle/>
          <a:p>
            <a:r>
              <a:rPr lang="en-US" sz="2500" b="1" dirty="0">
                <a:solidFill>
                  <a:srgbClr val="FF0000"/>
                </a:solidFill>
                <a:latin typeface="Calibri" panose="020F0502020204030204" pitchFamily="34" charset="0"/>
                <a:cs typeface="Calibri" panose="020F0502020204030204" pitchFamily="34" charset="0"/>
              </a:rPr>
              <a:t>RATIONAL AGENT : </a:t>
            </a:r>
            <a:r>
              <a:rPr lang="en-US" sz="2500" dirty="0" err="1">
                <a:latin typeface="Calibri" panose="020F0502020204030204" pitchFamily="34" charset="0"/>
                <a:cs typeface="Calibri" panose="020F0502020204030204" pitchFamily="34" charset="0"/>
              </a:rPr>
              <a:t>suatu</a:t>
            </a:r>
            <a:r>
              <a:rPr lang="en-US" sz="2500" dirty="0">
                <a:latin typeface="Calibri" panose="020F0502020204030204" pitchFamily="34" charset="0"/>
                <a:cs typeface="Calibri" panose="020F0502020204030204" pitchFamily="34" charset="0"/>
              </a:rPr>
              <a:t> agent yang </a:t>
            </a:r>
            <a:r>
              <a:rPr lang="en-US" sz="2500" dirty="0" err="1">
                <a:latin typeface="Calibri" panose="020F0502020204030204" pitchFamily="34" charset="0"/>
                <a:cs typeface="Calibri" panose="020F0502020204030204" pitchFamily="34" charset="0"/>
              </a:rPr>
              <a:t>selalu</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bertindak</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memaksimalkan</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ukuran</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kinerja</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mengingat</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apa</a:t>
            </a:r>
            <a:r>
              <a:rPr lang="en-US" sz="2500" dirty="0">
                <a:latin typeface="Calibri" panose="020F0502020204030204" pitchFamily="34" charset="0"/>
                <a:cs typeface="Calibri" panose="020F0502020204030204" pitchFamily="34" charset="0"/>
              </a:rPr>
              <a:t> yang </a:t>
            </a:r>
            <a:r>
              <a:rPr lang="en-US" sz="2500" dirty="0" err="1">
                <a:latin typeface="Calibri" panose="020F0502020204030204" pitchFamily="34" charset="0"/>
                <a:cs typeface="Calibri" panose="020F0502020204030204" pitchFamily="34" charset="0"/>
              </a:rPr>
              <a:t>ia</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amati</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tentang</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lingkungan</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dan</a:t>
            </a:r>
            <a:r>
              <a:rPr lang="en-US" sz="2500" dirty="0">
                <a:latin typeface="Calibri" panose="020F0502020204030204" pitchFamily="34" charset="0"/>
                <a:cs typeface="Calibri" panose="020F0502020204030204" pitchFamily="34" charset="0"/>
              </a:rPr>
              <a:t> </a:t>
            </a:r>
            <a:r>
              <a:rPr lang="en-US" sz="2500" dirty="0" err="1">
                <a:latin typeface="Calibri" panose="020F0502020204030204" pitchFamily="34" charset="0"/>
                <a:cs typeface="Calibri" panose="020F0502020204030204" pitchFamily="34" charset="0"/>
              </a:rPr>
              <a:t>pengetahuan</a:t>
            </a:r>
            <a:r>
              <a:rPr lang="en-US" sz="2500" dirty="0">
                <a:latin typeface="Calibri" panose="020F0502020204030204" pitchFamily="34" charset="0"/>
                <a:cs typeface="Calibri" panose="020F0502020204030204" pitchFamily="34" charset="0"/>
              </a:rPr>
              <a:t> lain yang </a:t>
            </a:r>
            <a:r>
              <a:rPr lang="en-US" sz="2500" dirty="0" err="1">
                <a:latin typeface="Calibri" panose="020F0502020204030204" pitchFamily="34" charset="0"/>
                <a:cs typeface="Calibri" panose="020F0502020204030204" pitchFamily="34" charset="0"/>
              </a:rPr>
              <a:t>dimilikinya</a:t>
            </a:r>
            <a:r>
              <a:rPr lang="en-US" sz="2500" dirty="0">
                <a:latin typeface="Calibri" panose="020F0502020204030204" pitchFamily="34" charset="0"/>
                <a:cs typeface="Calibri" panose="020F0502020204030204" pitchFamily="34" charset="0"/>
              </a:rPr>
              <a:t>.</a:t>
            </a:r>
          </a:p>
        </p:txBody>
      </p:sp>
      <p:sp>
        <p:nvSpPr>
          <p:cNvPr id="2" name="Slide Number Placeholder 1">
            <a:extLst>
              <a:ext uri="{FF2B5EF4-FFF2-40B4-BE49-F238E27FC236}">
                <a16:creationId xmlns:a16="http://schemas.microsoft.com/office/drawing/2014/main" id="{BFD17809-6535-C5B9-74CD-9E200E1C9B85}"/>
              </a:ext>
            </a:extLst>
          </p:cNvPr>
          <p:cNvSpPr>
            <a:spLocks noGrp="1"/>
          </p:cNvSpPr>
          <p:nvPr>
            <p:ph type="sldNum" sz="quarter" idx="12"/>
          </p:nvPr>
        </p:nvSpPr>
        <p:spPr/>
        <p:txBody>
          <a:bodyPr/>
          <a:lstStyle/>
          <a:p>
            <a:fld id="{CAD34C56-3DE2-4A4D-9227-67C03E05E467}" type="slidenum">
              <a:rPr lang="en-ID" smtClean="0"/>
              <a:t>13</a:t>
            </a:fld>
            <a:endParaRPr lang="en-ID"/>
          </a:p>
        </p:txBody>
      </p:sp>
    </p:spTree>
    <p:extLst>
      <p:ext uri="{BB962C8B-B14F-4D97-AF65-F5344CB8AC3E}">
        <p14:creationId xmlns:p14="http://schemas.microsoft.com/office/powerpoint/2010/main" val="849980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environment</a:t>
            </a:r>
          </a:p>
        </p:txBody>
      </p:sp>
      <p:sp>
        <p:nvSpPr>
          <p:cNvPr id="3" name="Content Placeholder 2"/>
          <p:cNvSpPr>
            <a:spLocks noGrp="1"/>
          </p:cNvSpPr>
          <p:nvPr>
            <p:ph idx="1"/>
          </p:nvPr>
        </p:nvSpPr>
        <p:spPr>
          <a:xfrm>
            <a:off x="677334" y="1626726"/>
            <a:ext cx="9707069" cy="4559388"/>
          </a:xfrm>
        </p:spPr>
        <p:txBody>
          <a:bodyPr>
            <a:noAutofit/>
          </a:bodyPr>
          <a:lstStyle/>
          <a:p>
            <a:r>
              <a:rPr lang="en-US" sz="2800" dirty="0" err="1"/>
              <a:t>Ketika</a:t>
            </a:r>
            <a:r>
              <a:rPr lang="en-US" sz="2800" dirty="0"/>
              <a:t> </a:t>
            </a:r>
            <a:r>
              <a:rPr lang="en-US" sz="2800" dirty="0" err="1"/>
              <a:t>merancang</a:t>
            </a:r>
            <a:r>
              <a:rPr lang="en-US" sz="2800" dirty="0"/>
              <a:t> </a:t>
            </a:r>
            <a:r>
              <a:rPr lang="en-US" sz="2800" dirty="0" err="1"/>
              <a:t>sebuah</a:t>
            </a:r>
            <a:r>
              <a:rPr lang="en-US" sz="2800" dirty="0"/>
              <a:t> agent, </a:t>
            </a:r>
            <a:r>
              <a:rPr lang="en-US" sz="2800" dirty="0" err="1"/>
              <a:t>kita</a:t>
            </a:r>
            <a:r>
              <a:rPr lang="en-US" sz="2800" dirty="0"/>
              <a:t> </a:t>
            </a:r>
            <a:r>
              <a:rPr lang="en-US" sz="2800" dirty="0" err="1"/>
              <a:t>harus</a:t>
            </a:r>
            <a:r>
              <a:rPr lang="en-US" sz="2800" dirty="0"/>
              <a:t> </a:t>
            </a:r>
            <a:r>
              <a:rPr lang="en-US" sz="2800" dirty="0" err="1"/>
              <a:t>mendefinisikan</a:t>
            </a:r>
            <a:r>
              <a:rPr lang="en-US" sz="2800" dirty="0"/>
              <a:t> </a:t>
            </a:r>
            <a:r>
              <a:rPr lang="en-US" sz="2800" dirty="0" err="1"/>
              <a:t>lingkungan</a:t>
            </a:r>
            <a:r>
              <a:rPr lang="en-US" sz="2800" dirty="0"/>
              <a:t> </a:t>
            </a:r>
            <a:r>
              <a:rPr lang="en-US" sz="2800" dirty="0" err="1"/>
              <a:t>masalah</a:t>
            </a:r>
            <a:r>
              <a:rPr lang="en-US" sz="2800" dirty="0"/>
              <a:t> (</a:t>
            </a:r>
            <a:r>
              <a:rPr lang="en-US" sz="2800" dirty="0">
                <a:solidFill>
                  <a:srgbClr val="FF0000"/>
                </a:solidFill>
              </a:rPr>
              <a:t>task environment</a:t>
            </a:r>
            <a:r>
              <a:rPr lang="en-US" sz="2800" dirty="0"/>
              <a:t>), </a:t>
            </a:r>
            <a:r>
              <a:rPr lang="en-US" sz="2800" dirty="0" err="1"/>
              <a:t>yakni</a:t>
            </a:r>
            <a:r>
              <a:rPr lang="en-US" sz="2800" dirty="0"/>
              <a:t> </a:t>
            </a:r>
            <a:r>
              <a:rPr lang="en-US" sz="2800" dirty="0">
                <a:solidFill>
                  <a:srgbClr val="FF0000"/>
                </a:solidFill>
              </a:rPr>
              <a:t>PEAS</a:t>
            </a:r>
            <a:r>
              <a:rPr lang="en-US" sz="2800" dirty="0"/>
              <a:t>:</a:t>
            </a:r>
          </a:p>
          <a:p>
            <a:pPr marL="452438" lvl="1" indent="-323850"/>
            <a:r>
              <a:rPr lang="en-US" sz="2800" dirty="0">
                <a:solidFill>
                  <a:srgbClr val="FF0000"/>
                </a:solidFill>
              </a:rPr>
              <a:t>P</a:t>
            </a:r>
            <a:r>
              <a:rPr lang="en-US" sz="2800" dirty="0"/>
              <a:t>erformance measure : </a:t>
            </a:r>
            <a:r>
              <a:rPr lang="en-US" sz="2800" dirty="0" err="1"/>
              <a:t>apa</a:t>
            </a:r>
            <a:r>
              <a:rPr lang="en-US" sz="2800" dirty="0"/>
              <a:t> </a:t>
            </a:r>
            <a:r>
              <a:rPr lang="en-US" sz="2800" dirty="0" err="1"/>
              <a:t>saja</a:t>
            </a:r>
            <a:r>
              <a:rPr lang="en-US" sz="2800" dirty="0"/>
              <a:t> </a:t>
            </a:r>
            <a:r>
              <a:rPr lang="en-US" sz="2800" dirty="0" err="1"/>
              <a:t>komponen</a:t>
            </a:r>
            <a:r>
              <a:rPr lang="en-US" sz="2800" dirty="0"/>
              <a:t> </a:t>
            </a:r>
            <a:r>
              <a:rPr lang="en-US" sz="2800" dirty="0" err="1"/>
              <a:t>pengukur</a:t>
            </a:r>
            <a:r>
              <a:rPr lang="en-US" sz="2800" dirty="0"/>
              <a:t> </a:t>
            </a:r>
            <a:r>
              <a:rPr lang="en-US" sz="2800" dirty="0" err="1"/>
              <a:t>keberhasilan</a:t>
            </a:r>
            <a:r>
              <a:rPr lang="en-US" sz="2800" dirty="0"/>
              <a:t> </a:t>
            </a:r>
            <a:r>
              <a:rPr lang="en-US" sz="2800" dirty="0" err="1"/>
              <a:t>si</a:t>
            </a:r>
            <a:r>
              <a:rPr lang="en-US" sz="2800" dirty="0"/>
              <a:t> agent?</a:t>
            </a:r>
          </a:p>
          <a:p>
            <a:pPr marL="452438" lvl="1" indent="-323850"/>
            <a:r>
              <a:rPr lang="en-US" sz="2800" dirty="0">
                <a:solidFill>
                  <a:srgbClr val="FF0000"/>
                </a:solidFill>
              </a:rPr>
              <a:t>E</a:t>
            </a:r>
            <a:r>
              <a:rPr lang="en-US" sz="2800" dirty="0"/>
              <a:t>nvironment : </a:t>
            </a:r>
            <a:r>
              <a:rPr lang="en-US" sz="2800" dirty="0" err="1"/>
              <a:t>kondisi</a:t>
            </a:r>
            <a:r>
              <a:rPr lang="en-US" sz="2800" dirty="0"/>
              <a:t> </a:t>
            </a:r>
            <a:r>
              <a:rPr lang="en-US" sz="2800" dirty="0" err="1"/>
              <a:t>apa</a:t>
            </a:r>
            <a:r>
              <a:rPr lang="en-US" sz="2800" dirty="0"/>
              <a:t> </a:t>
            </a:r>
            <a:r>
              <a:rPr lang="en-US" sz="2800" dirty="0" err="1"/>
              <a:t>saja</a:t>
            </a:r>
            <a:r>
              <a:rPr lang="en-US" sz="2800" dirty="0"/>
              <a:t> yang </a:t>
            </a:r>
            <a:r>
              <a:rPr lang="en-US" sz="2800" dirty="0" err="1"/>
              <a:t>ada</a:t>
            </a:r>
            <a:r>
              <a:rPr lang="en-US" sz="2800" dirty="0"/>
              <a:t> di </a:t>
            </a:r>
            <a:r>
              <a:rPr lang="en-US" sz="2800" dirty="0" err="1"/>
              <a:t>sekitar</a:t>
            </a:r>
            <a:r>
              <a:rPr lang="en-US" sz="2800" dirty="0"/>
              <a:t> </a:t>
            </a:r>
            <a:r>
              <a:rPr lang="en-US" sz="2800" dirty="0" err="1"/>
              <a:t>si</a:t>
            </a:r>
            <a:r>
              <a:rPr lang="en-US" sz="2800" dirty="0"/>
              <a:t> agent?</a:t>
            </a:r>
          </a:p>
          <a:p>
            <a:pPr marL="452438" lvl="1" indent="-323850"/>
            <a:r>
              <a:rPr lang="en-US" sz="2800" dirty="0">
                <a:solidFill>
                  <a:srgbClr val="FF0000"/>
                </a:solidFill>
              </a:rPr>
              <a:t>A</a:t>
            </a:r>
            <a:r>
              <a:rPr lang="en-US" sz="2800" dirty="0"/>
              <a:t>ctuators : </a:t>
            </a:r>
            <a:r>
              <a:rPr lang="en-US" sz="2800" dirty="0" err="1"/>
              <a:t>apa</a:t>
            </a:r>
            <a:r>
              <a:rPr lang="en-US" sz="2800" dirty="0"/>
              <a:t> </a:t>
            </a:r>
            <a:r>
              <a:rPr lang="en-US" sz="2800" dirty="0" err="1"/>
              <a:t>saja</a:t>
            </a:r>
            <a:r>
              <a:rPr lang="en-US" sz="2800" dirty="0"/>
              <a:t> yang </a:t>
            </a:r>
            <a:r>
              <a:rPr lang="en-US" sz="2800" dirty="0" err="1"/>
              <a:t>bisa</a:t>
            </a:r>
            <a:r>
              <a:rPr lang="en-US" sz="2800" dirty="0"/>
              <a:t> </a:t>
            </a:r>
            <a:r>
              <a:rPr lang="en-US" sz="2800" dirty="0" err="1"/>
              <a:t>dilakukan</a:t>
            </a:r>
            <a:r>
              <a:rPr lang="en-US" sz="2800" dirty="0"/>
              <a:t> </a:t>
            </a:r>
            <a:r>
              <a:rPr lang="en-US" sz="2800" dirty="0" err="1"/>
              <a:t>si</a:t>
            </a:r>
            <a:r>
              <a:rPr lang="en-US" sz="2800" dirty="0"/>
              <a:t> agent?</a:t>
            </a:r>
          </a:p>
          <a:p>
            <a:pPr marL="452438" lvl="1" indent="-323850"/>
            <a:r>
              <a:rPr lang="en-US" sz="2800" dirty="0">
                <a:solidFill>
                  <a:srgbClr val="FF0000"/>
                </a:solidFill>
              </a:rPr>
              <a:t>S</a:t>
            </a:r>
            <a:r>
              <a:rPr lang="en-US" sz="2800" dirty="0"/>
              <a:t>ensors : </a:t>
            </a:r>
            <a:r>
              <a:rPr lang="en-US" sz="2800" dirty="0" err="1"/>
              <a:t>apa</a:t>
            </a:r>
            <a:r>
              <a:rPr lang="en-US" sz="2800" dirty="0"/>
              <a:t> </a:t>
            </a:r>
            <a:r>
              <a:rPr lang="en-US" sz="2800" dirty="0" err="1"/>
              <a:t>saja</a:t>
            </a:r>
            <a:r>
              <a:rPr lang="en-US" sz="2800" dirty="0"/>
              <a:t> yang </a:t>
            </a:r>
            <a:r>
              <a:rPr lang="en-US" sz="2800" dirty="0" err="1"/>
              <a:t>menjadi</a:t>
            </a:r>
            <a:r>
              <a:rPr lang="en-US" sz="2800" dirty="0"/>
              <a:t> input </a:t>
            </a:r>
            <a:r>
              <a:rPr lang="en-US" sz="2800" dirty="0" err="1"/>
              <a:t>si</a:t>
            </a:r>
            <a:r>
              <a:rPr lang="en-US" sz="2800" dirty="0"/>
              <a:t> agent</a:t>
            </a:r>
          </a:p>
        </p:txBody>
      </p:sp>
      <p:sp>
        <p:nvSpPr>
          <p:cNvPr id="4" name="Slide Number Placeholder 3">
            <a:extLst>
              <a:ext uri="{FF2B5EF4-FFF2-40B4-BE49-F238E27FC236}">
                <a16:creationId xmlns:a16="http://schemas.microsoft.com/office/drawing/2014/main" id="{88A61E47-5228-F230-0A30-74B572939C63}"/>
              </a:ext>
            </a:extLst>
          </p:cNvPr>
          <p:cNvSpPr>
            <a:spLocks noGrp="1"/>
          </p:cNvSpPr>
          <p:nvPr>
            <p:ph type="sldNum" sz="quarter" idx="12"/>
          </p:nvPr>
        </p:nvSpPr>
        <p:spPr/>
        <p:txBody>
          <a:bodyPr/>
          <a:lstStyle/>
          <a:p>
            <a:fld id="{CAD34C56-3DE2-4A4D-9227-67C03E05E467}" type="slidenum">
              <a:rPr lang="en-ID" smtClean="0"/>
              <a:t>14</a:t>
            </a:fld>
            <a:endParaRPr lang="en-ID"/>
          </a:p>
        </p:txBody>
      </p:sp>
    </p:spTree>
    <p:extLst>
      <p:ext uri="{BB962C8B-B14F-4D97-AF65-F5344CB8AC3E}">
        <p14:creationId xmlns:p14="http://schemas.microsoft.com/office/powerpoint/2010/main" val="3205825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err="1"/>
              <a:t>Contoh</a:t>
            </a:r>
            <a:r>
              <a:rPr lang="en-US" dirty="0"/>
              <a:t> </a:t>
            </a:r>
            <a:r>
              <a:rPr lang="en-US"/>
              <a:t>: Agen </a:t>
            </a:r>
            <a:r>
              <a:rPr lang="en-US" dirty="0" err="1"/>
              <a:t>Taksi</a:t>
            </a:r>
            <a:r>
              <a:rPr lang="en-US" dirty="0"/>
              <a:t> </a:t>
            </a:r>
            <a:r>
              <a:rPr lang="en-US" dirty="0" err="1"/>
              <a:t>otomatis</a:t>
            </a:r>
            <a:endParaRPr lang="en-US" dirty="0"/>
          </a:p>
        </p:txBody>
      </p:sp>
      <p:sp>
        <p:nvSpPr>
          <p:cNvPr id="3" name="Content Placeholder 2"/>
          <p:cNvSpPr>
            <a:spLocks noGrp="1"/>
          </p:cNvSpPr>
          <p:nvPr>
            <p:ph idx="1"/>
          </p:nvPr>
        </p:nvSpPr>
        <p:spPr>
          <a:xfrm>
            <a:off x="839416" y="2060848"/>
            <a:ext cx="10332720" cy="4576570"/>
          </a:xfrm>
        </p:spPr>
        <p:txBody>
          <a:bodyPr>
            <a:normAutofit/>
          </a:bodyPr>
          <a:lstStyle/>
          <a:p>
            <a:r>
              <a:rPr lang="en-US" sz="3200" dirty="0" err="1"/>
              <a:t>Sebuah</a:t>
            </a:r>
            <a:r>
              <a:rPr lang="en-US" sz="3200" dirty="0"/>
              <a:t> agent </a:t>
            </a:r>
            <a:r>
              <a:rPr lang="en-US" sz="3200" dirty="0" err="1"/>
              <a:t>taksi</a:t>
            </a:r>
            <a:r>
              <a:rPr lang="en-US" sz="3200" dirty="0"/>
              <a:t> </a:t>
            </a:r>
            <a:r>
              <a:rPr lang="en-US" sz="3200" dirty="0" err="1"/>
              <a:t>otomatis</a:t>
            </a:r>
            <a:r>
              <a:rPr lang="en-US" sz="3200" dirty="0"/>
              <a:t> </a:t>
            </a:r>
            <a:r>
              <a:rPr lang="en-US" sz="3200" dirty="0" err="1"/>
              <a:t>menerima</a:t>
            </a:r>
            <a:r>
              <a:rPr lang="en-US" sz="3200" dirty="0"/>
              <a:t> </a:t>
            </a:r>
            <a:r>
              <a:rPr lang="en-US" sz="3200" dirty="0" err="1"/>
              <a:t>penumpang</a:t>
            </a:r>
            <a:r>
              <a:rPr lang="en-US" sz="3200" dirty="0"/>
              <a:t> </a:t>
            </a:r>
            <a:r>
              <a:rPr lang="en-US" sz="3200" dirty="0" err="1"/>
              <a:t>dan</a:t>
            </a:r>
            <a:r>
              <a:rPr lang="en-US" sz="3200" dirty="0"/>
              <a:t> </a:t>
            </a:r>
            <a:r>
              <a:rPr lang="en-US" sz="3200" dirty="0" err="1"/>
              <a:t>mengantarkannya</a:t>
            </a:r>
            <a:r>
              <a:rPr lang="en-US" sz="3200" dirty="0"/>
              <a:t> </a:t>
            </a:r>
            <a:r>
              <a:rPr lang="en-US" sz="3200" dirty="0" err="1"/>
              <a:t>ke</a:t>
            </a:r>
            <a:r>
              <a:rPr lang="en-US" sz="3200" dirty="0"/>
              <a:t> </a:t>
            </a:r>
            <a:r>
              <a:rPr lang="en-US" sz="3200" dirty="0" err="1"/>
              <a:t>tujuan</a:t>
            </a:r>
            <a:endParaRPr lang="en-US" sz="3200" dirty="0"/>
          </a:p>
          <a:p>
            <a:pPr lvl="1"/>
            <a:r>
              <a:rPr lang="en-US" sz="2800" dirty="0">
                <a:solidFill>
                  <a:srgbClr val="FF0000"/>
                </a:solidFill>
              </a:rPr>
              <a:t>Performance measure</a:t>
            </a:r>
            <a:r>
              <a:rPr lang="en-US" sz="2800" dirty="0"/>
              <a:t> : </a:t>
            </a:r>
            <a:r>
              <a:rPr lang="en-US" sz="2800" dirty="0" err="1"/>
              <a:t>tujuan</a:t>
            </a:r>
            <a:r>
              <a:rPr lang="en-US" sz="2800" dirty="0"/>
              <a:t> </a:t>
            </a:r>
            <a:r>
              <a:rPr lang="en-US" sz="2800" dirty="0" err="1"/>
              <a:t>penumpang</a:t>
            </a:r>
            <a:r>
              <a:rPr lang="en-US" sz="2800" dirty="0"/>
              <a:t>, </a:t>
            </a:r>
            <a:r>
              <a:rPr lang="en-US" sz="2800" dirty="0" err="1"/>
              <a:t>tidak</a:t>
            </a:r>
            <a:r>
              <a:rPr lang="en-US" sz="2800" dirty="0"/>
              <a:t> </a:t>
            </a:r>
            <a:r>
              <a:rPr lang="en-US" sz="2800" dirty="0" err="1"/>
              <a:t>melanggar</a:t>
            </a:r>
            <a:r>
              <a:rPr lang="en-US" sz="2800" dirty="0"/>
              <a:t> </a:t>
            </a:r>
            <a:r>
              <a:rPr lang="en-US" sz="2800" dirty="0" err="1"/>
              <a:t>aturan</a:t>
            </a:r>
            <a:r>
              <a:rPr lang="en-US" sz="2800" dirty="0"/>
              <a:t> </a:t>
            </a:r>
            <a:r>
              <a:rPr lang="en-US" sz="2800" dirty="0" err="1"/>
              <a:t>lalu</a:t>
            </a:r>
            <a:r>
              <a:rPr lang="en-US" sz="2800" dirty="0"/>
              <a:t> </a:t>
            </a:r>
            <a:r>
              <a:rPr lang="en-US" sz="2800" dirty="0" err="1"/>
              <a:t>lintas</a:t>
            </a:r>
            <a:r>
              <a:rPr lang="en-US" sz="2800" dirty="0"/>
              <a:t>, </a:t>
            </a:r>
            <a:r>
              <a:rPr lang="en-US" sz="2800" dirty="0" err="1"/>
              <a:t>perjalanan</a:t>
            </a:r>
            <a:r>
              <a:rPr lang="en-US" sz="2800" dirty="0"/>
              <a:t> </a:t>
            </a:r>
            <a:r>
              <a:rPr lang="en-US" sz="2800" dirty="0" err="1"/>
              <a:t>nyaman</a:t>
            </a:r>
            <a:r>
              <a:rPr lang="en-US" sz="2800" dirty="0"/>
              <a:t>, </a:t>
            </a:r>
            <a:r>
              <a:rPr lang="en-US" sz="2800" dirty="0" err="1"/>
              <a:t>hemat</a:t>
            </a:r>
            <a:r>
              <a:rPr lang="en-US" sz="2800" dirty="0"/>
              <a:t> </a:t>
            </a:r>
            <a:r>
              <a:rPr lang="en-US" sz="2800" dirty="0" err="1"/>
              <a:t>bensin</a:t>
            </a:r>
            <a:endParaRPr lang="en-US" sz="2800" dirty="0"/>
          </a:p>
          <a:p>
            <a:pPr lvl="1"/>
            <a:r>
              <a:rPr lang="en-US" sz="2800" dirty="0">
                <a:solidFill>
                  <a:srgbClr val="FF0000"/>
                </a:solidFill>
              </a:rPr>
              <a:t>Environment </a:t>
            </a:r>
            <a:r>
              <a:rPr lang="en-US" sz="2800" dirty="0"/>
              <a:t>: </a:t>
            </a:r>
            <a:r>
              <a:rPr lang="en-US" sz="2800" dirty="0" err="1"/>
              <a:t>jalan</a:t>
            </a:r>
            <a:r>
              <a:rPr lang="en-US" sz="2800" dirty="0"/>
              <a:t>, </a:t>
            </a:r>
            <a:r>
              <a:rPr lang="en-US" sz="2800" dirty="0" err="1"/>
              <a:t>lalu</a:t>
            </a:r>
            <a:r>
              <a:rPr lang="en-US" sz="2800" dirty="0"/>
              <a:t> </a:t>
            </a:r>
            <a:r>
              <a:rPr lang="en-US" sz="2800" dirty="0" err="1"/>
              <a:t>lintas</a:t>
            </a:r>
            <a:r>
              <a:rPr lang="en-US" sz="2800" dirty="0"/>
              <a:t>, </a:t>
            </a:r>
            <a:r>
              <a:rPr lang="en-US" sz="2800" dirty="0" err="1"/>
              <a:t>pejalan</a:t>
            </a:r>
            <a:r>
              <a:rPr lang="en-US" sz="2800" dirty="0"/>
              <a:t> kaki, </a:t>
            </a:r>
            <a:r>
              <a:rPr lang="en-US" sz="2800" dirty="0" err="1"/>
              <a:t>pelanggan</a:t>
            </a:r>
            <a:r>
              <a:rPr lang="en-US" sz="2800" dirty="0"/>
              <a:t>, </a:t>
            </a:r>
            <a:r>
              <a:rPr lang="en-US" sz="2800" dirty="0" err="1"/>
              <a:t>cuaca</a:t>
            </a:r>
            <a:r>
              <a:rPr lang="en-US" sz="2800" dirty="0"/>
              <a:t>, </a:t>
            </a:r>
            <a:r>
              <a:rPr lang="en-US" sz="2800" dirty="0" err="1"/>
              <a:t>lampu</a:t>
            </a:r>
            <a:r>
              <a:rPr lang="en-US" sz="2800" dirty="0"/>
              <a:t> </a:t>
            </a:r>
            <a:r>
              <a:rPr lang="en-US" sz="2800" dirty="0" err="1"/>
              <a:t>merah</a:t>
            </a:r>
            <a:endParaRPr lang="en-US" sz="2800" dirty="0"/>
          </a:p>
          <a:p>
            <a:pPr lvl="1"/>
            <a:r>
              <a:rPr lang="en-US" sz="2800" dirty="0">
                <a:solidFill>
                  <a:srgbClr val="FF0000"/>
                </a:solidFill>
              </a:rPr>
              <a:t>Actuators </a:t>
            </a:r>
            <a:r>
              <a:rPr lang="en-US" sz="2800" dirty="0"/>
              <a:t>: </a:t>
            </a:r>
            <a:r>
              <a:rPr lang="en-US" sz="2800" dirty="0" err="1"/>
              <a:t>arah</a:t>
            </a:r>
            <a:r>
              <a:rPr lang="en-US" sz="2800" dirty="0"/>
              <a:t> stir, gas, rem, </a:t>
            </a:r>
            <a:r>
              <a:rPr lang="en-US" sz="2800" dirty="0" err="1"/>
              <a:t>klakson</a:t>
            </a:r>
            <a:r>
              <a:rPr lang="en-US" sz="2800" dirty="0"/>
              <a:t>, </a:t>
            </a:r>
            <a:r>
              <a:rPr lang="en-US" sz="2800" dirty="0" err="1"/>
              <a:t>sinyal</a:t>
            </a:r>
            <a:r>
              <a:rPr lang="en-US" sz="2800" dirty="0"/>
              <a:t> </a:t>
            </a:r>
            <a:r>
              <a:rPr lang="en-US" sz="2800" dirty="0" err="1"/>
              <a:t>kiri</a:t>
            </a:r>
            <a:r>
              <a:rPr lang="en-US" sz="2800" dirty="0"/>
              <a:t>/</a:t>
            </a:r>
            <a:r>
              <a:rPr lang="en-US" sz="2800" dirty="0" err="1"/>
              <a:t>kanan</a:t>
            </a:r>
            <a:endParaRPr lang="en-US" sz="2800" dirty="0"/>
          </a:p>
          <a:p>
            <a:pPr lvl="1"/>
            <a:r>
              <a:rPr lang="en-US" sz="2800" dirty="0">
                <a:solidFill>
                  <a:srgbClr val="FF0000"/>
                </a:solidFill>
              </a:rPr>
              <a:t>Sensors</a:t>
            </a:r>
            <a:r>
              <a:rPr lang="en-US" sz="2800" dirty="0"/>
              <a:t> : video, speedometer, GPS, keyboard</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72264" y="380482"/>
            <a:ext cx="2560320" cy="168036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a:extLst>
              <a:ext uri="{FF2B5EF4-FFF2-40B4-BE49-F238E27FC236}">
                <a16:creationId xmlns:a16="http://schemas.microsoft.com/office/drawing/2014/main" id="{7ADD595B-0F14-38B1-0B13-4760FF9754DE}"/>
              </a:ext>
            </a:extLst>
          </p:cNvPr>
          <p:cNvSpPr>
            <a:spLocks noGrp="1"/>
          </p:cNvSpPr>
          <p:nvPr>
            <p:ph type="sldNum" sz="quarter" idx="12"/>
          </p:nvPr>
        </p:nvSpPr>
        <p:spPr/>
        <p:txBody>
          <a:bodyPr/>
          <a:lstStyle/>
          <a:p>
            <a:fld id="{CAD34C56-3DE2-4A4D-9227-67C03E05E467}" type="slidenum">
              <a:rPr lang="en-ID" smtClean="0"/>
              <a:t>15</a:t>
            </a:fld>
            <a:endParaRPr lang="en-ID"/>
          </a:p>
        </p:txBody>
      </p:sp>
    </p:spTree>
    <p:extLst>
      <p:ext uri="{BB962C8B-B14F-4D97-AF65-F5344CB8AC3E}">
        <p14:creationId xmlns:p14="http://schemas.microsoft.com/office/powerpoint/2010/main" val="2172007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047" y="609600"/>
            <a:ext cx="6487955" cy="1320800"/>
          </a:xfrm>
        </p:spPr>
        <p:txBody>
          <a:bodyPr>
            <a:normAutofit/>
          </a:bodyPr>
          <a:lstStyle/>
          <a:p>
            <a:r>
              <a:rPr lang="en-US" dirty="0" err="1"/>
              <a:t>Contoh</a:t>
            </a:r>
            <a:r>
              <a:rPr lang="en-US" dirty="0"/>
              <a:t> </a:t>
            </a:r>
            <a:r>
              <a:rPr lang="en-US"/>
              <a:t>: Medical </a:t>
            </a:r>
            <a:r>
              <a:rPr lang="en-US" dirty="0"/>
              <a:t>diagnosis system</a:t>
            </a:r>
            <a:endParaRPr lang="en-US"/>
          </a:p>
        </p:txBody>
      </p:sp>
      <p:pic>
        <p:nvPicPr>
          <p:cNvPr id="6" name="Picture 5" descr="Pindaian otak manusia di klinik neurologi">
            <a:extLst>
              <a:ext uri="{FF2B5EF4-FFF2-40B4-BE49-F238E27FC236}">
                <a16:creationId xmlns:a16="http://schemas.microsoft.com/office/drawing/2014/main" id="{D8572340-C139-2E7A-B70D-A55C878B5217}"/>
              </a:ext>
            </a:extLst>
          </p:cNvPr>
          <p:cNvPicPr>
            <a:picLocks noChangeAspect="1"/>
          </p:cNvPicPr>
          <p:nvPr/>
        </p:nvPicPr>
        <p:blipFill rotWithShape="1">
          <a:blip r:embed="rId3">
            <a:duotone>
              <a:prstClr val="black"/>
              <a:schemeClr val="tx2">
                <a:tint val="45000"/>
                <a:satMod val="400000"/>
              </a:schemeClr>
            </a:duotone>
          </a:blip>
          <a:srcRect l="59833" r="10346"/>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10" name="Isosceles Triangle 9">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 name="Content Placeholder 2"/>
          <p:cNvSpPr>
            <a:spLocks noGrp="1"/>
          </p:cNvSpPr>
          <p:nvPr>
            <p:ph idx="1"/>
          </p:nvPr>
        </p:nvSpPr>
        <p:spPr>
          <a:xfrm>
            <a:off x="2786047" y="2160589"/>
            <a:ext cx="7529207" cy="3880773"/>
          </a:xfrm>
        </p:spPr>
        <p:txBody>
          <a:bodyPr>
            <a:noAutofit/>
          </a:bodyPr>
          <a:lstStyle/>
          <a:p>
            <a:r>
              <a:rPr lang="en-US" sz="2200" dirty="0" err="1"/>
              <a:t>Sebuah</a:t>
            </a:r>
            <a:r>
              <a:rPr lang="en-US" sz="2200" dirty="0"/>
              <a:t> agent  </a:t>
            </a:r>
            <a:r>
              <a:rPr lang="en-US" sz="2200" i="1" dirty="0"/>
              <a:t>Medical diagnosis system </a:t>
            </a:r>
            <a:r>
              <a:rPr lang="en-US" sz="2200" dirty="0"/>
              <a:t>yang </a:t>
            </a:r>
            <a:r>
              <a:rPr lang="en-US" sz="2200" dirty="0" err="1"/>
              <a:t>mendiagnosa</a:t>
            </a:r>
            <a:r>
              <a:rPr lang="en-US" sz="2200" dirty="0"/>
              <a:t> </a:t>
            </a:r>
            <a:r>
              <a:rPr lang="en-US" sz="2200" dirty="0" err="1"/>
              <a:t>pasien</a:t>
            </a:r>
            <a:r>
              <a:rPr lang="en-US" sz="2200" dirty="0"/>
              <a:t> </a:t>
            </a:r>
            <a:r>
              <a:rPr lang="en-US" sz="2200" dirty="0" err="1"/>
              <a:t>secara</a:t>
            </a:r>
            <a:r>
              <a:rPr lang="en-US" sz="2200" dirty="0"/>
              <a:t> </a:t>
            </a:r>
            <a:r>
              <a:rPr lang="en-US" sz="2200" dirty="0" err="1"/>
              <a:t>otomatis</a:t>
            </a:r>
            <a:r>
              <a:rPr lang="en-US" sz="2200" dirty="0"/>
              <a:t>:</a:t>
            </a:r>
          </a:p>
          <a:p>
            <a:pPr lvl="1"/>
            <a:r>
              <a:rPr lang="en-US" sz="2200" dirty="0"/>
              <a:t>Performance measure : </a:t>
            </a:r>
            <a:r>
              <a:rPr lang="en-US" sz="2200" dirty="0" err="1"/>
              <a:t>pasien</a:t>
            </a:r>
            <a:r>
              <a:rPr lang="en-US" sz="2200" dirty="0"/>
              <a:t> </a:t>
            </a:r>
            <a:r>
              <a:rPr lang="en-US" sz="2200" dirty="0" err="1"/>
              <a:t>sembuh</a:t>
            </a:r>
            <a:r>
              <a:rPr lang="en-US" sz="2200" dirty="0"/>
              <a:t>, </a:t>
            </a:r>
            <a:r>
              <a:rPr lang="en-US" sz="2200" dirty="0" err="1"/>
              <a:t>biaya</a:t>
            </a:r>
            <a:r>
              <a:rPr lang="en-US" sz="2200" dirty="0"/>
              <a:t> </a:t>
            </a:r>
            <a:r>
              <a:rPr lang="en-US" sz="2200" dirty="0" err="1"/>
              <a:t>murah</a:t>
            </a:r>
            <a:r>
              <a:rPr lang="en-US" sz="2200" dirty="0"/>
              <a:t>, </a:t>
            </a:r>
            <a:r>
              <a:rPr lang="en-US" sz="2200" dirty="0" err="1"/>
              <a:t>tidak</a:t>
            </a:r>
            <a:r>
              <a:rPr lang="en-US" sz="2200" dirty="0"/>
              <a:t> </a:t>
            </a:r>
            <a:r>
              <a:rPr lang="en-US" sz="2200" dirty="0" err="1"/>
              <a:t>menyalahi</a:t>
            </a:r>
            <a:r>
              <a:rPr lang="en-US" sz="2200" dirty="0"/>
              <a:t> </a:t>
            </a:r>
            <a:r>
              <a:rPr lang="en-US" sz="2200" dirty="0" err="1"/>
              <a:t>hukum</a:t>
            </a:r>
            <a:endParaRPr lang="en-US" sz="2200" dirty="0"/>
          </a:p>
          <a:p>
            <a:pPr lvl="1"/>
            <a:r>
              <a:rPr lang="en-US" sz="2200" dirty="0"/>
              <a:t>Environment : </a:t>
            </a:r>
            <a:r>
              <a:rPr lang="en-US" sz="2200" dirty="0" err="1"/>
              <a:t>pasien</a:t>
            </a:r>
            <a:r>
              <a:rPr lang="en-US" sz="2200" dirty="0"/>
              <a:t>, </a:t>
            </a:r>
            <a:r>
              <a:rPr lang="en-US" sz="2200" dirty="0" err="1"/>
              <a:t>rumah</a:t>
            </a:r>
            <a:r>
              <a:rPr lang="en-US" sz="2200" dirty="0"/>
              <a:t> </a:t>
            </a:r>
            <a:r>
              <a:rPr lang="en-US" sz="2200" dirty="0" err="1"/>
              <a:t>sakit</a:t>
            </a:r>
            <a:r>
              <a:rPr lang="en-US" sz="2200" dirty="0"/>
              <a:t>, </a:t>
            </a:r>
            <a:r>
              <a:rPr lang="en-US" sz="2200" dirty="0" err="1"/>
              <a:t>suster</a:t>
            </a:r>
            <a:r>
              <a:rPr lang="en-US" sz="2200" dirty="0"/>
              <a:t>, </a:t>
            </a:r>
            <a:r>
              <a:rPr lang="en-US" sz="2200" dirty="0" err="1"/>
              <a:t>dokter</a:t>
            </a:r>
            <a:endParaRPr lang="en-US" sz="2200" dirty="0"/>
          </a:p>
          <a:p>
            <a:pPr lvl="1"/>
            <a:r>
              <a:rPr lang="en-US" sz="2200" dirty="0"/>
              <a:t>Actuators : </a:t>
            </a:r>
            <a:r>
              <a:rPr lang="en-US" sz="2200" dirty="0" err="1"/>
              <a:t>layar</a:t>
            </a:r>
            <a:r>
              <a:rPr lang="en-US" sz="2200" dirty="0"/>
              <a:t> monitor (</a:t>
            </a:r>
            <a:r>
              <a:rPr lang="en-US" sz="2200" dirty="0" err="1"/>
              <a:t>pertanyaan</a:t>
            </a:r>
            <a:r>
              <a:rPr lang="en-US" sz="2200" dirty="0"/>
              <a:t>, </a:t>
            </a:r>
            <a:r>
              <a:rPr lang="en-US" sz="2200" dirty="0" err="1"/>
              <a:t>tes</a:t>
            </a:r>
            <a:r>
              <a:rPr lang="en-US" sz="2200" dirty="0"/>
              <a:t>, </a:t>
            </a:r>
            <a:r>
              <a:rPr lang="en-US" sz="2200" dirty="0" err="1"/>
              <a:t>diagnosa</a:t>
            </a:r>
            <a:r>
              <a:rPr lang="en-US" sz="2200" dirty="0"/>
              <a:t>, treatment, </a:t>
            </a:r>
            <a:r>
              <a:rPr lang="en-US" sz="2200" dirty="0" err="1"/>
              <a:t>petunjuk</a:t>
            </a:r>
            <a:r>
              <a:rPr lang="en-US" sz="2200" dirty="0"/>
              <a:t>)</a:t>
            </a:r>
          </a:p>
          <a:p>
            <a:pPr lvl="1"/>
            <a:r>
              <a:rPr lang="en-US" sz="2200" dirty="0"/>
              <a:t>Sensors : keyboard (</a:t>
            </a:r>
            <a:r>
              <a:rPr lang="en-US" sz="2200" dirty="0" err="1"/>
              <a:t>masukan</a:t>
            </a:r>
            <a:r>
              <a:rPr lang="en-US" sz="2200" dirty="0"/>
              <a:t> </a:t>
            </a:r>
            <a:r>
              <a:rPr lang="en-US" sz="2200" dirty="0" err="1"/>
              <a:t>gejala</a:t>
            </a:r>
            <a:r>
              <a:rPr lang="en-US" sz="2200" dirty="0"/>
              <a:t> </a:t>
            </a:r>
            <a:r>
              <a:rPr lang="en-US" sz="2200" dirty="0" err="1"/>
              <a:t>penyakit</a:t>
            </a:r>
            <a:r>
              <a:rPr lang="en-US" sz="2200" dirty="0"/>
              <a:t>, </a:t>
            </a:r>
            <a:r>
              <a:rPr lang="en-US" sz="2200" dirty="0" err="1"/>
              <a:t>jawaban</a:t>
            </a:r>
            <a:r>
              <a:rPr lang="en-US" sz="2200" dirty="0"/>
              <a:t> </a:t>
            </a:r>
            <a:r>
              <a:rPr lang="en-US" sz="2200" dirty="0" err="1"/>
              <a:t>pasien</a:t>
            </a:r>
            <a:r>
              <a:rPr lang="en-US" sz="2200" dirty="0"/>
              <a:t>)</a:t>
            </a:r>
          </a:p>
        </p:txBody>
      </p:sp>
      <p:sp>
        <p:nvSpPr>
          <p:cNvPr id="4" name="Slide Number Placeholder 3">
            <a:extLst>
              <a:ext uri="{FF2B5EF4-FFF2-40B4-BE49-F238E27FC236}">
                <a16:creationId xmlns:a16="http://schemas.microsoft.com/office/drawing/2014/main" id="{D810ED93-D023-8113-84A6-7DBC71D4656F}"/>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16</a:t>
            </a:fld>
            <a:endParaRPr lang="en-ID"/>
          </a:p>
        </p:txBody>
      </p:sp>
    </p:spTree>
    <p:extLst>
      <p:ext uri="{BB962C8B-B14F-4D97-AF65-F5344CB8AC3E}">
        <p14:creationId xmlns:p14="http://schemas.microsoft.com/office/powerpoint/2010/main" val="2187292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17" descr="Komponen mesin bekas">
            <a:extLst>
              <a:ext uri="{FF2B5EF4-FFF2-40B4-BE49-F238E27FC236}">
                <a16:creationId xmlns:a16="http://schemas.microsoft.com/office/drawing/2014/main" id="{7F6CEF81-7CC4-9F25-194D-9E51291CB9A5}"/>
              </a:ext>
            </a:extLst>
          </p:cNvPr>
          <p:cNvPicPr>
            <a:picLocks noChangeAspect="1"/>
          </p:cNvPicPr>
          <p:nvPr/>
        </p:nvPicPr>
        <p:blipFill rotWithShape="1">
          <a:blip r:embed="rId2"/>
          <a:srcRect l="9091" t="13303" b="10088"/>
          <a:stretch/>
        </p:blipFill>
        <p:spPr>
          <a:xfrm>
            <a:off x="1" y="10"/>
            <a:ext cx="12191999" cy="6857990"/>
          </a:xfrm>
          <a:prstGeom prst="rect">
            <a:avLst/>
          </a:prstGeom>
        </p:spPr>
      </p:pic>
      <p:sp>
        <p:nvSpPr>
          <p:cNvPr id="24" name="Isosceles Triangle 23">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6" name="Parallelogram 25">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 name="Title 1"/>
          <p:cNvSpPr>
            <a:spLocks noGrp="1"/>
          </p:cNvSpPr>
          <p:nvPr>
            <p:ph type="title"/>
          </p:nvPr>
        </p:nvSpPr>
        <p:spPr>
          <a:xfrm>
            <a:off x="2786047" y="609600"/>
            <a:ext cx="7585619" cy="1320800"/>
          </a:xfrm>
        </p:spPr>
        <p:txBody>
          <a:bodyPr anchor="t">
            <a:normAutofit/>
          </a:bodyPr>
          <a:lstStyle/>
          <a:p>
            <a:r>
              <a:rPr lang="en-US" dirty="0" err="1"/>
              <a:t>Contoh</a:t>
            </a:r>
            <a:r>
              <a:rPr lang="en-US" dirty="0"/>
              <a:t> : Robot </a:t>
            </a:r>
            <a:r>
              <a:rPr lang="en-US" dirty="0" err="1"/>
              <a:t>pabrik</a:t>
            </a:r>
            <a:r>
              <a:rPr lang="en-US" dirty="0"/>
              <a:t> </a:t>
            </a:r>
            <a:r>
              <a:rPr lang="en-US" dirty="0" err="1"/>
              <a:t>penjamin</a:t>
            </a:r>
            <a:r>
              <a:rPr lang="en-US" dirty="0"/>
              <a:t> </a:t>
            </a:r>
            <a:r>
              <a:rPr lang="en-US" dirty="0" err="1"/>
              <a:t>mutu</a:t>
            </a:r>
            <a:endParaRPr lang="en-US" dirty="0"/>
          </a:p>
        </p:txBody>
      </p:sp>
      <p:sp>
        <p:nvSpPr>
          <p:cNvPr id="34"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6" name="Isosceles Triangle 35">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 name="Content Placeholder 2"/>
          <p:cNvSpPr>
            <a:spLocks noGrp="1"/>
          </p:cNvSpPr>
          <p:nvPr>
            <p:ph idx="1"/>
          </p:nvPr>
        </p:nvSpPr>
        <p:spPr>
          <a:xfrm>
            <a:off x="2786047" y="2159000"/>
            <a:ext cx="6487955" cy="3882362"/>
          </a:xfrm>
        </p:spPr>
        <p:txBody>
          <a:bodyPr>
            <a:normAutofit/>
          </a:bodyPr>
          <a:lstStyle/>
          <a:p>
            <a:r>
              <a:rPr lang="en-US" sz="2000" dirty="0" err="1"/>
              <a:t>Sebuah</a:t>
            </a:r>
            <a:r>
              <a:rPr lang="en-US" sz="2000" dirty="0"/>
              <a:t> robot yang </a:t>
            </a:r>
            <a:r>
              <a:rPr lang="en-US" sz="2000" dirty="0" err="1"/>
              <a:t>melakukan</a:t>
            </a:r>
            <a:r>
              <a:rPr lang="en-US" sz="2000" dirty="0"/>
              <a:t> </a:t>
            </a:r>
            <a:r>
              <a:rPr lang="en-US" sz="2000" dirty="0" err="1"/>
              <a:t>pemisahan</a:t>
            </a:r>
            <a:r>
              <a:rPr lang="en-US" sz="2000" dirty="0"/>
              <a:t> </a:t>
            </a:r>
            <a:r>
              <a:rPr lang="en-US" sz="2000" dirty="0" err="1"/>
              <a:t>komponen</a:t>
            </a:r>
            <a:r>
              <a:rPr lang="en-US" sz="2000" dirty="0"/>
              <a:t> yang </a:t>
            </a:r>
            <a:r>
              <a:rPr lang="en-US" sz="2000" dirty="0" err="1"/>
              <a:t>bermutu</a:t>
            </a:r>
            <a:r>
              <a:rPr lang="en-US" sz="2000" dirty="0"/>
              <a:t> </a:t>
            </a:r>
            <a:r>
              <a:rPr lang="en-US" sz="2000" dirty="0" err="1"/>
              <a:t>tinggi</a:t>
            </a:r>
            <a:r>
              <a:rPr lang="en-US" sz="2000" dirty="0"/>
              <a:t> pada ban </a:t>
            </a:r>
            <a:r>
              <a:rPr lang="en-US" sz="2000" dirty="0" err="1"/>
              <a:t>berjalan</a:t>
            </a:r>
            <a:r>
              <a:rPr lang="en-US" sz="2000" dirty="0"/>
              <a:t> </a:t>
            </a:r>
            <a:r>
              <a:rPr lang="en-US" sz="2000" dirty="0" err="1"/>
              <a:t>ke</a:t>
            </a:r>
            <a:r>
              <a:rPr lang="en-US" sz="2000" dirty="0"/>
              <a:t> </a:t>
            </a:r>
            <a:r>
              <a:rPr lang="en-US" sz="2000" dirty="0" err="1"/>
              <a:t>dalam</a:t>
            </a:r>
            <a:r>
              <a:rPr lang="en-US" sz="2000" dirty="0"/>
              <a:t> </a:t>
            </a:r>
            <a:r>
              <a:rPr lang="en-US" sz="2000" dirty="0" err="1"/>
              <a:t>kotak</a:t>
            </a:r>
            <a:r>
              <a:rPr lang="en-US" sz="2000" dirty="0"/>
              <a:t> </a:t>
            </a:r>
            <a:r>
              <a:rPr lang="en-US" sz="2000" dirty="0" err="1"/>
              <a:t>berbeda</a:t>
            </a:r>
            <a:endParaRPr lang="en-US" sz="2000" dirty="0"/>
          </a:p>
          <a:p>
            <a:pPr lvl="1"/>
            <a:r>
              <a:rPr lang="en-US" sz="2000" dirty="0"/>
              <a:t>Performance measure : </a:t>
            </a:r>
          </a:p>
          <a:p>
            <a:pPr lvl="1"/>
            <a:r>
              <a:rPr lang="en-US" sz="2000" dirty="0"/>
              <a:t>Environment : </a:t>
            </a:r>
          </a:p>
          <a:p>
            <a:pPr lvl="1"/>
            <a:r>
              <a:rPr lang="en-US" sz="2000" dirty="0"/>
              <a:t>Actuators : </a:t>
            </a:r>
          </a:p>
          <a:p>
            <a:pPr lvl="1"/>
            <a:r>
              <a:rPr lang="en-US" sz="2000" dirty="0"/>
              <a:t>Sensors : </a:t>
            </a:r>
          </a:p>
          <a:p>
            <a:pPr lvl="1"/>
            <a:endParaRPr lang="en-US" sz="2000" dirty="0"/>
          </a:p>
        </p:txBody>
      </p:sp>
      <p:sp>
        <p:nvSpPr>
          <p:cNvPr id="4" name="Slide Number Placeholder 3">
            <a:extLst>
              <a:ext uri="{FF2B5EF4-FFF2-40B4-BE49-F238E27FC236}">
                <a16:creationId xmlns:a16="http://schemas.microsoft.com/office/drawing/2014/main" id="{982388AB-B987-C37E-CAAA-A26EF7ED5570}"/>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17</a:t>
            </a:fld>
            <a:endParaRPr lang="en-ID"/>
          </a:p>
        </p:txBody>
      </p:sp>
      <p:sp>
        <p:nvSpPr>
          <p:cNvPr id="38"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0"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2"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4" name="Isosceles Triangle 43">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1496191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Komponen elektronik dengan latar belakang putih">
            <a:extLst>
              <a:ext uri="{FF2B5EF4-FFF2-40B4-BE49-F238E27FC236}">
                <a16:creationId xmlns:a16="http://schemas.microsoft.com/office/drawing/2014/main" id="{5459744D-CCFE-71D2-CFF3-D50D272CCF89}"/>
              </a:ext>
            </a:extLst>
          </p:cNvPr>
          <p:cNvPicPr>
            <a:picLocks noChangeAspect="1"/>
          </p:cNvPicPr>
          <p:nvPr/>
        </p:nvPicPr>
        <p:blipFill rotWithShape="1">
          <a:blip r:embed="rId2"/>
          <a:srcRect l="9091" t="2308" b="21084"/>
          <a:stretch/>
        </p:blipFill>
        <p:spPr>
          <a:xfrm>
            <a:off x="1" y="10"/>
            <a:ext cx="12191999" cy="6857990"/>
          </a:xfrm>
          <a:prstGeom prst="rect">
            <a:avLst/>
          </a:prstGeom>
        </p:spPr>
      </p:pic>
      <p:sp>
        <p:nvSpPr>
          <p:cNvPr id="15" name="Isosceles Triangle 14">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7" name="Parallelogram 16">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3"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 name="Title 1"/>
          <p:cNvSpPr>
            <a:spLocks noGrp="1"/>
          </p:cNvSpPr>
          <p:nvPr>
            <p:ph type="title"/>
          </p:nvPr>
        </p:nvSpPr>
        <p:spPr>
          <a:xfrm>
            <a:off x="2786047" y="609600"/>
            <a:ext cx="7960722" cy="1320800"/>
          </a:xfrm>
        </p:spPr>
        <p:txBody>
          <a:bodyPr anchor="t">
            <a:normAutofit/>
          </a:bodyPr>
          <a:lstStyle/>
          <a:p>
            <a:r>
              <a:rPr lang="en-US" dirty="0" err="1"/>
              <a:t>Contoh</a:t>
            </a:r>
            <a:r>
              <a:rPr lang="en-US" dirty="0"/>
              <a:t> : Robot </a:t>
            </a:r>
            <a:r>
              <a:rPr lang="en-US" dirty="0" err="1"/>
              <a:t>pabrik</a:t>
            </a:r>
            <a:r>
              <a:rPr lang="en-US" dirty="0"/>
              <a:t> </a:t>
            </a:r>
            <a:r>
              <a:rPr lang="en-US" dirty="0" err="1"/>
              <a:t>penjamin</a:t>
            </a:r>
            <a:r>
              <a:rPr lang="en-US" dirty="0"/>
              <a:t> </a:t>
            </a:r>
            <a:r>
              <a:rPr lang="en-US" dirty="0" err="1"/>
              <a:t>mutu</a:t>
            </a:r>
            <a:endParaRPr lang="en-US" dirty="0"/>
          </a:p>
        </p:txBody>
      </p:sp>
      <p:sp>
        <p:nvSpPr>
          <p:cNvPr id="25"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7" name="Isosceles Triangle 26">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 name="Content Placeholder 2"/>
          <p:cNvSpPr>
            <a:spLocks noGrp="1"/>
          </p:cNvSpPr>
          <p:nvPr>
            <p:ph idx="1"/>
          </p:nvPr>
        </p:nvSpPr>
        <p:spPr>
          <a:xfrm>
            <a:off x="2786047" y="2159000"/>
            <a:ext cx="7582445" cy="3882362"/>
          </a:xfrm>
        </p:spPr>
        <p:txBody>
          <a:bodyPr>
            <a:noAutofit/>
          </a:bodyPr>
          <a:lstStyle/>
          <a:p>
            <a:r>
              <a:rPr lang="en-US" sz="2200" dirty="0" err="1"/>
              <a:t>Sebuah</a:t>
            </a:r>
            <a:r>
              <a:rPr lang="en-US" sz="2200" dirty="0"/>
              <a:t> robot yang </a:t>
            </a:r>
            <a:r>
              <a:rPr lang="en-US" sz="2200" dirty="0" err="1"/>
              <a:t>melakukan</a:t>
            </a:r>
            <a:r>
              <a:rPr lang="en-US" sz="2200" dirty="0"/>
              <a:t> </a:t>
            </a:r>
            <a:r>
              <a:rPr lang="en-US" sz="2200" dirty="0" err="1"/>
              <a:t>pemisahan</a:t>
            </a:r>
            <a:r>
              <a:rPr lang="en-US" sz="2200" dirty="0"/>
              <a:t> </a:t>
            </a:r>
            <a:r>
              <a:rPr lang="en-US" sz="2200" dirty="0" err="1"/>
              <a:t>komponen</a:t>
            </a:r>
            <a:r>
              <a:rPr lang="en-US" sz="2200" dirty="0"/>
              <a:t> yang </a:t>
            </a:r>
            <a:r>
              <a:rPr lang="en-US" sz="2200" dirty="0" err="1"/>
              <a:t>bermutu</a:t>
            </a:r>
            <a:r>
              <a:rPr lang="en-US" sz="2200" dirty="0"/>
              <a:t> </a:t>
            </a:r>
            <a:r>
              <a:rPr lang="en-US" sz="2200" dirty="0" err="1"/>
              <a:t>tinggi</a:t>
            </a:r>
            <a:r>
              <a:rPr lang="en-US" sz="2200" dirty="0"/>
              <a:t> pada ban </a:t>
            </a:r>
            <a:r>
              <a:rPr lang="en-US" sz="2200" dirty="0" err="1"/>
              <a:t>berjalan</a:t>
            </a:r>
            <a:r>
              <a:rPr lang="en-US" sz="2200" dirty="0"/>
              <a:t> </a:t>
            </a:r>
            <a:r>
              <a:rPr lang="en-US" sz="2200" dirty="0" err="1"/>
              <a:t>ke</a:t>
            </a:r>
            <a:r>
              <a:rPr lang="en-US" sz="2200" dirty="0"/>
              <a:t> </a:t>
            </a:r>
            <a:r>
              <a:rPr lang="en-US" sz="2200" dirty="0" err="1"/>
              <a:t>dalam</a:t>
            </a:r>
            <a:r>
              <a:rPr lang="en-US" sz="2200" dirty="0"/>
              <a:t> </a:t>
            </a:r>
            <a:r>
              <a:rPr lang="en-US" sz="2200" dirty="0" err="1"/>
              <a:t>kotak</a:t>
            </a:r>
            <a:r>
              <a:rPr lang="en-US" sz="2200" dirty="0"/>
              <a:t> </a:t>
            </a:r>
            <a:r>
              <a:rPr lang="en-US" sz="2200" dirty="0" err="1"/>
              <a:t>berbeda</a:t>
            </a:r>
            <a:endParaRPr lang="en-US" sz="2200" dirty="0"/>
          </a:p>
          <a:p>
            <a:pPr lvl="1"/>
            <a:r>
              <a:rPr lang="en-US" sz="2200" dirty="0"/>
              <a:t>Performance measure : </a:t>
            </a:r>
            <a:r>
              <a:rPr lang="en-US" sz="2200" dirty="0" err="1"/>
              <a:t>presentase</a:t>
            </a:r>
            <a:r>
              <a:rPr lang="en-US" sz="2200" dirty="0"/>
              <a:t> </a:t>
            </a:r>
            <a:r>
              <a:rPr lang="en-US" sz="2200" dirty="0" err="1"/>
              <a:t>jumlah</a:t>
            </a:r>
            <a:r>
              <a:rPr lang="en-US" sz="2200" dirty="0"/>
              <a:t> </a:t>
            </a:r>
            <a:r>
              <a:rPr lang="en-US" sz="2200" dirty="0" err="1"/>
              <a:t>komponen</a:t>
            </a:r>
            <a:r>
              <a:rPr lang="en-US" sz="2200" dirty="0"/>
              <a:t> yang </a:t>
            </a:r>
            <a:r>
              <a:rPr lang="en-US" sz="2200" dirty="0" err="1"/>
              <a:t>diletakkan</a:t>
            </a:r>
            <a:r>
              <a:rPr lang="en-US" sz="2200" dirty="0"/>
              <a:t> pada </a:t>
            </a:r>
            <a:r>
              <a:rPr lang="en-US" sz="2200" dirty="0" err="1"/>
              <a:t>kotak</a:t>
            </a:r>
            <a:r>
              <a:rPr lang="en-US" sz="2200" dirty="0"/>
              <a:t> yang </a:t>
            </a:r>
            <a:r>
              <a:rPr lang="en-US" sz="2200" dirty="0" err="1"/>
              <a:t>benar</a:t>
            </a:r>
            <a:endParaRPr lang="en-US" sz="2200" dirty="0"/>
          </a:p>
          <a:p>
            <a:pPr lvl="1"/>
            <a:r>
              <a:rPr lang="en-US" sz="2200" dirty="0"/>
              <a:t>Environment : ban </a:t>
            </a:r>
            <a:r>
              <a:rPr lang="en-US" sz="2200" dirty="0" err="1"/>
              <a:t>berjalan</a:t>
            </a:r>
            <a:r>
              <a:rPr lang="en-US" sz="2200" dirty="0"/>
              <a:t>, </a:t>
            </a:r>
            <a:r>
              <a:rPr lang="en-US" sz="2200" dirty="0" err="1"/>
              <a:t>komponen</a:t>
            </a:r>
            <a:r>
              <a:rPr lang="en-US" sz="2200" dirty="0"/>
              <a:t> yang </a:t>
            </a:r>
            <a:r>
              <a:rPr lang="en-US" sz="2200" dirty="0" err="1"/>
              <a:t>duji</a:t>
            </a:r>
            <a:r>
              <a:rPr lang="en-US" sz="2200" dirty="0"/>
              <a:t>, </a:t>
            </a:r>
            <a:r>
              <a:rPr lang="en-US" sz="2200" dirty="0" err="1"/>
              <a:t>kotak</a:t>
            </a:r>
            <a:endParaRPr lang="en-US" sz="2200" dirty="0"/>
          </a:p>
          <a:p>
            <a:pPr lvl="1"/>
            <a:r>
              <a:rPr lang="en-US" sz="2200" dirty="0"/>
              <a:t>Actuators : </a:t>
            </a:r>
            <a:r>
              <a:rPr lang="en-US" sz="2200" dirty="0" err="1"/>
              <a:t>gerak</a:t>
            </a:r>
            <a:r>
              <a:rPr lang="en-US" sz="2200" dirty="0"/>
              <a:t> </a:t>
            </a:r>
            <a:r>
              <a:rPr lang="en-US" sz="2200" dirty="0" err="1"/>
              <a:t>lengan</a:t>
            </a:r>
            <a:r>
              <a:rPr lang="en-US" sz="2200" dirty="0"/>
              <a:t> dan </a:t>
            </a:r>
            <a:r>
              <a:rPr lang="en-US" sz="2200" dirty="0" err="1"/>
              <a:t>tangan</a:t>
            </a:r>
            <a:r>
              <a:rPr lang="en-US" sz="2200" dirty="0"/>
              <a:t> robot </a:t>
            </a:r>
          </a:p>
          <a:p>
            <a:pPr lvl="1"/>
            <a:r>
              <a:rPr lang="en-US" sz="2200" dirty="0"/>
              <a:t>Sensors : </a:t>
            </a:r>
            <a:r>
              <a:rPr lang="en-US" sz="2200" dirty="0" err="1"/>
              <a:t>kamera</a:t>
            </a:r>
            <a:r>
              <a:rPr lang="en-US" sz="2200" dirty="0"/>
              <a:t>, sensor </a:t>
            </a:r>
            <a:r>
              <a:rPr lang="en-US" sz="2200" dirty="0" err="1"/>
              <a:t>fisik</a:t>
            </a:r>
            <a:endParaRPr lang="en-US" sz="2200" dirty="0"/>
          </a:p>
        </p:txBody>
      </p:sp>
      <p:sp>
        <p:nvSpPr>
          <p:cNvPr id="4" name="Slide Number Placeholder 3">
            <a:extLst>
              <a:ext uri="{FF2B5EF4-FFF2-40B4-BE49-F238E27FC236}">
                <a16:creationId xmlns:a16="http://schemas.microsoft.com/office/drawing/2014/main" id="{F84DEFC1-D581-E699-6D4C-5DBC0E568B22}"/>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18</a:t>
            </a:fld>
            <a:endParaRPr lang="en-ID"/>
          </a:p>
        </p:txBody>
      </p:sp>
      <p:sp>
        <p:nvSpPr>
          <p:cNvPr id="29"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1"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3"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5" name="Isosceles Triangle 34">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1195318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Lampu sorot di panggung berkabut dan gelap">
            <a:extLst>
              <a:ext uri="{FF2B5EF4-FFF2-40B4-BE49-F238E27FC236}">
                <a16:creationId xmlns:a16="http://schemas.microsoft.com/office/drawing/2014/main" id="{D7FA9D41-38FD-7FAF-6DD8-5EC7D02AD32E}"/>
              </a:ext>
            </a:extLst>
          </p:cNvPr>
          <p:cNvPicPr>
            <a:picLocks noChangeAspect="1"/>
          </p:cNvPicPr>
          <p:nvPr/>
        </p:nvPicPr>
        <p:blipFill rotWithShape="1">
          <a:blip r:embed="rId2"/>
          <a:srcRect l="9091" b="23391"/>
          <a:stretch/>
        </p:blipFill>
        <p:spPr>
          <a:xfrm>
            <a:off x="1" y="10"/>
            <a:ext cx="12191999" cy="6857990"/>
          </a:xfrm>
          <a:prstGeom prst="rect">
            <a:avLst/>
          </a:prstGeom>
        </p:spPr>
      </p:pic>
      <p:sp>
        <p:nvSpPr>
          <p:cNvPr id="15" name="Isosceles Triangle 14">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7" name="Parallelogram 16">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3"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 name="Title 1"/>
          <p:cNvSpPr>
            <a:spLocks noGrp="1"/>
          </p:cNvSpPr>
          <p:nvPr>
            <p:ph type="title"/>
          </p:nvPr>
        </p:nvSpPr>
        <p:spPr>
          <a:xfrm>
            <a:off x="2786047" y="609600"/>
            <a:ext cx="7683319" cy="1320800"/>
          </a:xfrm>
        </p:spPr>
        <p:txBody>
          <a:bodyPr anchor="t">
            <a:normAutofit/>
          </a:bodyPr>
          <a:lstStyle/>
          <a:p>
            <a:r>
              <a:rPr lang="en-US" dirty="0" err="1"/>
              <a:t>Contoh</a:t>
            </a:r>
            <a:r>
              <a:rPr lang="en-US" dirty="0"/>
              <a:t> : Interactive English Tutor</a:t>
            </a:r>
          </a:p>
        </p:txBody>
      </p:sp>
      <p:sp>
        <p:nvSpPr>
          <p:cNvPr id="25"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7" name="Isosceles Triangle 26">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 name="Content Placeholder 2"/>
          <p:cNvSpPr>
            <a:spLocks noGrp="1"/>
          </p:cNvSpPr>
          <p:nvPr>
            <p:ph idx="1"/>
          </p:nvPr>
        </p:nvSpPr>
        <p:spPr>
          <a:xfrm>
            <a:off x="2786047" y="2159000"/>
            <a:ext cx="6487955" cy="3882362"/>
          </a:xfrm>
        </p:spPr>
        <p:txBody>
          <a:bodyPr>
            <a:normAutofit/>
          </a:bodyPr>
          <a:lstStyle/>
          <a:p>
            <a:r>
              <a:rPr lang="en-US" sz="2200" dirty="0" err="1"/>
              <a:t>Sebuah</a:t>
            </a:r>
            <a:r>
              <a:rPr lang="en-US" sz="2200" dirty="0"/>
              <a:t> agent tutor yang </a:t>
            </a:r>
            <a:r>
              <a:rPr lang="en-US" sz="2200" dirty="0" err="1"/>
              <a:t>memberikan</a:t>
            </a:r>
            <a:r>
              <a:rPr lang="en-US" sz="2200" dirty="0"/>
              <a:t> </a:t>
            </a:r>
            <a:r>
              <a:rPr lang="en-US" sz="2200" dirty="0" err="1"/>
              <a:t>latihan</a:t>
            </a:r>
            <a:r>
              <a:rPr lang="en-US" sz="2200" dirty="0"/>
              <a:t> </a:t>
            </a:r>
            <a:r>
              <a:rPr lang="en-US" sz="2200" dirty="0" err="1"/>
              <a:t>english</a:t>
            </a:r>
            <a:r>
              <a:rPr lang="en-US" sz="2200" dirty="0"/>
              <a:t> </a:t>
            </a:r>
            <a:r>
              <a:rPr lang="en-US" sz="2200" dirty="0" err="1"/>
              <a:t>secara</a:t>
            </a:r>
            <a:r>
              <a:rPr lang="en-US" sz="2200" dirty="0"/>
              <a:t> </a:t>
            </a:r>
            <a:r>
              <a:rPr lang="en-US" sz="2200" dirty="0" err="1"/>
              <a:t>interaktif</a:t>
            </a:r>
            <a:endParaRPr lang="en-US" sz="2200" dirty="0"/>
          </a:p>
          <a:p>
            <a:pPr lvl="1"/>
            <a:r>
              <a:rPr lang="en-US" sz="2200" dirty="0"/>
              <a:t>Performance measure : </a:t>
            </a:r>
          </a:p>
          <a:p>
            <a:pPr lvl="1"/>
            <a:r>
              <a:rPr lang="en-US" sz="2200" dirty="0"/>
              <a:t>Environment : </a:t>
            </a:r>
          </a:p>
          <a:p>
            <a:pPr lvl="1"/>
            <a:r>
              <a:rPr lang="en-US" sz="2200" dirty="0"/>
              <a:t>Actuators : </a:t>
            </a:r>
          </a:p>
          <a:p>
            <a:pPr lvl="1"/>
            <a:r>
              <a:rPr lang="en-US" sz="2200" dirty="0"/>
              <a:t>Sensors :</a:t>
            </a:r>
          </a:p>
        </p:txBody>
      </p:sp>
      <p:sp>
        <p:nvSpPr>
          <p:cNvPr id="4" name="Slide Number Placeholder 3">
            <a:extLst>
              <a:ext uri="{FF2B5EF4-FFF2-40B4-BE49-F238E27FC236}">
                <a16:creationId xmlns:a16="http://schemas.microsoft.com/office/drawing/2014/main" id="{E7C5B79A-AD4C-76CB-8FD5-2B2BDA5BA693}"/>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19</a:t>
            </a:fld>
            <a:endParaRPr lang="en-ID"/>
          </a:p>
        </p:txBody>
      </p:sp>
      <p:sp>
        <p:nvSpPr>
          <p:cNvPr id="29"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1"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3"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5" name="Isosceles Triangle 34">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905550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Close-up tombol kalkulator">
            <a:extLst>
              <a:ext uri="{FF2B5EF4-FFF2-40B4-BE49-F238E27FC236}">
                <a16:creationId xmlns:a16="http://schemas.microsoft.com/office/drawing/2014/main" id="{90D591EA-DEC9-0EA0-53AF-13A69A5FCFF2}"/>
              </a:ext>
            </a:extLst>
          </p:cNvPr>
          <p:cNvPicPr>
            <a:picLocks noChangeAspect="1"/>
          </p:cNvPicPr>
          <p:nvPr/>
        </p:nvPicPr>
        <p:blipFill rotWithShape="1">
          <a:blip r:embed="rId2"/>
          <a:srcRect l="9091" b="22813"/>
          <a:stretch/>
        </p:blipFill>
        <p:spPr>
          <a:xfrm>
            <a:off x="1" y="10"/>
            <a:ext cx="12191999" cy="6857990"/>
          </a:xfrm>
          <a:prstGeom prst="rect">
            <a:avLst/>
          </a:prstGeom>
        </p:spPr>
      </p:pic>
      <p:sp>
        <p:nvSpPr>
          <p:cNvPr id="15" name="Isosceles Triangle 14">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7" name="Parallelogram 16">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3"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 name="Title 1"/>
          <p:cNvSpPr>
            <a:spLocks noGrp="1"/>
          </p:cNvSpPr>
          <p:nvPr>
            <p:ph type="title"/>
          </p:nvPr>
        </p:nvSpPr>
        <p:spPr>
          <a:xfrm>
            <a:off x="2786047" y="609600"/>
            <a:ext cx="7488110" cy="1320800"/>
          </a:xfrm>
        </p:spPr>
        <p:txBody>
          <a:bodyPr anchor="t">
            <a:normAutofit/>
          </a:bodyPr>
          <a:lstStyle/>
          <a:p>
            <a:r>
              <a:rPr lang="en-US" dirty="0" err="1"/>
              <a:t>Contoh</a:t>
            </a:r>
            <a:r>
              <a:rPr lang="en-US" dirty="0"/>
              <a:t> : Interactive English Tutor</a:t>
            </a:r>
          </a:p>
        </p:txBody>
      </p:sp>
      <p:sp>
        <p:nvSpPr>
          <p:cNvPr id="25"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7" name="Isosceles Triangle 26">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 name="Content Placeholder 2"/>
          <p:cNvSpPr>
            <a:spLocks noGrp="1"/>
          </p:cNvSpPr>
          <p:nvPr>
            <p:ph idx="1"/>
          </p:nvPr>
        </p:nvSpPr>
        <p:spPr>
          <a:xfrm>
            <a:off x="2786047" y="2159000"/>
            <a:ext cx="6487955" cy="3882362"/>
          </a:xfrm>
        </p:spPr>
        <p:txBody>
          <a:bodyPr>
            <a:normAutofit/>
          </a:bodyPr>
          <a:lstStyle/>
          <a:p>
            <a:r>
              <a:rPr lang="en-US" sz="2200" dirty="0" err="1"/>
              <a:t>Sebuah</a:t>
            </a:r>
            <a:r>
              <a:rPr lang="en-US" sz="2200" dirty="0"/>
              <a:t> agent tutor yang </a:t>
            </a:r>
            <a:r>
              <a:rPr lang="en-US" sz="2200" dirty="0" err="1"/>
              <a:t>memberikan</a:t>
            </a:r>
            <a:r>
              <a:rPr lang="en-US" sz="2200" dirty="0"/>
              <a:t> </a:t>
            </a:r>
            <a:r>
              <a:rPr lang="en-US" sz="2200" dirty="0" err="1"/>
              <a:t>latihan</a:t>
            </a:r>
            <a:r>
              <a:rPr lang="en-US" sz="2200" dirty="0"/>
              <a:t> </a:t>
            </a:r>
            <a:r>
              <a:rPr lang="en-US" sz="2200" dirty="0" err="1"/>
              <a:t>english</a:t>
            </a:r>
            <a:r>
              <a:rPr lang="en-US" sz="2200" dirty="0"/>
              <a:t> </a:t>
            </a:r>
            <a:r>
              <a:rPr lang="en-US" sz="2200" dirty="0" err="1"/>
              <a:t>secara</a:t>
            </a:r>
            <a:r>
              <a:rPr lang="en-US" sz="2200" dirty="0"/>
              <a:t> </a:t>
            </a:r>
            <a:r>
              <a:rPr lang="en-US" sz="2200" dirty="0" err="1"/>
              <a:t>interaktif</a:t>
            </a:r>
            <a:endParaRPr lang="en-US" sz="2200" dirty="0"/>
          </a:p>
          <a:p>
            <a:pPr marL="357188" lvl="1" indent="-228600"/>
            <a:r>
              <a:rPr lang="en-US" sz="2200" dirty="0"/>
              <a:t>Performance measure : </a:t>
            </a:r>
            <a:r>
              <a:rPr lang="en-US" sz="2200" dirty="0" err="1"/>
              <a:t>nilai</a:t>
            </a:r>
            <a:r>
              <a:rPr lang="en-US" sz="2200" dirty="0"/>
              <a:t> </a:t>
            </a:r>
            <a:r>
              <a:rPr lang="en-US" sz="2200" dirty="0" err="1"/>
              <a:t>skor</a:t>
            </a:r>
            <a:r>
              <a:rPr lang="en-US" sz="2200" dirty="0"/>
              <a:t> </a:t>
            </a:r>
            <a:r>
              <a:rPr lang="en-US" sz="2200" dirty="0" err="1"/>
              <a:t>maksimal</a:t>
            </a:r>
            <a:endParaRPr lang="en-US" sz="2200" dirty="0"/>
          </a:p>
          <a:p>
            <a:pPr marL="357188" lvl="1" indent="-228600"/>
            <a:r>
              <a:rPr lang="en-US" sz="2200" dirty="0"/>
              <a:t>Environment : para </a:t>
            </a:r>
            <a:r>
              <a:rPr lang="en-US" sz="2200" dirty="0" err="1"/>
              <a:t>siswa</a:t>
            </a:r>
            <a:endParaRPr lang="en-US" sz="2200" dirty="0"/>
          </a:p>
          <a:p>
            <a:pPr marL="357188" lvl="1" indent="-228600"/>
            <a:r>
              <a:rPr lang="en-US" sz="2200" dirty="0"/>
              <a:t>Actuators : </a:t>
            </a:r>
            <a:r>
              <a:rPr lang="en-US" sz="2200" dirty="0" err="1"/>
              <a:t>layar</a:t>
            </a:r>
            <a:r>
              <a:rPr lang="en-US" sz="2200" dirty="0"/>
              <a:t> monitor (</a:t>
            </a:r>
            <a:r>
              <a:rPr lang="en-US" sz="2200" dirty="0" err="1"/>
              <a:t>latihan</a:t>
            </a:r>
            <a:r>
              <a:rPr lang="en-US" sz="2200" dirty="0"/>
              <a:t>, saran, </a:t>
            </a:r>
            <a:r>
              <a:rPr lang="en-US" sz="2200" dirty="0" err="1"/>
              <a:t>koreksi</a:t>
            </a:r>
            <a:r>
              <a:rPr lang="en-US" sz="2200" dirty="0"/>
              <a:t>)</a:t>
            </a:r>
          </a:p>
          <a:p>
            <a:pPr marL="357188" lvl="1" indent="-228600"/>
            <a:r>
              <a:rPr lang="en-US" sz="2200" dirty="0"/>
              <a:t>Sensors : keyboard</a:t>
            </a:r>
          </a:p>
        </p:txBody>
      </p:sp>
      <p:sp>
        <p:nvSpPr>
          <p:cNvPr id="4" name="Slide Number Placeholder 3">
            <a:extLst>
              <a:ext uri="{FF2B5EF4-FFF2-40B4-BE49-F238E27FC236}">
                <a16:creationId xmlns:a16="http://schemas.microsoft.com/office/drawing/2014/main" id="{822042CC-B359-81E2-0762-648983E4C45B}"/>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20</a:t>
            </a:fld>
            <a:endParaRPr lang="en-ID"/>
          </a:p>
        </p:txBody>
      </p:sp>
      <p:sp>
        <p:nvSpPr>
          <p:cNvPr id="29"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1"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3"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5" name="Isosceles Triangle 34">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3465664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One in a crowd">
            <a:extLst>
              <a:ext uri="{FF2B5EF4-FFF2-40B4-BE49-F238E27FC236}">
                <a16:creationId xmlns:a16="http://schemas.microsoft.com/office/drawing/2014/main" id="{F3F54938-9A3A-C9CE-21D3-B2B48754C02F}"/>
              </a:ext>
            </a:extLst>
          </p:cNvPr>
          <p:cNvPicPr>
            <a:picLocks noChangeAspect="1"/>
          </p:cNvPicPr>
          <p:nvPr/>
        </p:nvPicPr>
        <p:blipFill rotWithShape="1">
          <a:blip r:embed="rId2"/>
          <a:srcRect l="9091" t="16198" b="15621"/>
          <a:stretch/>
        </p:blipFill>
        <p:spPr>
          <a:xfrm>
            <a:off x="1" y="10"/>
            <a:ext cx="12191999" cy="6857990"/>
          </a:xfrm>
          <a:prstGeom prst="rect">
            <a:avLst/>
          </a:prstGeom>
        </p:spPr>
      </p:pic>
      <p:sp>
        <p:nvSpPr>
          <p:cNvPr id="15" name="Isosceles Triangle 14">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7" name="Parallelogram 16">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3"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 name="Title 3"/>
          <p:cNvSpPr>
            <a:spLocks noGrp="1"/>
          </p:cNvSpPr>
          <p:nvPr>
            <p:ph type="title"/>
          </p:nvPr>
        </p:nvSpPr>
        <p:spPr>
          <a:xfrm>
            <a:off x="2786047" y="609600"/>
            <a:ext cx="6487955" cy="1320800"/>
          </a:xfrm>
        </p:spPr>
        <p:txBody>
          <a:bodyPr anchor="t">
            <a:normAutofit/>
          </a:bodyPr>
          <a:lstStyle/>
          <a:p>
            <a:r>
              <a:rPr lang="en-US"/>
              <a:t>Jenis Lingkungan</a:t>
            </a:r>
            <a:endParaRPr lang="en-ID"/>
          </a:p>
        </p:txBody>
      </p:sp>
      <p:sp>
        <p:nvSpPr>
          <p:cNvPr id="25"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7" name="Isosceles Triangle 26">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 name="Content Placeholder 2"/>
          <p:cNvSpPr>
            <a:spLocks noGrp="1"/>
          </p:cNvSpPr>
          <p:nvPr>
            <p:ph idx="1"/>
          </p:nvPr>
        </p:nvSpPr>
        <p:spPr>
          <a:xfrm>
            <a:off x="2786047" y="2159000"/>
            <a:ext cx="6487955" cy="3882362"/>
          </a:xfrm>
        </p:spPr>
        <p:txBody>
          <a:bodyPr vert="horz" lIns="91440" tIns="45720" rIns="91440" bIns="45720" numCol="1" rtlCol="0" anchorCtr="0" compatLnSpc="1">
            <a:prstTxWarp prst="textNoShape">
              <a:avLst/>
            </a:prstTxWarp>
            <a:normAutofit/>
          </a:bodyPr>
          <a:lstStyle/>
          <a:p>
            <a:pPr marL="114300" indent="0" fontAlgn="auto">
              <a:spcAft>
                <a:spcPts val="0"/>
              </a:spcAft>
              <a:buClr>
                <a:schemeClr val="accent1"/>
              </a:buClr>
              <a:buNone/>
              <a:defRPr/>
            </a:pPr>
            <a:r>
              <a:rPr lang="id-ID" sz="2200" b="1" kern="1200" dirty="0"/>
              <a:t>6 </a:t>
            </a:r>
            <a:r>
              <a:rPr lang="en-US" sz="2200" b="1" kern="1200" dirty="0"/>
              <a:t>Environment types</a:t>
            </a:r>
          </a:p>
          <a:p>
            <a:pPr marL="914400" lvl="1" indent="-514350" fontAlgn="auto">
              <a:spcAft>
                <a:spcPts val="0"/>
              </a:spcAft>
              <a:buClr>
                <a:schemeClr val="accent2"/>
              </a:buClr>
              <a:buFont typeface="+mj-lt"/>
              <a:buAutoNum type="arabicPeriod"/>
              <a:defRPr/>
            </a:pPr>
            <a:r>
              <a:rPr lang="en-US" sz="2200" kern="1200" dirty="0">
                <a:latin typeface="+mn-lt"/>
                <a:ea typeface="+mn-ea"/>
                <a:cs typeface="+mn-cs"/>
              </a:rPr>
              <a:t>Fully observable vs. Partially observable</a:t>
            </a:r>
          </a:p>
          <a:p>
            <a:pPr marL="914400" lvl="1" indent="-514350" fontAlgn="auto">
              <a:spcAft>
                <a:spcPts val="0"/>
              </a:spcAft>
              <a:buClr>
                <a:schemeClr val="accent2"/>
              </a:buClr>
              <a:buFont typeface="+mj-lt"/>
              <a:buAutoNum type="arabicPeriod"/>
              <a:defRPr/>
            </a:pPr>
            <a:r>
              <a:rPr lang="en-US" sz="2200" kern="1200" dirty="0">
                <a:latin typeface="+mn-lt"/>
                <a:ea typeface="+mn-ea"/>
                <a:cs typeface="+mn-cs"/>
              </a:rPr>
              <a:t>Deterministic vs. Stochastic</a:t>
            </a:r>
          </a:p>
          <a:p>
            <a:pPr marL="914400" lvl="1" indent="-514350" fontAlgn="auto">
              <a:spcAft>
                <a:spcPts val="0"/>
              </a:spcAft>
              <a:buClr>
                <a:schemeClr val="accent2"/>
              </a:buClr>
              <a:buFont typeface="+mj-lt"/>
              <a:buAutoNum type="arabicPeriod"/>
              <a:defRPr/>
            </a:pPr>
            <a:r>
              <a:rPr lang="en-US" sz="2200" kern="1200" dirty="0">
                <a:latin typeface="+mn-lt"/>
                <a:ea typeface="+mn-ea"/>
                <a:cs typeface="+mn-cs"/>
              </a:rPr>
              <a:t>Episodic vs. Sequential</a:t>
            </a:r>
          </a:p>
          <a:p>
            <a:pPr marL="914400" lvl="1" indent="-514350" fontAlgn="auto">
              <a:spcAft>
                <a:spcPts val="0"/>
              </a:spcAft>
              <a:buClr>
                <a:schemeClr val="accent2"/>
              </a:buClr>
              <a:buFont typeface="+mj-lt"/>
              <a:buAutoNum type="arabicPeriod"/>
              <a:defRPr/>
            </a:pPr>
            <a:r>
              <a:rPr lang="en-US" sz="2200" kern="1200" dirty="0">
                <a:latin typeface="+mn-lt"/>
                <a:ea typeface="+mn-ea"/>
                <a:cs typeface="+mn-cs"/>
              </a:rPr>
              <a:t>Static vs. Dynamic</a:t>
            </a:r>
          </a:p>
          <a:p>
            <a:pPr marL="914400" lvl="1" indent="-514350" fontAlgn="auto">
              <a:spcAft>
                <a:spcPts val="0"/>
              </a:spcAft>
              <a:buClr>
                <a:schemeClr val="accent2"/>
              </a:buClr>
              <a:buFont typeface="+mj-lt"/>
              <a:buAutoNum type="arabicPeriod"/>
              <a:defRPr/>
            </a:pPr>
            <a:r>
              <a:rPr lang="en-US" sz="2200" kern="1200" dirty="0">
                <a:latin typeface="+mn-lt"/>
                <a:ea typeface="+mn-ea"/>
                <a:cs typeface="+mn-cs"/>
              </a:rPr>
              <a:t>Discrete vs. Continuous</a:t>
            </a:r>
          </a:p>
          <a:p>
            <a:pPr marL="914400" lvl="1" indent="-514350" fontAlgn="auto">
              <a:spcAft>
                <a:spcPts val="0"/>
              </a:spcAft>
              <a:buClr>
                <a:schemeClr val="accent2"/>
              </a:buClr>
              <a:buFont typeface="+mj-lt"/>
              <a:buAutoNum type="arabicPeriod"/>
              <a:defRPr/>
            </a:pPr>
            <a:r>
              <a:rPr lang="en-US" sz="2200" kern="1200" dirty="0">
                <a:latin typeface="+mn-lt"/>
                <a:ea typeface="+mn-ea"/>
                <a:cs typeface="+mn-cs"/>
              </a:rPr>
              <a:t>Single agent vs. Multi agent</a:t>
            </a:r>
          </a:p>
          <a:p>
            <a:pPr indent="-228600" fontAlgn="auto">
              <a:spcAft>
                <a:spcPts val="0"/>
              </a:spcAft>
              <a:buClr>
                <a:schemeClr val="accent1"/>
              </a:buClr>
              <a:buFont typeface="Arial" panose="020B0604020202020204" pitchFamily="34" charset="0"/>
              <a:buChar char="•"/>
              <a:defRPr/>
            </a:pPr>
            <a:endParaRPr lang="id-ID" sz="2200" b="0" kern="1200" dirty="0"/>
          </a:p>
        </p:txBody>
      </p:sp>
      <p:sp>
        <p:nvSpPr>
          <p:cNvPr id="2" name="Slide Number Placeholder 1">
            <a:extLst>
              <a:ext uri="{FF2B5EF4-FFF2-40B4-BE49-F238E27FC236}">
                <a16:creationId xmlns:a16="http://schemas.microsoft.com/office/drawing/2014/main" id="{662F69CE-BD15-892F-5E49-171E719231C8}"/>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21</a:t>
            </a:fld>
            <a:endParaRPr lang="en-ID"/>
          </a:p>
        </p:txBody>
      </p:sp>
      <p:sp>
        <p:nvSpPr>
          <p:cNvPr id="29"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1"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3"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5" name="Isosceles Triangle 34">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2932918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65" name="Picture 40964" descr="Penampang batang tanaman di bawah mikroskop">
            <a:extLst>
              <a:ext uri="{FF2B5EF4-FFF2-40B4-BE49-F238E27FC236}">
                <a16:creationId xmlns:a16="http://schemas.microsoft.com/office/drawing/2014/main" id="{FA4325CE-C688-6C71-2662-3CE046DEB30A}"/>
              </a:ext>
            </a:extLst>
          </p:cNvPr>
          <p:cNvPicPr>
            <a:picLocks noChangeAspect="1"/>
          </p:cNvPicPr>
          <p:nvPr/>
        </p:nvPicPr>
        <p:blipFill rotWithShape="1">
          <a:blip r:embed="rId2"/>
          <a:srcRect l="9091" t="12020" b="11372"/>
          <a:stretch/>
        </p:blipFill>
        <p:spPr>
          <a:xfrm>
            <a:off x="1" y="10"/>
            <a:ext cx="12191999" cy="6857990"/>
          </a:xfrm>
          <a:prstGeom prst="rect">
            <a:avLst/>
          </a:prstGeom>
        </p:spPr>
      </p:pic>
      <p:sp>
        <p:nvSpPr>
          <p:cNvPr id="40974" name="Isosceles Triangle 40973">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0976" name="Parallelogram 40975">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0978" name="Straight Connector 40977">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980" name="Straight Connector 40979">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0982"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 name="Title 2"/>
          <p:cNvSpPr>
            <a:spLocks noGrp="1"/>
          </p:cNvSpPr>
          <p:nvPr>
            <p:ph type="title"/>
          </p:nvPr>
        </p:nvSpPr>
        <p:spPr>
          <a:xfrm>
            <a:off x="2786047" y="609600"/>
            <a:ext cx="6487955" cy="1320800"/>
          </a:xfrm>
        </p:spPr>
        <p:txBody>
          <a:bodyPr anchor="t">
            <a:normAutofit/>
          </a:bodyPr>
          <a:lstStyle/>
          <a:p>
            <a:r>
              <a:rPr lang="en-US"/>
              <a:t>Jenis Lingkungan</a:t>
            </a:r>
            <a:endParaRPr lang="en-ID"/>
          </a:p>
        </p:txBody>
      </p:sp>
      <p:sp>
        <p:nvSpPr>
          <p:cNvPr id="40984"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0986" name="Isosceles Triangle 40985">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0963" name="Content Placeholder 2"/>
          <p:cNvSpPr>
            <a:spLocks noGrp="1"/>
          </p:cNvSpPr>
          <p:nvPr>
            <p:ph idx="1"/>
          </p:nvPr>
        </p:nvSpPr>
        <p:spPr>
          <a:xfrm>
            <a:off x="2786047" y="1674688"/>
            <a:ext cx="8792928" cy="4366674"/>
          </a:xfrm>
        </p:spPr>
        <p:txBody>
          <a:bodyPr vert="horz" lIns="91440" tIns="45720" rIns="91440" bIns="45720" numCol="1" anchorCtr="0" compatLnSpc="1">
            <a:prstTxWarp prst="textNoShape">
              <a:avLst/>
            </a:prstTxWarp>
            <a:noAutofit/>
          </a:bodyPr>
          <a:lstStyle/>
          <a:p>
            <a:pPr>
              <a:buFont typeface="Wingdings" panose="05000000000000000000" pitchFamily="2" charset="2"/>
              <a:buChar char="Ø"/>
            </a:pPr>
            <a:r>
              <a:rPr lang="en-US" altLang="x-none" sz="2000" dirty="0"/>
              <a:t>Fully observable vs partially observable</a:t>
            </a:r>
          </a:p>
          <a:p>
            <a:pPr marL="342900" lvl="1" indent="-342900">
              <a:buFont typeface="Wingdings" panose="05000000000000000000" pitchFamily="2" charset="2"/>
              <a:buChar char="§"/>
            </a:pPr>
            <a:r>
              <a:rPr lang="en-US" sz="2000" dirty="0" err="1"/>
              <a:t>Apabila</a:t>
            </a:r>
            <a:r>
              <a:rPr lang="en-US" sz="2000" dirty="0"/>
              <a:t> sensor pada </a:t>
            </a:r>
            <a:r>
              <a:rPr lang="en-US" sz="2000" dirty="0" err="1"/>
              <a:t>sebuah</a:t>
            </a:r>
            <a:r>
              <a:rPr lang="en-US" sz="2000" dirty="0"/>
              <a:t> </a:t>
            </a:r>
            <a:r>
              <a:rPr lang="en-US" sz="2000" dirty="0" err="1"/>
              <a:t>agen</a:t>
            </a:r>
            <a:r>
              <a:rPr lang="en-US" sz="2000" dirty="0"/>
              <a:t> </a:t>
            </a:r>
            <a:r>
              <a:rPr lang="en-US" sz="2000" b="1" dirty="0" err="1"/>
              <a:t>dapat</a:t>
            </a:r>
            <a:r>
              <a:rPr lang="en-US" sz="2000" b="1" dirty="0"/>
              <a:t> </a:t>
            </a:r>
            <a:r>
              <a:rPr lang="en-US" sz="2000" b="1" dirty="0" err="1"/>
              <a:t>mengakses</a:t>
            </a:r>
            <a:r>
              <a:rPr lang="en-US" sz="2000" b="1" dirty="0"/>
              <a:t> </a:t>
            </a:r>
            <a:r>
              <a:rPr lang="en-US" sz="2000" b="1" dirty="0" err="1"/>
              <a:t>keseluruhan</a:t>
            </a:r>
            <a:r>
              <a:rPr lang="en-US" sz="2000" b="1" dirty="0"/>
              <a:t> </a:t>
            </a:r>
            <a:r>
              <a:rPr lang="en-US" sz="2000" b="1" dirty="0" err="1"/>
              <a:t>keadaan</a:t>
            </a:r>
            <a:r>
              <a:rPr lang="en-US" sz="2000" b="1" dirty="0"/>
              <a:t> pada </a:t>
            </a:r>
            <a:r>
              <a:rPr lang="en-US" sz="2000" b="1" dirty="0" err="1"/>
              <a:t>lingkungan</a:t>
            </a:r>
            <a:r>
              <a:rPr lang="en-US" sz="2000" dirty="0"/>
              <a:t>, </a:t>
            </a:r>
            <a:r>
              <a:rPr lang="en-US" sz="2000" dirty="0" err="1"/>
              <a:t>maka</a:t>
            </a:r>
            <a:r>
              <a:rPr lang="en-US" sz="2000" dirty="0"/>
              <a:t> </a:t>
            </a:r>
            <a:r>
              <a:rPr lang="en-US" sz="2000" dirty="0" err="1"/>
              <a:t>lingkungan</a:t>
            </a:r>
            <a:r>
              <a:rPr lang="en-US" sz="2000" dirty="0"/>
              <a:t> </a:t>
            </a:r>
            <a:r>
              <a:rPr lang="en-US" sz="2000" dirty="0" err="1"/>
              <a:t>itu</a:t>
            </a:r>
            <a:r>
              <a:rPr lang="en-US" sz="2000" dirty="0"/>
              <a:t> </a:t>
            </a:r>
            <a:r>
              <a:rPr lang="en-US" sz="2000" dirty="0" err="1"/>
              <a:t>dapat</a:t>
            </a:r>
            <a:r>
              <a:rPr lang="en-US" sz="2000" dirty="0"/>
              <a:t> </a:t>
            </a:r>
            <a:r>
              <a:rPr lang="en-US" sz="2000" dirty="0" err="1"/>
              <a:t>dikatakan</a:t>
            </a:r>
            <a:r>
              <a:rPr lang="en-US" sz="2000" dirty="0"/>
              <a:t> fully observable </a:t>
            </a:r>
            <a:r>
              <a:rPr lang="en-US" sz="2000" dirty="0" err="1"/>
              <a:t>terhadap</a:t>
            </a:r>
            <a:r>
              <a:rPr lang="en-US" sz="2000" dirty="0"/>
              <a:t> </a:t>
            </a:r>
            <a:r>
              <a:rPr lang="en-US" sz="2000" dirty="0" err="1"/>
              <a:t>agen</a:t>
            </a:r>
            <a:r>
              <a:rPr lang="en-US" sz="2000" dirty="0"/>
              <a:t>.</a:t>
            </a:r>
            <a:endParaRPr lang="en-US" altLang="x-none" sz="2000" dirty="0"/>
          </a:p>
          <a:p>
            <a:pPr marL="342900" lvl="1" indent="-342900">
              <a:buFont typeface="Wingdings" panose="05000000000000000000" pitchFamily="2" charset="2"/>
              <a:buChar char="§"/>
            </a:pPr>
            <a:r>
              <a:rPr lang="en-US" sz="2000" dirty="0" err="1"/>
              <a:t>Lebih</a:t>
            </a:r>
            <a:r>
              <a:rPr lang="en-US" sz="2000" dirty="0"/>
              <a:t> </a:t>
            </a:r>
            <a:r>
              <a:rPr lang="en-US" sz="2000" dirty="0" err="1"/>
              <a:t>efektif</a:t>
            </a:r>
            <a:r>
              <a:rPr lang="en-US" sz="2000" dirty="0"/>
              <a:t> </a:t>
            </a:r>
            <a:r>
              <a:rPr lang="en-US" sz="2000" dirty="0" err="1"/>
              <a:t>lagi</a:t>
            </a:r>
            <a:r>
              <a:rPr lang="en-US" sz="2000" dirty="0"/>
              <a:t> </a:t>
            </a:r>
            <a:r>
              <a:rPr lang="en-US" sz="2000" dirty="0" err="1"/>
              <a:t>lingkungan</a:t>
            </a:r>
            <a:r>
              <a:rPr lang="en-US" sz="2000" dirty="0"/>
              <a:t> </a:t>
            </a:r>
            <a:r>
              <a:rPr lang="en-US" sz="2000" dirty="0" err="1"/>
              <a:t>dikatakan</a:t>
            </a:r>
            <a:r>
              <a:rPr lang="en-US" sz="2000" dirty="0"/>
              <a:t> fully observable </a:t>
            </a:r>
            <a:r>
              <a:rPr lang="en-US" sz="2000" dirty="0" err="1"/>
              <a:t>jika</a:t>
            </a:r>
            <a:r>
              <a:rPr lang="en-US" sz="2000" dirty="0"/>
              <a:t> </a:t>
            </a:r>
            <a:r>
              <a:rPr lang="en-US" sz="2000" b="1" dirty="0"/>
              <a:t>sensor </a:t>
            </a:r>
            <a:r>
              <a:rPr lang="en-US" sz="2000" b="1" dirty="0" err="1"/>
              <a:t>dapat</a:t>
            </a:r>
            <a:r>
              <a:rPr lang="en-US" sz="2000" b="1" dirty="0"/>
              <a:t> </a:t>
            </a:r>
            <a:r>
              <a:rPr lang="en-US" sz="2000" b="1" dirty="0" err="1"/>
              <a:t>mendeteksi</a:t>
            </a:r>
            <a:r>
              <a:rPr lang="en-US" sz="2000" b="1" dirty="0"/>
              <a:t> </a:t>
            </a:r>
            <a:r>
              <a:rPr lang="en-US" sz="2000" b="1" dirty="0" err="1"/>
              <a:t>seluruh</a:t>
            </a:r>
            <a:r>
              <a:rPr lang="en-US" sz="2000" b="1" dirty="0"/>
              <a:t> </a:t>
            </a:r>
            <a:r>
              <a:rPr lang="en-US" sz="2000" b="1" dirty="0" err="1"/>
              <a:t>aspek</a:t>
            </a:r>
            <a:r>
              <a:rPr lang="en-US" sz="2000" b="1" dirty="0"/>
              <a:t> yang </a:t>
            </a:r>
            <a:r>
              <a:rPr lang="en-US" sz="2000" b="1" dirty="0" err="1"/>
              <a:t>berhubungan</a:t>
            </a:r>
            <a:r>
              <a:rPr lang="en-US" sz="2000" b="1" dirty="0"/>
              <a:t> </a:t>
            </a:r>
            <a:r>
              <a:rPr lang="en-US" sz="2000" b="1" dirty="0" err="1"/>
              <a:t>dengan</a:t>
            </a:r>
            <a:r>
              <a:rPr lang="en-US" sz="2000" b="1" dirty="0"/>
              <a:t> </a:t>
            </a:r>
            <a:r>
              <a:rPr lang="en-US" sz="2000" b="1" dirty="0" err="1"/>
              <a:t>pilihan</a:t>
            </a:r>
            <a:r>
              <a:rPr lang="en-US" sz="2000" b="1" dirty="0"/>
              <a:t> </a:t>
            </a:r>
            <a:r>
              <a:rPr lang="en-US" sz="2000" b="1" dirty="0" err="1"/>
              <a:t>aksi</a:t>
            </a:r>
            <a:r>
              <a:rPr lang="en-US" sz="2000" b="1" dirty="0"/>
              <a:t> yang </a:t>
            </a:r>
            <a:r>
              <a:rPr lang="en-US" sz="2000" b="1" dirty="0" err="1"/>
              <a:t>akan</a:t>
            </a:r>
            <a:r>
              <a:rPr lang="en-US" sz="2000" b="1" dirty="0"/>
              <a:t> </a:t>
            </a:r>
            <a:r>
              <a:rPr lang="en-US" sz="2000" b="1" dirty="0" err="1"/>
              <a:t>dilakukan</a:t>
            </a:r>
            <a:r>
              <a:rPr lang="en-US" sz="2000" dirty="0"/>
              <a:t>.</a:t>
            </a:r>
            <a:endParaRPr lang="en-US" altLang="x-none" sz="2000" dirty="0"/>
          </a:p>
          <a:p>
            <a:pPr marL="342900" lvl="1" indent="-342900">
              <a:buFont typeface="Wingdings" panose="05000000000000000000" pitchFamily="2" charset="2"/>
              <a:buChar char="§"/>
            </a:pPr>
            <a:r>
              <a:rPr lang="en-US" sz="2000" dirty="0" err="1"/>
              <a:t>Lingkungan</a:t>
            </a:r>
            <a:r>
              <a:rPr lang="en-US" sz="2000" dirty="0"/>
              <a:t> yang fully observable </a:t>
            </a:r>
            <a:r>
              <a:rPr lang="en-US" sz="2000" dirty="0" err="1"/>
              <a:t>biasanya</a:t>
            </a:r>
            <a:r>
              <a:rPr lang="en-US" sz="2000" dirty="0"/>
              <a:t> sangat </a:t>
            </a:r>
            <a:r>
              <a:rPr lang="en-US" sz="2000" dirty="0" err="1"/>
              <a:t>memudahkan</a:t>
            </a:r>
            <a:r>
              <a:rPr lang="en-US" sz="2000" dirty="0"/>
              <a:t>, </a:t>
            </a:r>
            <a:r>
              <a:rPr lang="en-US" sz="2000" dirty="0" err="1"/>
              <a:t>karena</a:t>
            </a:r>
            <a:r>
              <a:rPr lang="en-US" sz="2000" dirty="0"/>
              <a:t> </a:t>
            </a:r>
            <a:r>
              <a:rPr lang="en-US" sz="2000" dirty="0" err="1"/>
              <a:t>agen</a:t>
            </a:r>
            <a:r>
              <a:rPr lang="en-US" sz="2000" dirty="0"/>
              <a:t> </a:t>
            </a:r>
            <a:r>
              <a:rPr lang="en-US" sz="2000" dirty="0" err="1"/>
              <a:t>tidak</a:t>
            </a:r>
            <a:r>
              <a:rPr lang="en-US" sz="2000" dirty="0"/>
              <a:t> </a:t>
            </a:r>
            <a:r>
              <a:rPr lang="en-US" sz="2000" dirty="0" err="1"/>
              <a:t>perlu</a:t>
            </a:r>
            <a:r>
              <a:rPr lang="en-US" sz="2000" dirty="0"/>
              <a:t> </a:t>
            </a:r>
            <a:r>
              <a:rPr lang="en-US" sz="2000" dirty="0" err="1"/>
              <a:t>mengurus</a:t>
            </a:r>
            <a:r>
              <a:rPr lang="en-US" sz="2000" dirty="0"/>
              <a:t> </a:t>
            </a:r>
            <a:r>
              <a:rPr lang="en-US" sz="2000" dirty="0" err="1"/>
              <a:t>keadaan</a:t>
            </a:r>
            <a:r>
              <a:rPr lang="en-US" sz="2000" dirty="0"/>
              <a:t> internal </a:t>
            </a:r>
            <a:r>
              <a:rPr lang="en-US" sz="2000" dirty="0" err="1"/>
              <a:t>untuk</a:t>
            </a:r>
            <a:r>
              <a:rPr lang="en-US" sz="2000" dirty="0"/>
              <a:t> </a:t>
            </a:r>
            <a:r>
              <a:rPr lang="en-US" sz="2000" dirty="0" err="1"/>
              <a:t>terus</a:t>
            </a:r>
            <a:r>
              <a:rPr lang="en-US" sz="2000" dirty="0"/>
              <a:t> </a:t>
            </a:r>
            <a:r>
              <a:rPr lang="en-US" sz="2000" dirty="0" err="1"/>
              <a:t>melacak</a:t>
            </a:r>
            <a:r>
              <a:rPr lang="en-US" sz="2000" dirty="0"/>
              <a:t> </a:t>
            </a:r>
            <a:r>
              <a:rPr lang="en-US" sz="2000" dirty="0" err="1"/>
              <a:t>keadaan</a:t>
            </a:r>
            <a:r>
              <a:rPr lang="en-US" sz="2000" dirty="0"/>
              <a:t> </a:t>
            </a:r>
            <a:r>
              <a:rPr lang="en-US" sz="2000" dirty="0" err="1"/>
              <a:t>lingkungan</a:t>
            </a:r>
            <a:r>
              <a:rPr lang="en-US" altLang="x-none" sz="2000" dirty="0"/>
              <a:t>.</a:t>
            </a:r>
          </a:p>
          <a:p>
            <a:pPr marL="342900" lvl="1" indent="-342900">
              <a:buFont typeface="Wingdings" panose="05000000000000000000" pitchFamily="2" charset="2"/>
              <a:buChar char="§"/>
            </a:pPr>
            <a:r>
              <a:rPr lang="en-US" sz="2000" dirty="0" err="1"/>
              <a:t>Suatu</a:t>
            </a:r>
            <a:r>
              <a:rPr lang="en-US" sz="2000" dirty="0"/>
              <a:t> </a:t>
            </a:r>
            <a:r>
              <a:rPr lang="en-US" sz="2000" dirty="0" err="1"/>
              <a:t>lingkungan</a:t>
            </a:r>
            <a:r>
              <a:rPr lang="en-US" sz="2000" dirty="0"/>
              <a:t> </a:t>
            </a:r>
            <a:r>
              <a:rPr lang="en-US" sz="2000" dirty="0" err="1"/>
              <a:t>bisa</a:t>
            </a:r>
            <a:r>
              <a:rPr lang="en-US" sz="2000" dirty="0"/>
              <a:t> </a:t>
            </a:r>
            <a:r>
              <a:rPr lang="en-US" sz="2000" dirty="0" err="1"/>
              <a:t>menjadi</a:t>
            </a:r>
            <a:r>
              <a:rPr lang="en-US" sz="2000" dirty="0"/>
              <a:t> </a:t>
            </a:r>
            <a:r>
              <a:rPr lang="en-US" sz="2000" b="1" dirty="0"/>
              <a:t>partially observable </a:t>
            </a:r>
            <a:r>
              <a:rPr lang="en-US" sz="2000" b="1" dirty="0" err="1"/>
              <a:t>akibat</a:t>
            </a:r>
            <a:r>
              <a:rPr lang="en-US" sz="2000" b="1" dirty="0"/>
              <a:t> </a:t>
            </a:r>
            <a:r>
              <a:rPr lang="en-US" sz="2000" b="1" dirty="0" err="1"/>
              <a:t>ada</a:t>
            </a:r>
            <a:r>
              <a:rPr lang="en-US" sz="2000" b="1" dirty="0"/>
              <a:t> </a:t>
            </a:r>
            <a:r>
              <a:rPr lang="en-US" sz="2000" b="1" dirty="0" err="1"/>
              <a:t>gangguan</a:t>
            </a:r>
            <a:r>
              <a:rPr lang="en-US" sz="2000" b="1" dirty="0"/>
              <a:t> dan </a:t>
            </a:r>
            <a:r>
              <a:rPr lang="en-US" sz="2000" b="1" dirty="0" err="1"/>
              <a:t>ketidakakurasian</a:t>
            </a:r>
            <a:r>
              <a:rPr lang="en-US" sz="2000" b="1" dirty="0"/>
              <a:t> sensor </a:t>
            </a:r>
            <a:r>
              <a:rPr lang="en-US" sz="2000" b="1" dirty="0" err="1"/>
              <a:t>ataupun</a:t>
            </a:r>
            <a:r>
              <a:rPr lang="en-US" sz="2000" b="1" dirty="0"/>
              <a:t> </a:t>
            </a:r>
            <a:r>
              <a:rPr lang="en-US" sz="2000" b="1" dirty="0" err="1"/>
              <a:t>karena</a:t>
            </a:r>
            <a:r>
              <a:rPr lang="en-US" sz="2000" b="1" dirty="0"/>
              <a:t> </a:t>
            </a:r>
            <a:r>
              <a:rPr lang="en-US" sz="2000" b="1" dirty="0" err="1"/>
              <a:t>ada</a:t>
            </a:r>
            <a:r>
              <a:rPr lang="en-US" sz="2000" b="1" dirty="0"/>
              <a:t> </a:t>
            </a:r>
            <a:r>
              <a:rPr lang="en-US" sz="2000" b="1" dirty="0" err="1"/>
              <a:t>bagian</a:t>
            </a:r>
            <a:r>
              <a:rPr lang="en-US" sz="2000" b="1" dirty="0"/>
              <a:t> </a:t>
            </a:r>
            <a:r>
              <a:rPr lang="en-US" sz="2000" b="1" dirty="0" err="1"/>
              <a:t>keadaan</a:t>
            </a:r>
            <a:r>
              <a:rPr lang="en-US" sz="2000" b="1" dirty="0"/>
              <a:t> yang </a:t>
            </a:r>
            <a:r>
              <a:rPr lang="en-US" sz="2000" b="1" dirty="0" err="1"/>
              <a:t>hilang</a:t>
            </a:r>
            <a:r>
              <a:rPr lang="en-US" sz="2000" b="1" dirty="0"/>
              <a:t> </a:t>
            </a:r>
            <a:r>
              <a:rPr lang="en-US" sz="2000" b="1" dirty="0" err="1"/>
              <a:t>dari</a:t>
            </a:r>
            <a:r>
              <a:rPr lang="en-US" sz="2000" b="1" dirty="0"/>
              <a:t> data sensor</a:t>
            </a:r>
            <a:r>
              <a:rPr lang="en-US" sz="2000" dirty="0"/>
              <a:t>. </a:t>
            </a:r>
          </a:p>
        </p:txBody>
      </p:sp>
      <p:sp>
        <p:nvSpPr>
          <p:cNvPr id="2" name="Slide Number Placeholder 1">
            <a:extLst>
              <a:ext uri="{FF2B5EF4-FFF2-40B4-BE49-F238E27FC236}">
                <a16:creationId xmlns:a16="http://schemas.microsoft.com/office/drawing/2014/main" id="{B0568D5B-E365-1244-39E1-71EC30B4D489}"/>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22</a:t>
            </a:fld>
            <a:endParaRPr lang="en-ID"/>
          </a:p>
        </p:txBody>
      </p:sp>
      <p:sp>
        <p:nvSpPr>
          <p:cNvPr id="40988"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0990"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0992"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0994" name="Isosceles Triangle 40993">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3369139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989" name="Picture 41988" descr="Penampang batang tanaman di bawah mikroskop">
            <a:extLst>
              <a:ext uri="{FF2B5EF4-FFF2-40B4-BE49-F238E27FC236}">
                <a16:creationId xmlns:a16="http://schemas.microsoft.com/office/drawing/2014/main" id="{44433FF9-5862-0368-B467-7E0D8363D792}"/>
              </a:ext>
            </a:extLst>
          </p:cNvPr>
          <p:cNvPicPr>
            <a:picLocks noChangeAspect="1"/>
          </p:cNvPicPr>
          <p:nvPr/>
        </p:nvPicPr>
        <p:blipFill rotWithShape="1">
          <a:blip r:embed="rId2"/>
          <a:srcRect l="9091" t="12020" b="11372"/>
          <a:stretch/>
        </p:blipFill>
        <p:spPr>
          <a:xfrm>
            <a:off x="1" y="10"/>
            <a:ext cx="12191999" cy="6857990"/>
          </a:xfrm>
          <a:prstGeom prst="rect">
            <a:avLst/>
          </a:prstGeom>
        </p:spPr>
      </p:pic>
      <p:sp>
        <p:nvSpPr>
          <p:cNvPr id="41998" name="Isosceles Triangle 41997">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2000" name="Parallelogram 41999">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2002" name="Straight Connector 42001">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004" name="Straight Connector 42003">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2006"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 name="Title 1"/>
          <p:cNvSpPr>
            <a:spLocks noGrp="1"/>
          </p:cNvSpPr>
          <p:nvPr>
            <p:ph type="title"/>
          </p:nvPr>
        </p:nvSpPr>
        <p:spPr>
          <a:xfrm>
            <a:off x="2786047" y="609600"/>
            <a:ext cx="6487955" cy="1320800"/>
          </a:xfrm>
        </p:spPr>
        <p:txBody>
          <a:bodyPr vert="horz" lIns="91440" tIns="45720" rIns="91440" bIns="45720" numCol="1" rtlCol="0" anchor="t" anchorCtr="0" compatLnSpc="1">
            <a:prstTxWarp prst="textNoShape">
              <a:avLst/>
            </a:prstTxWarp>
            <a:normAutofit/>
          </a:bodyPr>
          <a:lstStyle/>
          <a:p>
            <a:pPr fontAlgn="auto">
              <a:spcAft>
                <a:spcPts val="0"/>
              </a:spcAft>
              <a:defRPr/>
            </a:pPr>
            <a:r>
              <a:rPr lang="en-US" dirty="0" err="1"/>
              <a:t>Jenis</a:t>
            </a:r>
            <a:r>
              <a:rPr lang="en-US" dirty="0"/>
              <a:t> </a:t>
            </a:r>
            <a:r>
              <a:rPr lang="en-US" dirty="0" err="1"/>
              <a:t>Lingkungan</a:t>
            </a:r>
            <a:endParaRPr lang="id-ID" dirty="0"/>
          </a:p>
        </p:txBody>
      </p:sp>
      <p:sp>
        <p:nvSpPr>
          <p:cNvPr id="42008"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2010" name="Isosceles Triangle 42009">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1987" name="Content Placeholder 2"/>
          <p:cNvSpPr>
            <a:spLocks noGrp="1"/>
          </p:cNvSpPr>
          <p:nvPr>
            <p:ph idx="1"/>
          </p:nvPr>
        </p:nvSpPr>
        <p:spPr>
          <a:xfrm>
            <a:off x="2786047" y="1592494"/>
            <a:ext cx="7991544" cy="4448868"/>
          </a:xfrm>
        </p:spPr>
        <p:txBody>
          <a:bodyPr vert="horz" lIns="91440" tIns="45720" rIns="91440" bIns="45720" numCol="1" anchorCtr="0" compatLnSpc="1">
            <a:prstTxWarp prst="textNoShape">
              <a:avLst/>
            </a:prstTxWarp>
            <a:noAutofit/>
          </a:bodyPr>
          <a:lstStyle/>
          <a:p>
            <a:pPr>
              <a:buFont typeface="Wingdings" panose="05000000000000000000" pitchFamily="2" charset="2"/>
              <a:buChar char="Ø"/>
            </a:pPr>
            <a:r>
              <a:rPr lang="en-US" altLang="x-none" sz="2000" dirty="0"/>
              <a:t>Deterministic vs stochastic </a:t>
            </a:r>
          </a:p>
          <a:p>
            <a:pPr marL="354330" lvl="1" indent="-354330">
              <a:buFont typeface="Wingdings" panose="05000000000000000000" pitchFamily="2" charset="2"/>
              <a:buChar char="§"/>
            </a:pPr>
            <a:r>
              <a:rPr lang="en-US" sz="2000" dirty="0" err="1"/>
              <a:t>Apabila</a:t>
            </a:r>
            <a:r>
              <a:rPr lang="en-US" sz="2000" dirty="0"/>
              <a:t> </a:t>
            </a:r>
            <a:r>
              <a:rPr lang="en-US" sz="2000" b="1" dirty="0" err="1"/>
              <a:t>keadaan</a:t>
            </a:r>
            <a:r>
              <a:rPr lang="en-US" sz="2000" b="1" dirty="0"/>
              <a:t> </a:t>
            </a:r>
            <a:r>
              <a:rPr lang="en-US" sz="2000" b="1" dirty="0" err="1"/>
              <a:t>lingkungan</a:t>
            </a:r>
            <a:r>
              <a:rPr lang="en-US" sz="2000" b="1" dirty="0"/>
              <a:t> </a:t>
            </a:r>
            <a:r>
              <a:rPr lang="en-US" sz="2000" b="1" dirty="0" err="1"/>
              <a:t>selanjutnya</a:t>
            </a:r>
            <a:r>
              <a:rPr lang="en-US" sz="2000" b="1" dirty="0"/>
              <a:t> </a:t>
            </a:r>
            <a:r>
              <a:rPr lang="en-US" sz="2000" b="1" dirty="0" err="1"/>
              <a:t>sepenuhnya</a:t>
            </a:r>
            <a:r>
              <a:rPr lang="en-US" sz="2000" b="1" dirty="0"/>
              <a:t> </a:t>
            </a:r>
            <a:r>
              <a:rPr lang="en-US" sz="2000" b="1" dirty="0" err="1"/>
              <a:t>bergantung</a:t>
            </a:r>
            <a:r>
              <a:rPr lang="en-US" sz="2000" b="1" dirty="0"/>
              <a:t> pada </a:t>
            </a:r>
            <a:r>
              <a:rPr lang="en-US" sz="2000" b="1" dirty="0" err="1"/>
              <a:t>keadaan</a:t>
            </a:r>
            <a:r>
              <a:rPr lang="en-US" sz="2000" b="1" dirty="0"/>
              <a:t> </a:t>
            </a:r>
            <a:r>
              <a:rPr lang="en-US" sz="2000" b="1" dirty="0" err="1"/>
              <a:t>sekarang</a:t>
            </a:r>
            <a:r>
              <a:rPr lang="en-US" sz="2000" b="1" dirty="0"/>
              <a:t> dan juga </a:t>
            </a:r>
            <a:r>
              <a:rPr lang="en-US" sz="2000" b="1" dirty="0" err="1"/>
              <a:t>tindakan</a:t>
            </a:r>
            <a:r>
              <a:rPr lang="en-US" sz="2000" b="1" dirty="0"/>
              <a:t> yang </a:t>
            </a:r>
            <a:r>
              <a:rPr lang="en-US" sz="2000" b="1" dirty="0" err="1"/>
              <a:t>akan</a:t>
            </a:r>
            <a:r>
              <a:rPr lang="en-US" sz="2000" b="1" dirty="0"/>
              <a:t> </a:t>
            </a:r>
            <a:r>
              <a:rPr lang="en-US" sz="2000" b="1" dirty="0" err="1"/>
              <a:t>dilakukan</a:t>
            </a:r>
            <a:r>
              <a:rPr lang="en-US" sz="2000" b="1" dirty="0"/>
              <a:t> oleh </a:t>
            </a:r>
            <a:r>
              <a:rPr lang="en-US" sz="2000" b="1" dirty="0" err="1"/>
              <a:t>agen</a:t>
            </a:r>
            <a:r>
              <a:rPr lang="en-US" sz="2000" dirty="0"/>
              <a:t>, </a:t>
            </a:r>
            <a:r>
              <a:rPr lang="en-US" sz="2000" dirty="0" err="1"/>
              <a:t>maka</a:t>
            </a:r>
            <a:r>
              <a:rPr lang="en-US" sz="2000" dirty="0"/>
              <a:t> </a:t>
            </a:r>
            <a:r>
              <a:rPr lang="en-US" sz="2000" dirty="0" err="1"/>
              <a:t>lingkungan</a:t>
            </a:r>
            <a:r>
              <a:rPr lang="en-US" sz="2000" dirty="0"/>
              <a:t> </a:t>
            </a:r>
            <a:r>
              <a:rPr lang="en-US" sz="2000" dirty="0" err="1"/>
              <a:t>tersebut</a:t>
            </a:r>
            <a:r>
              <a:rPr lang="en-US" sz="2000" dirty="0"/>
              <a:t> </a:t>
            </a:r>
            <a:r>
              <a:rPr lang="en-US" sz="2000" dirty="0" err="1"/>
              <a:t>bersifat</a:t>
            </a:r>
            <a:r>
              <a:rPr lang="en-US" sz="2000" dirty="0"/>
              <a:t> deterministic. </a:t>
            </a:r>
            <a:endParaRPr lang="en-US" altLang="x-none" sz="2000" dirty="0"/>
          </a:p>
          <a:p>
            <a:pPr marL="354330" lvl="1" indent="-354330">
              <a:buFont typeface="Wingdings" panose="05000000000000000000" pitchFamily="2" charset="2"/>
              <a:buChar char="§"/>
            </a:pPr>
            <a:r>
              <a:rPr lang="en-US" sz="2000" dirty="0" err="1"/>
              <a:t>Sedangkan</a:t>
            </a:r>
            <a:r>
              <a:rPr lang="en-US" sz="2000" dirty="0"/>
              <a:t> stochastic </a:t>
            </a:r>
            <a:r>
              <a:rPr lang="en-US" sz="2000" dirty="0" err="1"/>
              <a:t>adalah</a:t>
            </a:r>
            <a:r>
              <a:rPr lang="en-US" sz="2000" dirty="0"/>
              <a:t> </a:t>
            </a:r>
            <a:r>
              <a:rPr lang="en-US" sz="2000" dirty="0" err="1"/>
              <a:t>kebalikan</a:t>
            </a:r>
            <a:r>
              <a:rPr lang="en-US" sz="2000" dirty="0"/>
              <a:t> </a:t>
            </a:r>
            <a:r>
              <a:rPr lang="en-US" sz="2000" dirty="0" err="1"/>
              <a:t>dari</a:t>
            </a:r>
            <a:r>
              <a:rPr lang="en-US" sz="2000" dirty="0"/>
              <a:t> deterministic, </a:t>
            </a:r>
            <a:r>
              <a:rPr lang="en-US" sz="2000" b="1" dirty="0"/>
              <a:t>di mana </a:t>
            </a:r>
            <a:r>
              <a:rPr lang="en-US" sz="2000" b="1" dirty="0" err="1"/>
              <a:t>keadaan</a:t>
            </a:r>
            <a:r>
              <a:rPr lang="en-US" sz="2000" b="1" dirty="0"/>
              <a:t> </a:t>
            </a:r>
            <a:r>
              <a:rPr lang="en-US" sz="2000" b="1" dirty="0" err="1"/>
              <a:t>selanjutnya</a:t>
            </a:r>
            <a:r>
              <a:rPr lang="en-US" sz="2000" b="1" dirty="0"/>
              <a:t> </a:t>
            </a:r>
            <a:r>
              <a:rPr lang="en-US" sz="2000" b="1" dirty="0" err="1"/>
              <a:t>tidak</a:t>
            </a:r>
            <a:r>
              <a:rPr lang="en-US" sz="2000" b="1" dirty="0"/>
              <a:t> </a:t>
            </a:r>
            <a:r>
              <a:rPr lang="en-US" sz="2000" b="1" dirty="0" err="1"/>
              <a:t>bergantung</a:t>
            </a:r>
            <a:r>
              <a:rPr lang="en-US" sz="2000" b="1" dirty="0"/>
              <a:t> pada </a:t>
            </a:r>
            <a:r>
              <a:rPr lang="en-US" sz="2000" b="1" dirty="0" err="1"/>
              <a:t>keadaan</a:t>
            </a:r>
            <a:r>
              <a:rPr lang="en-US" sz="2000" b="1" dirty="0"/>
              <a:t> </a:t>
            </a:r>
            <a:r>
              <a:rPr lang="en-US" sz="2000" b="1" dirty="0" err="1"/>
              <a:t>sekarang</a:t>
            </a:r>
            <a:r>
              <a:rPr lang="en-US" sz="2000" b="1" dirty="0"/>
              <a:t> dan juga </a:t>
            </a:r>
            <a:r>
              <a:rPr lang="en-US" sz="2000" b="1" dirty="0" err="1"/>
              <a:t>tindakan</a:t>
            </a:r>
            <a:r>
              <a:rPr lang="en-US" sz="2000" b="1" dirty="0"/>
              <a:t> yang </a:t>
            </a:r>
            <a:r>
              <a:rPr lang="en-US" sz="2000" b="1" dirty="0" err="1"/>
              <a:t>akan</a:t>
            </a:r>
            <a:r>
              <a:rPr lang="en-US" sz="2000" b="1" dirty="0"/>
              <a:t> </a:t>
            </a:r>
            <a:r>
              <a:rPr lang="en-US" sz="2000" b="1" dirty="0" err="1"/>
              <a:t>dilakukan</a:t>
            </a:r>
            <a:r>
              <a:rPr lang="en-US" sz="2000" b="1" dirty="0"/>
              <a:t> oleh </a:t>
            </a:r>
            <a:r>
              <a:rPr lang="en-US" sz="2000" b="1" dirty="0" err="1"/>
              <a:t>agen</a:t>
            </a:r>
            <a:r>
              <a:rPr lang="en-US" sz="2000" dirty="0"/>
              <a:t>.</a:t>
            </a:r>
            <a:endParaRPr lang="en-US" altLang="x-none" sz="2000" dirty="0"/>
          </a:p>
          <a:p>
            <a:pPr marL="354330" lvl="1" indent="-354330">
              <a:buFont typeface="Wingdings" panose="05000000000000000000" pitchFamily="2" charset="2"/>
              <a:buChar char="§"/>
            </a:pPr>
            <a:r>
              <a:rPr lang="en-US" sz="2000" dirty="0" err="1"/>
              <a:t>Apabila</a:t>
            </a:r>
            <a:r>
              <a:rPr lang="en-US" sz="2000" dirty="0"/>
              <a:t> </a:t>
            </a:r>
            <a:r>
              <a:rPr lang="en-US" sz="2000" dirty="0" err="1"/>
              <a:t>lingkungan</a:t>
            </a:r>
            <a:r>
              <a:rPr lang="en-US" sz="2000" dirty="0"/>
              <a:t> </a:t>
            </a:r>
            <a:r>
              <a:rPr lang="en-US" sz="2000" dirty="0" err="1"/>
              <a:t>bersifat</a:t>
            </a:r>
            <a:r>
              <a:rPr lang="en-US" sz="2000" dirty="0"/>
              <a:t> deterministic </a:t>
            </a:r>
            <a:r>
              <a:rPr lang="en-US" sz="2000" dirty="0" err="1"/>
              <a:t>terkecuali</a:t>
            </a:r>
            <a:r>
              <a:rPr lang="en-US" sz="2000" dirty="0"/>
              <a:t> </a:t>
            </a:r>
            <a:r>
              <a:rPr lang="en-US" sz="2000" dirty="0" err="1"/>
              <a:t>untuk</a:t>
            </a:r>
            <a:r>
              <a:rPr lang="en-US" sz="2000" dirty="0"/>
              <a:t> </a:t>
            </a:r>
            <a:r>
              <a:rPr lang="en-US" sz="2000" dirty="0" err="1"/>
              <a:t>tindakan</a:t>
            </a:r>
            <a:r>
              <a:rPr lang="en-US" sz="2000" dirty="0"/>
              <a:t> </a:t>
            </a:r>
            <a:r>
              <a:rPr lang="en-US" sz="2000" dirty="0" err="1"/>
              <a:t>dari</a:t>
            </a:r>
            <a:r>
              <a:rPr lang="en-US" sz="2000" dirty="0"/>
              <a:t> </a:t>
            </a:r>
            <a:r>
              <a:rPr lang="en-US" sz="2000" dirty="0" err="1"/>
              <a:t>agen</a:t>
            </a:r>
            <a:r>
              <a:rPr lang="en-US" sz="2000" dirty="0"/>
              <a:t>, </a:t>
            </a:r>
            <a:r>
              <a:rPr lang="en-US" sz="2000" dirty="0" err="1"/>
              <a:t>maka</a:t>
            </a:r>
            <a:r>
              <a:rPr lang="en-US" sz="2000" dirty="0"/>
              <a:t> </a:t>
            </a:r>
            <a:r>
              <a:rPr lang="en-US" sz="2000" dirty="0" err="1"/>
              <a:t>lingkungan</a:t>
            </a:r>
            <a:r>
              <a:rPr lang="en-US" sz="2000" dirty="0"/>
              <a:t> </a:t>
            </a:r>
            <a:r>
              <a:rPr lang="en-US" sz="2000" dirty="0" err="1"/>
              <a:t>tersebut</a:t>
            </a:r>
            <a:r>
              <a:rPr lang="en-US" sz="2000" dirty="0"/>
              <a:t> </a:t>
            </a:r>
            <a:r>
              <a:rPr lang="en-US" sz="2000" dirty="0" err="1"/>
              <a:t>bersifat</a:t>
            </a:r>
            <a:r>
              <a:rPr lang="en-US" sz="2000" b="1" dirty="0"/>
              <a:t> strategic</a:t>
            </a:r>
            <a:r>
              <a:rPr lang="en-US" sz="2000" dirty="0"/>
              <a:t>.</a:t>
            </a:r>
            <a:endParaRPr lang="en-US" altLang="x-none" sz="2000" dirty="0"/>
          </a:p>
          <a:p>
            <a:pPr marL="354330" lvl="1" indent="-354330">
              <a:buFont typeface="Wingdings" panose="05000000000000000000" pitchFamily="2" charset="2"/>
              <a:buChar char="§"/>
            </a:pPr>
            <a:r>
              <a:rPr lang="en-US" sz="2000" dirty="0" err="1"/>
              <a:t>Permainan</a:t>
            </a:r>
            <a:r>
              <a:rPr lang="en-US" sz="2000" dirty="0"/>
              <a:t> </a:t>
            </a:r>
            <a:r>
              <a:rPr lang="en-US" sz="2000" dirty="0" err="1"/>
              <a:t>Reversi</a:t>
            </a:r>
            <a:r>
              <a:rPr lang="en-US" sz="2000" dirty="0"/>
              <a:t> </a:t>
            </a:r>
            <a:r>
              <a:rPr lang="en-US" sz="2000" dirty="0" err="1"/>
              <a:t>bersifat</a:t>
            </a:r>
            <a:r>
              <a:rPr lang="en-US" sz="2000" dirty="0"/>
              <a:t> deterministic </a:t>
            </a:r>
            <a:r>
              <a:rPr lang="en-US" sz="2000" dirty="0" err="1"/>
              <a:t>karena</a:t>
            </a:r>
            <a:r>
              <a:rPr lang="en-US" sz="2000" dirty="0"/>
              <a:t> </a:t>
            </a:r>
            <a:r>
              <a:rPr lang="en-US" sz="2000" dirty="0" err="1"/>
              <a:t>keadaan</a:t>
            </a:r>
            <a:r>
              <a:rPr lang="en-US" sz="2000" dirty="0"/>
              <a:t> </a:t>
            </a:r>
            <a:r>
              <a:rPr lang="en-US" sz="2000" dirty="0" err="1"/>
              <a:t>selanjutnya</a:t>
            </a:r>
            <a:r>
              <a:rPr lang="en-US" sz="2000" dirty="0"/>
              <a:t> </a:t>
            </a:r>
            <a:r>
              <a:rPr lang="en-US" sz="2000" dirty="0" err="1"/>
              <a:t>bergantung</a:t>
            </a:r>
            <a:r>
              <a:rPr lang="en-US" sz="2000" dirty="0"/>
              <a:t> pada </a:t>
            </a:r>
            <a:r>
              <a:rPr lang="en-US" sz="2000" dirty="0" err="1"/>
              <a:t>keadaan</a:t>
            </a:r>
            <a:r>
              <a:rPr lang="en-US" sz="2000" dirty="0"/>
              <a:t> </a:t>
            </a:r>
            <a:r>
              <a:rPr lang="en-US" sz="2000" dirty="0" err="1"/>
              <a:t>sekarang</a:t>
            </a:r>
            <a:r>
              <a:rPr lang="en-US" sz="2000" dirty="0"/>
              <a:t> (</a:t>
            </a:r>
            <a:r>
              <a:rPr lang="en-US" sz="2000" dirty="0" err="1"/>
              <a:t>saat</a:t>
            </a:r>
            <a:r>
              <a:rPr lang="en-US" sz="2000" dirty="0"/>
              <a:t> </a:t>
            </a:r>
            <a:r>
              <a:rPr lang="en-US" sz="2000" dirty="0" err="1"/>
              <a:t>mengambil</a:t>
            </a:r>
            <a:r>
              <a:rPr lang="en-US" sz="2000" dirty="0"/>
              <a:t> </a:t>
            </a:r>
            <a:r>
              <a:rPr lang="en-US" sz="2000" dirty="0" err="1"/>
              <a:t>langkah</a:t>
            </a:r>
            <a:r>
              <a:rPr lang="en-US" sz="2000" dirty="0"/>
              <a:t>).</a:t>
            </a:r>
          </a:p>
          <a:p>
            <a:pPr>
              <a:buChar char="•"/>
            </a:pPr>
            <a:endParaRPr lang="en-US" sz="2000" dirty="0"/>
          </a:p>
        </p:txBody>
      </p:sp>
      <p:sp>
        <p:nvSpPr>
          <p:cNvPr id="3" name="Slide Number Placeholder 2">
            <a:extLst>
              <a:ext uri="{FF2B5EF4-FFF2-40B4-BE49-F238E27FC236}">
                <a16:creationId xmlns:a16="http://schemas.microsoft.com/office/drawing/2014/main" id="{069BECCF-09DF-0402-414C-69702B7F61EE}"/>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23</a:t>
            </a:fld>
            <a:endParaRPr lang="en-ID"/>
          </a:p>
        </p:txBody>
      </p:sp>
      <p:sp>
        <p:nvSpPr>
          <p:cNvPr id="42012"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2014"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2016"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2018" name="Isosceles Triangle 42017">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1624342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descr="Penampang batang tanaman di bawah mikroskop">
            <a:extLst>
              <a:ext uri="{FF2B5EF4-FFF2-40B4-BE49-F238E27FC236}">
                <a16:creationId xmlns:a16="http://schemas.microsoft.com/office/drawing/2014/main" id="{BF0CE09C-7E90-F386-9848-F3ED88708A41}"/>
              </a:ext>
            </a:extLst>
          </p:cNvPr>
          <p:cNvPicPr>
            <a:picLocks noChangeAspect="1"/>
          </p:cNvPicPr>
          <p:nvPr/>
        </p:nvPicPr>
        <p:blipFill rotWithShape="1">
          <a:blip r:embed="rId2"/>
          <a:srcRect l="9091" t="8835" b="14557"/>
          <a:stretch/>
        </p:blipFill>
        <p:spPr>
          <a:xfrm>
            <a:off x="1" y="10"/>
            <a:ext cx="12191999" cy="6857990"/>
          </a:xfrm>
          <a:prstGeom prst="rect">
            <a:avLst/>
          </a:prstGeom>
        </p:spPr>
      </p:pic>
      <p:sp>
        <p:nvSpPr>
          <p:cNvPr id="20" name="Isosceles Triangle 19">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2" name="Parallelogram 21">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 name="Title 1"/>
          <p:cNvSpPr>
            <a:spLocks noGrp="1"/>
          </p:cNvSpPr>
          <p:nvPr>
            <p:ph type="title"/>
          </p:nvPr>
        </p:nvSpPr>
        <p:spPr>
          <a:xfrm>
            <a:off x="2786047" y="609600"/>
            <a:ext cx="6487955" cy="1320800"/>
          </a:xfrm>
        </p:spPr>
        <p:txBody>
          <a:bodyPr vert="horz" lIns="91440" tIns="45720" rIns="91440" bIns="45720" numCol="1" rtlCol="0" anchor="t" anchorCtr="0" compatLnSpc="1">
            <a:prstTxWarp prst="textNoShape">
              <a:avLst/>
            </a:prstTxWarp>
            <a:normAutofit/>
          </a:bodyPr>
          <a:lstStyle/>
          <a:p>
            <a:pPr fontAlgn="auto">
              <a:spcAft>
                <a:spcPts val="0"/>
              </a:spcAft>
              <a:defRPr/>
            </a:pPr>
            <a:r>
              <a:rPr lang="en-US" dirty="0" err="1"/>
              <a:t>Jenis</a:t>
            </a:r>
            <a:r>
              <a:rPr lang="en-US" dirty="0"/>
              <a:t> </a:t>
            </a:r>
            <a:r>
              <a:rPr lang="en-US" dirty="0" err="1"/>
              <a:t>Lingkungan</a:t>
            </a:r>
            <a:endParaRPr lang="id-ID" dirty="0"/>
          </a:p>
        </p:txBody>
      </p:sp>
      <p:sp>
        <p:nvSpPr>
          <p:cNvPr id="30"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2" name="Isosceles Triangle 31">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 name="Content Placeholder 2"/>
          <p:cNvSpPr>
            <a:spLocks noGrp="1"/>
          </p:cNvSpPr>
          <p:nvPr>
            <p:ph idx="1"/>
          </p:nvPr>
        </p:nvSpPr>
        <p:spPr>
          <a:xfrm>
            <a:off x="2786047" y="1356189"/>
            <a:ext cx="8895670" cy="4685173"/>
          </a:xfrm>
        </p:spPr>
        <p:txBody>
          <a:bodyPr vert="horz" lIns="91440" tIns="45720" rIns="91440" bIns="45720" numCol="1" rtlCol="0" anchorCtr="0" compatLnSpc="1">
            <a:prstTxWarp prst="textNoShape">
              <a:avLst/>
            </a:prstTxWarp>
            <a:noAutofit/>
          </a:bodyPr>
          <a:lstStyle/>
          <a:p>
            <a:pPr indent="-228600" fontAlgn="auto">
              <a:spcAft>
                <a:spcPts val="0"/>
              </a:spcAft>
              <a:buClr>
                <a:schemeClr val="accent1"/>
              </a:buClr>
              <a:buFont typeface="Wingdings" panose="05000000000000000000" pitchFamily="2" charset="2"/>
              <a:buChar char="Ø"/>
              <a:defRPr/>
            </a:pPr>
            <a:r>
              <a:rPr lang="en-US" sz="1900" b="1" kern="1200" dirty="0"/>
              <a:t>Episodic vs sequential </a:t>
            </a:r>
          </a:p>
          <a:p>
            <a:pPr marL="754380" lvl="2" indent="-354330" fontAlgn="auto">
              <a:spcAft>
                <a:spcPts val="0"/>
              </a:spcAft>
              <a:buClr>
                <a:schemeClr val="accent2"/>
              </a:buClr>
              <a:buFont typeface="Wingdings" panose="05000000000000000000" pitchFamily="2" charset="2"/>
              <a:buChar char="§"/>
              <a:defRPr/>
            </a:pPr>
            <a:r>
              <a:rPr lang="id-ID" sz="1900" kern="1200" dirty="0">
                <a:latin typeface="+mn-lt"/>
                <a:ea typeface="+mn-ea"/>
                <a:cs typeface="+mn-cs"/>
              </a:rPr>
              <a:t>Untuk lingkungan yang bersifat </a:t>
            </a:r>
            <a:r>
              <a:rPr lang="id-ID" sz="1900" b="1" kern="1200" dirty="0">
                <a:latin typeface="+mn-lt"/>
                <a:ea typeface="+mn-ea"/>
                <a:cs typeface="+mn-cs"/>
              </a:rPr>
              <a:t>episodic</a:t>
            </a:r>
            <a:r>
              <a:rPr lang="id-ID" sz="1900" kern="1200" dirty="0">
                <a:latin typeface="+mn-lt"/>
                <a:ea typeface="+mn-ea"/>
                <a:cs typeface="+mn-cs"/>
              </a:rPr>
              <a:t>, </a:t>
            </a:r>
            <a:r>
              <a:rPr lang="id-ID" sz="1900" b="1" kern="1200" dirty="0">
                <a:latin typeface="+mn-lt"/>
                <a:ea typeface="+mn-ea"/>
                <a:cs typeface="+mn-cs"/>
              </a:rPr>
              <a:t>pengalaman agen dibagi-bagi menjadi beberapa epidose pendek</a:t>
            </a:r>
            <a:r>
              <a:rPr lang="id-ID" sz="1900" kern="1200" dirty="0">
                <a:latin typeface="+mn-lt"/>
                <a:ea typeface="+mn-ea"/>
                <a:cs typeface="+mn-cs"/>
              </a:rPr>
              <a:t>. </a:t>
            </a:r>
            <a:endParaRPr lang="en-US" sz="1900" kern="1200" dirty="0">
              <a:latin typeface="+mn-lt"/>
              <a:ea typeface="+mn-ea"/>
              <a:cs typeface="+mn-cs"/>
            </a:endParaRPr>
          </a:p>
          <a:p>
            <a:pPr marL="754380" lvl="2" indent="-354330" fontAlgn="auto">
              <a:spcAft>
                <a:spcPts val="0"/>
              </a:spcAft>
              <a:buClr>
                <a:schemeClr val="accent2"/>
              </a:buClr>
              <a:buFont typeface="Wingdings" panose="05000000000000000000" pitchFamily="2" charset="2"/>
              <a:buChar char="§"/>
              <a:defRPr/>
            </a:pPr>
            <a:r>
              <a:rPr lang="id-ID" sz="1900" kern="1200" dirty="0">
                <a:latin typeface="+mn-lt"/>
                <a:ea typeface="+mn-ea"/>
                <a:cs typeface="+mn-cs"/>
              </a:rPr>
              <a:t>Tiap episode terdiri dari apa yang dirasakan agen dan kemudian melakukan satu tindakan tertentu. </a:t>
            </a:r>
            <a:endParaRPr lang="en-US" sz="1900" kern="1200" dirty="0">
              <a:latin typeface="+mn-lt"/>
              <a:ea typeface="+mn-ea"/>
              <a:cs typeface="+mn-cs"/>
            </a:endParaRPr>
          </a:p>
          <a:p>
            <a:pPr marL="754380" lvl="2" indent="-354330" fontAlgn="auto">
              <a:spcAft>
                <a:spcPts val="0"/>
              </a:spcAft>
              <a:buClr>
                <a:schemeClr val="accent2"/>
              </a:buClr>
              <a:buFont typeface="Wingdings" panose="05000000000000000000" pitchFamily="2" charset="2"/>
              <a:buChar char="§"/>
              <a:defRPr/>
            </a:pPr>
            <a:r>
              <a:rPr lang="id-ID" sz="1900" kern="1200" dirty="0">
                <a:latin typeface="+mn-lt"/>
                <a:ea typeface="+mn-ea"/>
                <a:cs typeface="+mn-cs"/>
              </a:rPr>
              <a:t>Kualitas dari tindakan agen hanya tergantung pada episode itu saja, karena tindakan selanjutnya tidak tergantung pada tindakan apa yang akan dilakukan di episode sebelumnya. </a:t>
            </a:r>
            <a:endParaRPr lang="en-US" sz="1900" kern="1200" dirty="0">
              <a:latin typeface="+mn-lt"/>
              <a:ea typeface="+mn-ea"/>
              <a:cs typeface="+mn-cs"/>
            </a:endParaRPr>
          </a:p>
          <a:p>
            <a:pPr marL="754380" lvl="2" indent="-354330" fontAlgn="auto">
              <a:spcAft>
                <a:spcPts val="0"/>
              </a:spcAft>
              <a:buClr>
                <a:schemeClr val="accent2"/>
              </a:buClr>
              <a:buFont typeface="Wingdings" panose="05000000000000000000" pitchFamily="2" charset="2"/>
              <a:buChar char="§"/>
              <a:defRPr/>
            </a:pPr>
            <a:r>
              <a:rPr lang="id-ID" sz="1900" kern="1200" dirty="0">
                <a:latin typeface="+mn-lt"/>
                <a:ea typeface="+mn-ea"/>
                <a:cs typeface="+mn-cs"/>
              </a:rPr>
              <a:t>Lingkungan episodic lebih sederhana karena agen tidak perlu memikirkan langkah-langkah pada keadaan selanjutnya.</a:t>
            </a:r>
            <a:endParaRPr lang="en-US" sz="1900" kern="1200" dirty="0">
              <a:latin typeface="+mn-lt"/>
              <a:ea typeface="+mn-ea"/>
              <a:cs typeface="+mn-cs"/>
            </a:endParaRPr>
          </a:p>
          <a:p>
            <a:pPr marL="754380" lvl="2" indent="-354330" fontAlgn="auto">
              <a:spcAft>
                <a:spcPts val="0"/>
              </a:spcAft>
              <a:buClr>
                <a:schemeClr val="accent2"/>
              </a:buClr>
              <a:buFont typeface="Wingdings" panose="05000000000000000000" pitchFamily="2" charset="2"/>
              <a:buChar char="§"/>
              <a:defRPr/>
            </a:pPr>
            <a:r>
              <a:rPr lang="id-ID" sz="1900" kern="1200" dirty="0">
                <a:latin typeface="+mn-lt"/>
                <a:ea typeface="+mn-ea"/>
                <a:cs typeface="+mn-cs"/>
              </a:rPr>
              <a:t>Sedangkan pada lingkungan </a:t>
            </a:r>
            <a:r>
              <a:rPr lang="id-ID" sz="1900" b="1" kern="1200" dirty="0">
                <a:latin typeface="+mn-lt"/>
                <a:ea typeface="+mn-ea"/>
                <a:cs typeface="+mn-cs"/>
              </a:rPr>
              <a:t>sequential</a:t>
            </a:r>
            <a:r>
              <a:rPr lang="id-ID" sz="1900" kern="1200" dirty="0">
                <a:latin typeface="+mn-lt"/>
                <a:ea typeface="+mn-ea"/>
                <a:cs typeface="+mn-cs"/>
              </a:rPr>
              <a:t>, </a:t>
            </a:r>
            <a:r>
              <a:rPr lang="id-ID" sz="1900" b="1" kern="1200" dirty="0">
                <a:latin typeface="+mn-lt"/>
                <a:ea typeface="+mn-ea"/>
                <a:cs typeface="+mn-cs"/>
              </a:rPr>
              <a:t>tindakan saat sekarang dapat mempengaruhi tindakan selanjutny</a:t>
            </a:r>
            <a:r>
              <a:rPr lang="id-ID" sz="1900" kern="1200" dirty="0">
                <a:latin typeface="+mn-lt"/>
                <a:ea typeface="+mn-ea"/>
                <a:cs typeface="+mn-cs"/>
              </a:rPr>
              <a:t>a. Permainan Reversi bersifat sequential karena agen berpikir untuk langkah-langkah selanjutnya dan seluruh langkah yang akan diambil oleh agen saling bergantung. </a:t>
            </a:r>
          </a:p>
          <a:p>
            <a:pPr indent="-228600" fontAlgn="auto">
              <a:spcAft>
                <a:spcPts val="0"/>
              </a:spcAft>
              <a:buClr>
                <a:schemeClr val="accent1"/>
              </a:buClr>
              <a:buFont typeface="Arial" panose="020B0604020202020204" pitchFamily="34" charset="0"/>
              <a:buChar char="•"/>
              <a:defRPr/>
            </a:pPr>
            <a:endParaRPr lang="id-ID" sz="1900" b="0" kern="1200" dirty="0"/>
          </a:p>
        </p:txBody>
      </p:sp>
      <p:sp>
        <p:nvSpPr>
          <p:cNvPr id="4" name="Slide Number Placeholder 3">
            <a:extLst>
              <a:ext uri="{FF2B5EF4-FFF2-40B4-BE49-F238E27FC236}">
                <a16:creationId xmlns:a16="http://schemas.microsoft.com/office/drawing/2014/main" id="{A5E34259-D12A-9D77-709C-BE533B91C300}"/>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24</a:t>
            </a:fld>
            <a:endParaRPr lang="en-ID"/>
          </a:p>
        </p:txBody>
      </p:sp>
      <p:sp>
        <p:nvSpPr>
          <p:cNvPr id="34"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6"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8"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0" name="Isosceles Triangle 39">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1710054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4062" name="Picture 44061" descr="Penampang batang tanaman di bawah mikroskop">
            <a:extLst>
              <a:ext uri="{FF2B5EF4-FFF2-40B4-BE49-F238E27FC236}">
                <a16:creationId xmlns:a16="http://schemas.microsoft.com/office/drawing/2014/main" id="{DF27190C-C55D-F0CB-4B54-CE92D615D3FA}"/>
              </a:ext>
            </a:extLst>
          </p:cNvPr>
          <p:cNvPicPr>
            <a:picLocks noChangeAspect="1"/>
          </p:cNvPicPr>
          <p:nvPr/>
        </p:nvPicPr>
        <p:blipFill rotWithShape="1">
          <a:blip r:embed="rId2"/>
          <a:srcRect l="9091" t="8835" b="14557"/>
          <a:stretch/>
        </p:blipFill>
        <p:spPr>
          <a:xfrm>
            <a:off x="1" y="10"/>
            <a:ext cx="12191999" cy="6857990"/>
          </a:xfrm>
          <a:prstGeom prst="rect">
            <a:avLst/>
          </a:prstGeom>
        </p:spPr>
      </p:pic>
      <p:sp>
        <p:nvSpPr>
          <p:cNvPr id="44071" name="Isosceles Triangle 44070">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4073" name="Parallelogram 44072">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4075" name="Straight Connector 44074">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4077" name="Straight Connector 44076">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4079"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 name="Title 1"/>
          <p:cNvSpPr>
            <a:spLocks noGrp="1"/>
          </p:cNvSpPr>
          <p:nvPr>
            <p:ph type="title"/>
          </p:nvPr>
        </p:nvSpPr>
        <p:spPr>
          <a:xfrm>
            <a:off x="2786047" y="609600"/>
            <a:ext cx="6487955" cy="1320800"/>
          </a:xfrm>
        </p:spPr>
        <p:txBody>
          <a:bodyPr vert="horz" lIns="91440" tIns="45720" rIns="91440" bIns="45720" numCol="1" rtlCol="0" anchor="t" anchorCtr="0" compatLnSpc="1">
            <a:prstTxWarp prst="textNoShape">
              <a:avLst/>
            </a:prstTxWarp>
            <a:normAutofit/>
          </a:bodyPr>
          <a:lstStyle/>
          <a:p>
            <a:pPr fontAlgn="auto">
              <a:spcAft>
                <a:spcPts val="0"/>
              </a:spcAft>
              <a:defRPr/>
            </a:pPr>
            <a:r>
              <a:rPr lang="en-US" dirty="0" err="1"/>
              <a:t>Jenis</a:t>
            </a:r>
            <a:r>
              <a:rPr lang="en-US" dirty="0"/>
              <a:t> </a:t>
            </a:r>
            <a:r>
              <a:rPr lang="en-US" dirty="0" err="1"/>
              <a:t>Lingkungan</a:t>
            </a:r>
            <a:endParaRPr lang="id-ID" dirty="0"/>
          </a:p>
        </p:txBody>
      </p:sp>
      <p:sp>
        <p:nvSpPr>
          <p:cNvPr id="44081"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4083" name="Isosceles Triangle 44082">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4035" name="Content Placeholder 2"/>
          <p:cNvSpPr>
            <a:spLocks noGrp="1"/>
          </p:cNvSpPr>
          <p:nvPr>
            <p:ph idx="1"/>
          </p:nvPr>
        </p:nvSpPr>
        <p:spPr>
          <a:xfrm>
            <a:off x="2786047" y="1582221"/>
            <a:ext cx="7804165" cy="4459142"/>
          </a:xfrm>
        </p:spPr>
        <p:txBody>
          <a:bodyPr vert="horz" lIns="91440" tIns="45720" rIns="91440" bIns="45720" numCol="1" anchorCtr="0" compatLnSpc="1">
            <a:prstTxWarp prst="textNoShape">
              <a:avLst/>
            </a:prstTxWarp>
            <a:normAutofit/>
          </a:bodyPr>
          <a:lstStyle/>
          <a:p>
            <a:pPr>
              <a:buFont typeface="Wingdings" panose="05000000000000000000" pitchFamily="2" charset="2"/>
              <a:buChar char="Ø"/>
            </a:pPr>
            <a:r>
              <a:rPr lang="en-US" altLang="x-none" sz="1900" dirty="0"/>
              <a:t>Static vs dynamic </a:t>
            </a:r>
          </a:p>
          <a:p>
            <a:pPr marL="354330" lvl="1" indent="-354330">
              <a:buFont typeface="Wingdings" panose="05000000000000000000" pitchFamily="2" charset="2"/>
              <a:buChar char="§"/>
            </a:pPr>
            <a:r>
              <a:rPr lang="en-US" sz="1900" dirty="0" err="1"/>
              <a:t>Apabila</a:t>
            </a:r>
            <a:r>
              <a:rPr lang="en-US" sz="1900" dirty="0"/>
              <a:t> </a:t>
            </a:r>
            <a:r>
              <a:rPr lang="en-US" sz="1900" b="1" dirty="0" err="1"/>
              <a:t>lingkungan</a:t>
            </a:r>
            <a:r>
              <a:rPr lang="en-US" sz="1900" b="1" dirty="0"/>
              <a:t> </a:t>
            </a:r>
            <a:r>
              <a:rPr lang="en-US" sz="1900" b="1" dirty="0" err="1"/>
              <a:t>dapat</a:t>
            </a:r>
            <a:r>
              <a:rPr lang="en-US" sz="1900" b="1" dirty="0"/>
              <a:t> </a:t>
            </a:r>
            <a:r>
              <a:rPr lang="en-US" sz="1900" b="1" dirty="0" err="1"/>
              <a:t>berubah</a:t>
            </a:r>
            <a:r>
              <a:rPr lang="en-US" sz="1900" b="1" dirty="0"/>
              <a:t> </a:t>
            </a:r>
            <a:r>
              <a:rPr lang="en-US" sz="1900" b="1" dirty="0" err="1"/>
              <a:t>saat</a:t>
            </a:r>
            <a:r>
              <a:rPr lang="en-US" sz="1900" b="1" dirty="0"/>
              <a:t> </a:t>
            </a:r>
            <a:r>
              <a:rPr lang="en-US" sz="1900" b="1" dirty="0" err="1"/>
              <a:t>agen</a:t>
            </a:r>
            <a:r>
              <a:rPr lang="en-US" sz="1900" b="1" dirty="0"/>
              <a:t> </a:t>
            </a:r>
            <a:r>
              <a:rPr lang="en-US" sz="1900" b="1" dirty="0" err="1"/>
              <a:t>sedang</a:t>
            </a:r>
            <a:r>
              <a:rPr lang="en-US" sz="1900" b="1" dirty="0"/>
              <a:t> </a:t>
            </a:r>
            <a:r>
              <a:rPr lang="en-US" sz="1900" b="1" dirty="0" err="1"/>
              <a:t>mengambil</a:t>
            </a:r>
            <a:r>
              <a:rPr lang="en-US" sz="1900" b="1" dirty="0"/>
              <a:t> </a:t>
            </a:r>
            <a:r>
              <a:rPr lang="en-US" sz="1900" b="1" dirty="0" err="1"/>
              <a:t>keputusan</a:t>
            </a:r>
            <a:r>
              <a:rPr lang="en-US" sz="1900" dirty="0"/>
              <a:t>, </a:t>
            </a:r>
            <a:r>
              <a:rPr lang="en-US" sz="1900" dirty="0" err="1"/>
              <a:t>maka</a:t>
            </a:r>
            <a:r>
              <a:rPr lang="en-US" sz="1900" dirty="0"/>
              <a:t> </a:t>
            </a:r>
            <a:r>
              <a:rPr lang="en-US" sz="1900" dirty="0" err="1"/>
              <a:t>lingungan</a:t>
            </a:r>
            <a:r>
              <a:rPr lang="en-US" sz="1900" dirty="0"/>
              <a:t> </a:t>
            </a:r>
            <a:r>
              <a:rPr lang="en-US" sz="1900" dirty="0" err="1"/>
              <a:t>tersebut</a:t>
            </a:r>
            <a:r>
              <a:rPr lang="en-US" sz="1900" dirty="0"/>
              <a:t> </a:t>
            </a:r>
            <a:r>
              <a:rPr lang="en-US" sz="1900" dirty="0" err="1"/>
              <a:t>bersifat</a:t>
            </a:r>
            <a:r>
              <a:rPr lang="en-US" sz="1900" dirty="0"/>
              <a:t> </a:t>
            </a:r>
            <a:r>
              <a:rPr lang="en-US" sz="1900" b="1" dirty="0"/>
              <a:t>dynamic</a:t>
            </a:r>
            <a:r>
              <a:rPr lang="en-US" sz="1900" dirty="0"/>
              <a:t>, </a:t>
            </a:r>
            <a:r>
              <a:rPr lang="en-US" sz="1900" dirty="0" err="1"/>
              <a:t>sebaliknya</a:t>
            </a:r>
            <a:r>
              <a:rPr lang="en-US" sz="1900" dirty="0"/>
              <a:t> </a:t>
            </a:r>
            <a:r>
              <a:rPr lang="en-US" sz="1900" dirty="0" err="1"/>
              <a:t>bersifat</a:t>
            </a:r>
            <a:r>
              <a:rPr lang="en-US" sz="1900" dirty="0"/>
              <a:t> static.</a:t>
            </a:r>
            <a:endParaRPr lang="en-US" altLang="x-none" sz="1900" dirty="0"/>
          </a:p>
          <a:p>
            <a:pPr marL="354330" lvl="1" indent="-354330">
              <a:buFont typeface="Wingdings" panose="05000000000000000000" pitchFamily="2" charset="2"/>
              <a:buChar char="§"/>
            </a:pPr>
            <a:r>
              <a:rPr lang="en-US" sz="1900" dirty="0" err="1"/>
              <a:t>Lingkungan</a:t>
            </a:r>
            <a:r>
              <a:rPr lang="en-US" sz="1900" dirty="0"/>
              <a:t> yang </a:t>
            </a:r>
            <a:r>
              <a:rPr lang="en-US" sz="1900" dirty="0" err="1"/>
              <a:t>bersifat</a:t>
            </a:r>
            <a:r>
              <a:rPr lang="en-US" sz="1900" dirty="0"/>
              <a:t> </a:t>
            </a:r>
            <a:r>
              <a:rPr lang="en-US" sz="1900" b="1" dirty="0"/>
              <a:t>static</a:t>
            </a:r>
            <a:r>
              <a:rPr lang="en-US" sz="1900" dirty="0"/>
              <a:t> </a:t>
            </a:r>
            <a:r>
              <a:rPr lang="en-US" sz="1900" b="1" dirty="0" err="1"/>
              <a:t>lebih</a:t>
            </a:r>
            <a:r>
              <a:rPr lang="en-US" sz="1900" b="1" dirty="0"/>
              <a:t> </a:t>
            </a:r>
            <a:r>
              <a:rPr lang="en-US" sz="1900" b="1" dirty="0" err="1"/>
              <a:t>mudah</a:t>
            </a:r>
            <a:r>
              <a:rPr lang="en-US" sz="1900" b="1" dirty="0"/>
              <a:t> </a:t>
            </a:r>
            <a:r>
              <a:rPr lang="en-US" sz="1900" b="1" dirty="0" err="1"/>
              <a:t>dihadapi</a:t>
            </a:r>
            <a:r>
              <a:rPr lang="en-US" sz="1900" b="1" dirty="0"/>
              <a:t> </a:t>
            </a:r>
            <a:r>
              <a:rPr lang="en-US" sz="1900" b="1" dirty="0" err="1"/>
              <a:t>karena</a:t>
            </a:r>
            <a:r>
              <a:rPr lang="en-US" sz="1900" b="1" dirty="0"/>
              <a:t> </a:t>
            </a:r>
            <a:r>
              <a:rPr lang="en-US" sz="1900" b="1" dirty="0" err="1"/>
              <a:t>agen</a:t>
            </a:r>
            <a:r>
              <a:rPr lang="en-US" sz="1900" b="1" dirty="0"/>
              <a:t> </a:t>
            </a:r>
            <a:r>
              <a:rPr lang="en-US" sz="1900" b="1" dirty="0" err="1"/>
              <a:t>tidak</a:t>
            </a:r>
            <a:r>
              <a:rPr lang="en-US" sz="1900" b="1" dirty="0"/>
              <a:t> </a:t>
            </a:r>
            <a:r>
              <a:rPr lang="en-US" sz="1900" b="1" dirty="0" err="1"/>
              <a:t>perlu</a:t>
            </a:r>
            <a:r>
              <a:rPr lang="en-US" sz="1900" b="1" dirty="0"/>
              <a:t> </a:t>
            </a:r>
            <a:r>
              <a:rPr lang="en-US" sz="1900" b="1" dirty="0" err="1"/>
              <a:t>memperhatikan</a:t>
            </a:r>
            <a:r>
              <a:rPr lang="en-US" sz="1900" b="1" dirty="0"/>
              <a:t> </a:t>
            </a:r>
            <a:r>
              <a:rPr lang="en-US" sz="1900" b="1" dirty="0" err="1"/>
              <a:t>lingkungannya</a:t>
            </a:r>
            <a:r>
              <a:rPr lang="en-US" sz="1900" b="1" dirty="0"/>
              <a:t> </a:t>
            </a:r>
            <a:r>
              <a:rPr lang="en-US" sz="1900" b="1" dirty="0" err="1"/>
              <a:t>saat</a:t>
            </a:r>
            <a:r>
              <a:rPr lang="en-US" sz="1900" b="1" dirty="0"/>
              <a:t> </a:t>
            </a:r>
            <a:r>
              <a:rPr lang="en-US" sz="1900" b="1" dirty="0" err="1"/>
              <a:t>dia</a:t>
            </a:r>
            <a:r>
              <a:rPr lang="en-US" sz="1900" b="1" dirty="0"/>
              <a:t> </a:t>
            </a:r>
            <a:r>
              <a:rPr lang="en-US" sz="1900" b="1" dirty="0" err="1"/>
              <a:t>sedang</a:t>
            </a:r>
            <a:r>
              <a:rPr lang="en-US" sz="1900" b="1" dirty="0"/>
              <a:t> </a:t>
            </a:r>
            <a:r>
              <a:rPr lang="en-US" sz="1900" b="1" dirty="0" err="1"/>
              <a:t>mengambil</a:t>
            </a:r>
            <a:r>
              <a:rPr lang="en-US" sz="1900" b="1" dirty="0"/>
              <a:t> </a:t>
            </a:r>
            <a:r>
              <a:rPr lang="en-US" sz="1900" b="1" dirty="0" err="1"/>
              <a:t>tindakan</a:t>
            </a:r>
            <a:r>
              <a:rPr lang="en-US" sz="1900" b="1" dirty="0"/>
              <a:t>, </a:t>
            </a:r>
            <a:r>
              <a:rPr lang="en-US" sz="1900" b="1" dirty="0" err="1"/>
              <a:t>maupun</a:t>
            </a:r>
            <a:r>
              <a:rPr lang="en-US" sz="1900" b="1" dirty="0"/>
              <a:t> </a:t>
            </a:r>
            <a:r>
              <a:rPr lang="en-US" sz="1900" b="1" dirty="0" err="1"/>
              <a:t>waktu</a:t>
            </a:r>
            <a:r>
              <a:rPr lang="en-US" sz="1900" b="1" dirty="0"/>
              <a:t> yang </a:t>
            </a:r>
            <a:r>
              <a:rPr lang="en-US" sz="1900" b="1" dirty="0" err="1"/>
              <a:t>terus</a:t>
            </a:r>
            <a:r>
              <a:rPr lang="en-US" sz="1900" b="1" dirty="0"/>
              <a:t> </a:t>
            </a:r>
            <a:r>
              <a:rPr lang="en-US" sz="1900" b="1" dirty="0" err="1"/>
              <a:t>berjalan</a:t>
            </a:r>
            <a:r>
              <a:rPr lang="en-US" sz="1900" dirty="0"/>
              <a:t>. </a:t>
            </a:r>
            <a:endParaRPr lang="en-US" altLang="x-none" sz="1900" dirty="0"/>
          </a:p>
          <a:p>
            <a:pPr marL="354330" lvl="1" indent="-354330">
              <a:buFont typeface="Wingdings" panose="05000000000000000000" pitchFamily="2" charset="2"/>
              <a:buChar char="§"/>
            </a:pPr>
            <a:r>
              <a:rPr lang="en-US" sz="1900" dirty="0" err="1"/>
              <a:t>Apabila</a:t>
            </a:r>
            <a:r>
              <a:rPr lang="en-US" sz="1900" dirty="0"/>
              <a:t> </a:t>
            </a:r>
            <a:r>
              <a:rPr lang="en-US" sz="1900" dirty="0" err="1"/>
              <a:t>lingkungan</a:t>
            </a:r>
            <a:r>
              <a:rPr lang="en-US" sz="1900" dirty="0"/>
              <a:t> </a:t>
            </a:r>
            <a:r>
              <a:rPr lang="en-US" sz="1900" dirty="0" err="1"/>
              <a:t>tidak</a:t>
            </a:r>
            <a:r>
              <a:rPr lang="en-US" sz="1900" dirty="0"/>
              <a:t> </a:t>
            </a:r>
            <a:r>
              <a:rPr lang="en-US" sz="1900" dirty="0" err="1"/>
              <a:t>berubah</a:t>
            </a:r>
            <a:r>
              <a:rPr lang="en-US" sz="1900" dirty="0"/>
              <a:t> </a:t>
            </a:r>
            <a:r>
              <a:rPr lang="en-US" sz="1900" dirty="0" err="1"/>
              <a:t>seiring</a:t>
            </a:r>
            <a:r>
              <a:rPr lang="en-US" sz="1900" dirty="0"/>
              <a:t> </a:t>
            </a:r>
            <a:r>
              <a:rPr lang="en-US" sz="1900" dirty="0" err="1"/>
              <a:t>waktu</a:t>
            </a:r>
            <a:r>
              <a:rPr lang="en-US" sz="1900" dirty="0"/>
              <a:t> </a:t>
            </a:r>
            <a:r>
              <a:rPr lang="en-US" sz="1900" dirty="0" err="1"/>
              <a:t>berjalan</a:t>
            </a:r>
            <a:r>
              <a:rPr lang="en-US" sz="1900" dirty="0"/>
              <a:t>, </a:t>
            </a:r>
            <a:r>
              <a:rPr lang="en-US" sz="1900" dirty="0" err="1"/>
              <a:t>namun</a:t>
            </a:r>
            <a:r>
              <a:rPr lang="en-US" sz="1900" dirty="0"/>
              <a:t> </a:t>
            </a:r>
            <a:r>
              <a:rPr lang="en-US" sz="1900" dirty="0" err="1"/>
              <a:t>menyebabkan</a:t>
            </a:r>
            <a:r>
              <a:rPr lang="en-US" sz="1900" dirty="0"/>
              <a:t> </a:t>
            </a:r>
            <a:r>
              <a:rPr lang="en-US" sz="1900" b="1" dirty="0" err="1"/>
              <a:t>nilai</a:t>
            </a:r>
            <a:r>
              <a:rPr lang="en-US" sz="1900" b="1" dirty="0"/>
              <a:t> </a:t>
            </a:r>
            <a:r>
              <a:rPr lang="en-US" sz="1900" b="1" dirty="0" err="1"/>
              <a:t>kemampuan</a:t>
            </a:r>
            <a:r>
              <a:rPr lang="en-US" sz="1900" b="1" dirty="0"/>
              <a:t> </a:t>
            </a:r>
            <a:r>
              <a:rPr lang="en-US" sz="1900" b="1" dirty="0" err="1"/>
              <a:t>agen</a:t>
            </a:r>
            <a:r>
              <a:rPr lang="en-US" sz="1900" b="1" dirty="0"/>
              <a:t> </a:t>
            </a:r>
            <a:r>
              <a:rPr lang="en-US" sz="1900" b="1" dirty="0" err="1"/>
              <a:t>berubah-ubah</a:t>
            </a:r>
            <a:r>
              <a:rPr lang="en-US" sz="1900" dirty="0"/>
              <a:t>, </a:t>
            </a:r>
            <a:r>
              <a:rPr lang="en-US" sz="1900" dirty="0" err="1"/>
              <a:t>maka</a:t>
            </a:r>
            <a:r>
              <a:rPr lang="en-US" sz="1900" dirty="0"/>
              <a:t> </a:t>
            </a:r>
            <a:r>
              <a:rPr lang="en-US" sz="1900" dirty="0" err="1"/>
              <a:t>lingkungan</a:t>
            </a:r>
            <a:r>
              <a:rPr lang="en-US" sz="1900" dirty="0"/>
              <a:t> </a:t>
            </a:r>
            <a:r>
              <a:rPr lang="en-US" sz="1900" dirty="0" err="1"/>
              <a:t>tersebut</a:t>
            </a:r>
            <a:r>
              <a:rPr lang="en-US" sz="1900" dirty="0"/>
              <a:t> </a:t>
            </a:r>
            <a:r>
              <a:rPr lang="en-US" sz="1900" dirty="0" err="1"/>
              <a:t>bersifat</a:t>
            </a:r>
            <a:r>
              <a:rPr lang="en-US" sz="1900" dirty="0"/>
              <a:t> </a:t>
            </a:r>
            <a:r>
              <a:rPr lang="en-US" sz="1900" b="1" dirty="0" err="1"/>
              <a:t>semidynamic</a:t>
            </a:r>
            <a:r>
              <a:rPr lang="en-US" sz="1900" dirty="0"/>
              <a:t>.</a:t>
            </a:r>
            <a:endParaRPr lang="en-US" altLang="x-none" sz="1900" dirty="0"/>
          </a:p>
          <a:p>
            <a:pPr marL="354330" lvl="1" indent="-354330">
              <a:buFont typeface="Wingdings" panose="05000000000000000000" pitchFamily="2" charset="2"/>
              <a:buChar char="§"/>
            </a:pPr>
            <a:r>
              <a:rPr lang="en-US" sz="1900" dirty="0" err="1"/>
              <a:t>Permainan</a:t>
            </a:r>
            <a:r>
              <a:rPr lang="en-US" sz="1900" dirty="0"/>
              <a:t> </a:t>
            </a:r>
            <a:r>
              <a:rPr lang="en-US" sz="1900" dirty="0" err="1"/>
              <a:t>Reversi</a:t>
            </a:r>
            <a:r>
              <a:rPr lang="en-US" sz="1900" dirty="0"/>
              <a:t> </a:t>
            </a:r>
            <a:r>
              <a:rPr lang="en-US" sz="1900" dirty="0" err="1"/>
              <a:t>bersifat</a:t>
            </a:r>
            <a:r>
              <a:rPr lang="en-US" sz="1900" dirty="0"/>
              <a:t> static </a:t>
            </a:r>
            <a:r>
              <a:rPr lang="en-US" sz="1900" dirty="0" err="1"/>
              <a:t>karena</a:t>
            </a:r>
            <a:r>
              <a:rPr lang="en-US" sz="1900" dirty="0"/>
              <a:t> </a:t>
            </a:r>
            <a:r>
              <a:rPr lang="en-US" sz="1900" dirty="0" err="1"/>
              <a:t>saat</a:t>
            </a:r>
            <a:r>
              <a:rPr lang="en-US" sz="1900" dirty="0"/>
              <a:t> </a:t>
            </a:r>
            <a:r>
              <a:rPr lang="en-US" sz="1900" dirty="0" err="1"/>
              <a:t>agen</a:t>
            </a:r>
            <a:r>
              <a:rPr lang="en-US" sz="1900" dirty="0"/>
              <a:t> </a:t>
            </a:r>
            <a:r>
              <a:rPr lang="en-US" sz="1900" dirty="0" err="1"/>
              <a:t>mengambil</a:t>
            </a:r>
            <a:r>
              <a:rPr lang="en-US" sz="1900" dirty="0"/>
              <a:t> </a:t>
            </a:r>
            <a:r>
              <a:rPr lang="en-US" sz="1900" dirty="0" err="1"/>
              <a:t>tindakan</a:t>
            </a:r>
            <a:r>
              <a:rPr lang="en-US" sz="1900" dirty="0"/>
              <a:t>, </a:t>
            </a:r>
            <a:r>
              <a:rPr lang="en-US" sz="1900" dirty="0" err="1"/>
              <a:t>lingkungan</a:t>
            </a:r>
            <a:r>
              <a:rPr lang="en-US" sz="1900" dirty="0"/>
              <a:t> </a:t>
            </a:r>
            <a:r>
              <a:rPr lang="en-US" sz="1900" dirty="0" err="1"/>
              <a:t>tidak</a:t>
            </a:r>
            <a:r>
              <a:rPr lang="en-US" sz="1900" dirty="0"/>
              <a:t> </a:t>
            </a:r>
            <a:r>
              <a:rPr lang="en-US" sz="1900" dirty="0" err="1"/>
              <a:t>berubah</a:t>
            </a:r>
            <a:r>
              <a:rPr lang="en-US" sz="1900" dirty="0"/>
              <a:t> dan juga </a:t>
            </a:r>
            <a:r>
              <a:rPr lang="en-US" sz="1900" dirty="0" err="1"/>
              <a:t>tidak</a:t>
            </a:r>
            <a:r>
              <a:rPr lang="en-US" sz="1900" dirty="0"/>
              <a:t> </a:t>
            </a:r>
            <a:r>
              <a:rPr lang="en-US" sz="1900" dirty="0" err="1"/>
              <a:t>mempengaruhi</a:t>
            </a:r>
            <a:r>
              <a:rPr lang="en-US" sz="1900" dirty="0"/>
              <a:t> </a:t>
            </a:r>
            <a:r>
              <a:rPr lang="en-US" sz="1900" dirty="0" err="1"/>
              <a:t>nilai</a:t>
            </a:r>
            <a:r>
              <a:rPr lang="en-US" sz="1900" dirty="0"/>
              <a:t> </a:t>
            </a:r>
            <a:r>
              <a:rPr lang="en-US" sz="1900" dirty="0" err="1"/>
              <a:t>kemampuan</a:t>
            </a:r>
            <a:r>
              <a:rPr lang="en-US" sz="1900" dirty="0"/>
              <a:t> </a:t>
            </a:r>
            <a:r>
              <a:rPr lang="en-US" sz="1900" dirty="0" err="1"/>
              <a:t>agen</a:t>
            </a:r>
            <a:r>
              <a:rPr lang="en-US" sz="1900" dirty="0"/>
              <a:t>. </a:t>
            </a:r>
          </a:p>
        </p:txBody>
      </p:sp>
      <p:sp>
        <p:nvSpPr>
          <p:cNvPr id="3" name="Slide Number Placeholder 2">
            <a:extLst>
              <a:ext uri="{FF2B5EF4-FFF2-40B4-BE49-F238E27FC236}">
                <a16:creationId xmlns:a16="http://schemas.microsoft.com/office/drawing/2014/main" id="{AA2FFAD6-697B-57DD-04A4-A1954C018706}"/>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25</a:t>
            </a:fld>
            <a:endParaRPr lang="en-ID"/>
          </a:p>
        </p:txBody>
      </p:sp>
      <p:sp>
        <p:nvSpPr>
          <p:cNvPr id="44085"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4087"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4089"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4091" name="Isosceles Triangle 44090">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3462492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5072" name="Picture 45071" descr="Penampang batang tanaman di bawah mikroskop">
            <a:extLst>
              <a:ext uri="{FF2B5EF4-FFF2-40B4-BE49-F238E27FC236}">
                <a16:creationId xmlns:a16="http://schemas.microsoft.com/office/drawing/2014/main" id="{695C612C-B3A8-0672-252E-B796287F1890}"/>
              </a:ext>
            </a:extLst>
          </p:cNvPr>
          <p:cNvPicPr>
            <a:picLocks noChangeAspect="1"/>
          </p:cNvPicPr>
          <p:nvPr/>
        </p:nvPicPr>
        <p:blipFill rotWithShape="1">
          <a:blip r:embed="rId2"/>
          <a:srcRect l="9091" t="12020" b="11372"/>
          <a:stretch/>
        </p:blipFill>
        <p:spPr>
          <a:xfrm>
            <a:off x="1" y="10"/>
            <a:ext cx="12191999" cy="6857990"/>
          </a:xfrm>
          <a:prstGeom prst="rect">
            <a:avLst/>
          </a:prstGeom>
        </p:spPr>
      </p:pic>
      <p:sp>
        <p:nvSpPr>
          <p:cNvPr id="45080" name="Isosceles Triangle 45079">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5082" name="Parallelogram 45081">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5084" name="Straight Connector 45083">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5086" name="Straight Connector 45085">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5091"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 name="Title 1"/>
          <p:cNvSpPr>
            <a:spLocks noGrp="1"/>
          </p:cNvSpPr>
          <p:nvPr>
            <p:ph type="title"/>
          </p:nvPr>
        </p:nvSpPr>
        <p:spPr>
          <a:xfrm>
            <a:off x="2786047" y="609600"/>
            <a:ext cx="6487955" cy="1320800"/>
          </a:xfrm>
        </p:spPr>
        <p:txBody>
          <a:bodyPr vert="horz" lIns="91440" tIns="45720" rIns="91440" bIns="45720" numCol="1" rtlCol="0" anchor="t" anchorCtr="0" compatLnSpc="1">
            <a:prstTxWarp prst="textNoShape">
              <a:avLst/>
            </a:prstTxWarp>
            <a:normAutofit/>
          </a:bodyPr>
          <a:lstStyle/>
          <a:p>
            <a:pPr fontAlgn="auto">
              <a:spcAft>
                <a:spcPts val="0"/>
              </a:spcAft>
              <a:defRPr/>
            </a:pPr>
            <a:r>
              <a:rPr lang="en-US" dirty="0" err="1"/>
              <a:t>Jenis</a:t>
            </a:r>
            <a:r>
              <a:rPr lang="en-US" dirty="0"/>
              <a:t> </a:t>
            </a:r>
            <a:r>
              <a:rPr lang="en-US" dirty="0" err="1"/>
              <a:t>Lingkungan</a:t>
            </a:r>
            <a:endParaRPr lang="id-ID" dirty="0"/>
          </a:p>
        </p:txBody>
      </p:sp>
      <p:sp>
        <p:nvSpPr>
          <p:cNvPr id="45093"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5095" name="Isosceles Triangle 45094">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5059" name="Content Placeholder 2"/>
          <p:cNvSpPr>
            <a:spLocks noGrp="1"/>
          </p:cNvSpPr>
          <p:nvPr>
            <p:ph idx="1"/>
          </p:nvPr>
        </p:nvSpPr>
        <p:spPr>
          <a:xfrm>
            <a:off x="2786047" y="1623317"/>
            <a:ext cx="8012092" cy="4418045"/>
          </a:xfrm>
        </p:spPr>
        <p:txBody>
          <a:bodyPr vert="horz" lIns="91440" tIns="45720" rIns="91440" bIns="45720" numCol="1" anchorCtr="0" compatLnSpc="1">
            <a:prstTxWarp prst="textNoShape">
              <a:avLst/>
            </a:prstTxWarp>
            <a:normAutofit/>
          </a:bodyPr>
          <a:lstStyle/>
          <a:p>
            <a:pPr>
              <a:buFont typeface="Wingdings" panose="05000000000000000000" pitchFamily="2" charset="2"/>
              <a:buChar char="Ø"/>
            </a:pPr>
            <a:r>
              <a:rPr lang="en-US" altLang="x-none" sz="1900" dirty="0"/>
              <a:t>Discrete vs continuous </a:t>
            </a:r>
          </a:p>
          <a:p>
            <a:pPr marL="354330" lvl="1" indent="-354330">
              <a:buFont typeface="Wingdings" panose="05000000000000000000" pitchFamily="2" charset="2"/>
              <a:buChar char="§"/>
            </a:pPr>
            <a:r>
              <a:rPr lang="en-US" sz="1900" b="1" dirty="0" err="1"/>
              <a:t>Apabila</a:t>
            </a:r>
            <a:r>
              <a:rPr lang="en-US" sz="1900" b="1" dirty="0"/>
              <a:t> </a:t>
            </a:r>
            <a:r>
              <a:rPr lang="en-US" sz="1900" b="1" dirty="0" err="1"/>
              <a:t>kesan</a:t>
            </a:r>
            <a:r>
              <a:rPr lang="en-US" sz="1900" b="1" dirty="0"/>
              <a:t> dan </a:t>
            </a:r>
            <a:r>
              <a:rPr lang="en-US" sz="1900" b="1" dirty="0" err="1"/>
              <a:t>tindakan</a:t>
            </a:r>
            <a:r>
              <a:rPr lang="en-US" sz="1900" b="1" dirty="0"/>
              <a:t> yang </a:t>
            </a:r>
            <a:r>
              <a:rPr lang="en-US" sz="1900" b="1" dirty="0" err="1"/>
              <a:t>akan</a:t>
            </a:r>
            <a:r>
              <a:rPr lang="en-US" sz="1900" b="1" dirty="0"/>
              <a:t> </a:t>
            </a:r>
            <a:r>
              <a:rPr lang="en-US" sz="1900" b="1" dirty="0" err="1"/>
              <a:t>diterima</a:t>
            </a:r>
            <a:r>
              <a:rPr lang="en-US" sz="1900" b="1" dirty="0"/>
              <a:t> dan </a:t>
            </a:r>
            <a:r>
              <a:rPr lang="en-US" sz="1900" b="1" dirty="0" err="1"/>
              <a:t>dilakukan</a:t>
            </a:r>
            <a:r>
              <a:rPr lang="en-US" sz="1900" b="1" dirty="0"/>
              <a:t> oleh </a:t>
            </a:r>
            <a:r>
              <a:rPr lang="en-US" sz="1900" b="1" dirty="0" err="1"/>
              <a:t>agen</a:t>
            </a:r>
            <a:r>
              <a:rPr lang="en-US" sz="1900" b="1" dirty="0"/>
              <a:t> </a:t>
            </a:r>
            <a:r>
              <a:rPr lang="en-US" sz="1900" b="1" dirty="0" err="1"/>
              <a:t>telah</a:t>
            </a:r>
            <a:r>
              <a:rPr lang="en-US" sz="1900" b="1" dirty="0"/>
              <a:t> </a:t>
            </a:r>
            <a:r>
              <a:rPr lang="en-US" sz="1900" b="1" dirty="0" err="1"/>
              <a:t>ditetapkan</a:t>
            </a:r>
            <a:r>
              <a:rPr lang="en-US" sz="1900" b="1" dirty="0"/>
              <a:t> </a:t>
            </a:r>
            <a:r>
              <a:rPr lang="en-US" sz="1900" b="1" dirty="0" err="1"/>
              <a:t>dengan</a:t>
            </a:r>
            <a:r>
              <a:rPr lang="en-US" sz="1900" b="1" dirty="0"/>
              <a:t> </a:t>
            </a:r>
            <a:r>
              <a:rPr lang="en-US" sz="1900" b="1" dirty="0" err="1"/>
              <a:t>jelas</a:t>
            </a:r>
            <a:r>
              <a:rPr lang="en-US" sz="1900" dirty="0"/>
              <a:t>, </a:t>
            </a:r>
            <a:r>
              <a:rPr lang="en-US" sz="1900" dirty="0" err="1"/>
              <a:t>maka</a:t>
            </a:r>
            <a:r>
              <a:rPr lang="en-US" sz="1900" dirty="0"/>
              <a:t> </a:t>
            </a:r>
            <a:r>
              <a:rPr lang="en-US" sz="1900" dirty="0" err="1"/>
              <a:t>lingkungan</a:t>
            </a:r>
            <a:r>
              <a:rPr lang="en-US" sz="1900" dirty="0"/>
              <a:t> </a:t>
            </a:r>
            <a:r>
              <a:rPr lang="en-US" sz="1900" dirty="0" err="1"/>
              <a:t>tersebut</a:t>
            </a:r>
            <a:r>
              <a:rPr lang="en-US" sz="1900" dirty="0"/>
              <a:t> </a:t>
            </a:r>
            <a:r>
              <a:rPr lang="en-US" sz="1900" dirty="0" err="1"/>
              <a:t>bersifat</a:t>
            </a:r>
            <a:r>
              <a:rPr lang="en-US" sz="1900" dirty="0"/>
              <a:t> discrete.</a:t>
            </a:r>
            <a:endParaRPr lang="en-US" altLang="x-none" sz="1900" dirty="0"/>
          </a:p>
          <a:p>
            <a:pPr marL="354330" lvl="1" indent="-354330">
              <a:buFont typeface="Wingdings" panose="05000000000000000000" pitchFamily="2" charset="2"/>
              <a:buChar char="§"/>
            </a:pPr>
            <a:r>
              <a:rPr lang="en-US" sz="1900" dirty="0" err="1"/>
              <a:t>Catur</a:t>
            </a:r>
            <a:r>
              <a:rPr lang="en-US" sz="1900" dirty="0"/>
              <a:t> </a:t>
            </a:r>
            <a:r>
              <a:rPr lang="en-US" sz="1900" dirty="0" err="1"/>
              <a:t>bersifat</a:t>
            </a:r>
            <a:r>
              <a:rPr lang="en-US" sz="1900" dirty="0"/>
              <a:t> discrete, </a:t>
            </a:r>
            <a:r>
              <a:rPr lang="en-US" sz="1900" dirty="0" err="1"/>
              <a:t>karena</a:t>
            </a:r>
            <a:r>
              <a:rPr lang="en-US" sz="1900" dirty="0"/>
              <a:t> </a:t>
            </a:r>
            <a:r>
              <a:rPr lang="en-US" sz="1900" dirty="0" err="1"/>
              <a:t>langkah</a:t>
            </a:r>
            <a:r>
              <a:rPr lang="en-US" sz="1900" dirty="0"/>
              <a:t> yang </a:t>
            </a:r>
            <a:r>
              <a:rPr lang="en-US" sz="1900" dirty="0" err="1"/>
              <a:t>akan</a:t>
            </a:r>
            <a:r>
              <a:rPr lang="en-US" sz="1900" dirty="0"/>
              <a:t> </a:t>
            </a:r>
            <a:r>
              <a:rPr lang="en-US" sz="1900" dirty="0" err="1"/>
              <a:t>diambil</a:t>
            </a:r>
            <a:r>
              <a:rPr lang="en-US" sz="1900" dirty="0"/>
              <a:t> </a:t>
            </a:r>
            <a:r>
              <a:rPr lang="en-US" sz="1900" dirty="0" err="1"/>
              <a:t>terbatas</a:t>
            </a:r>
            <a:r>
              <a:rPr lang="en-US" sz="1900" dirty="0"/>
              <a:t> dan </a:t>
            </a:r>
            <a:r>
              <a:rPr lang="en-US" sz="1900" dirty="0" err="1"/>
              <a:t>tertentu</a:t>
            </a:r>
            <a:r>
              <a:rPr lang="en-US" sz="1900" dirty="0"/>
              <a:t>. </a:t>
            </a:r>
            <a:endParaRPr lang="en-US" altLang="x-none" sz="1900" dirty="0"/>
          </a:p>
          <a:p>
            <a:pPr marL="354330" lvl="1" indent="-354330">
              <a:buFont typeface="Wingdings" panose="05000000000000000000" pitchFamily="2" charset="2"/>
              <a:buChar char="§"/>
            </a:pPr>
            <a:r>
              <a:rPr lang="en-US" sz="1900" dirty="0" err="1"/>
              <a:t>Sedangkan</a:t>
            </a:r>
            <a:r>
              <a:rPr lang="en-US" sz="1900" dirty="0"/>
              <a:t> </a:t>
            </a:r>
            <a:r>
              <a:rPr lang="en-US" sz="1900" dirty="0" err="1"/>
              <a:t>pengendara</a:t>
            </a:r>
            <a:r>
              <a:rPr lang="en-US" sz="1900" dirty="0"/>
              <a:t> taxi </a:t>
            </a:r>
            <a:r>
              <a:rPr lang="en-US" sz="1900" dirty="0" err="1"/>
              <a:t>bersifat</a:t>
            </a:r>
            <a:r>
              <a:rPr lang="en-US" sz="1900" dirty="0"/>
              <a:t> continuous, </a:t>
            </a:r>
            <a:r>
              <a:rPr lang="en-US" sz="1900" dirty="0" err="1"/>
              <a:t>karena</a:t>
            </a:r>
            <a:r>
              <a:rPr lang="en-US" sz="1900" dirty="0"/>
              <a:t> </a:t>
            </a:r>
            <a:r>
              <a:rPr lang="en-US" sz="1900" dirty="0" err="1"/>
              <a:t>kecepatan</a:t>
            </a:r>
            <a:r>
              <a:rPr lang="en-US" sz="1900" dirty="0"/>
              <a:t> dan </a:t>
            </a:r>
            <a:r>
              <a:rPr lang="en-US" sz="1900" dirty="0" err="1"/>
              <a:t>lokasi</a:t>
            </a:r>
            <a:r>
              <a:rPr lang="en-US" sz="1900" dirty="0"/>
              <a:t> pada taxi </a:t>
            </a:r>
            <a:r>
              <a:rPr lang="en-US" sz="1900" dirty="0" err="1"/>
              <a:t>untuk</a:t>
            </a:r>
            <a:r>
              <a:rPr lang="en-US" sz="1900" dirty="0"/>
              <a:t> </a:t>
            </a:r>
            <a:r>
              <a:rPr lang="en-US" sz="1900" dirty="0" err="1"/>
              <a:t>suatu</a:t>
            </a:r>
            <a:r>
              <a:rPr lang="en-US" sz="1900" dirty="0"/>
              <a:t> </a:t>
            </a:r>
            <a:r>
              <a:rPr lang="en-US" sz="1900" dirty="0" err="1"/>
              <a:t>jangka</a:t>
            </a:r>
            <a:r>
              <a:rPr lang="en-US" sz="1900" dirty="0"/>
              <a:t> </a:t>
            </a:r>
            <a:r>
              <a:rPr lang="en-US" sz="1900" dirty="0" err="1"/>
              <a:t>tertentu</a:t>
            </a:r>
            <a:r>
              <a:rPr lang="en-US" sz="1900" dirty="0"/>
              <a:t> </a:t>
            </a:r>
            <a:r>
              <a:rPr lang="en-US" sz="1900" dirty="0" err="1"/>
              <a:t>mempunyai</a:t>
            </a:r>
            <a:r>
              <a:rPr lang="en-US" sz="1900" dirty="0"/>
              <a:t> </a:t>
            </a:r>
            <a:r>
              <a:rPr lang="en-US" sz="1900" dirty="0" err="1"/>
              <a:t>nilai</a:t>
            </a:r>
            <a:r>
              <a:rPr lang="en-US" sz="1900" dirty="0"/>
              <a:t> yang </a:t>
            </a:r>
            <a:r>
              <a:rPr lang="en-US" sz="1900" dirty="0" err="1"/>
              <a:t>terus-menerus</a:t>
            </a:r>
            <a:r>
              <a:rPr lang="en-US" sz="1900" dirty="0"/>
              <a:t> </a:t>
            </a:r>
            <a:r>
              <a:rPr lang="en-US" sz="1900" dirty="0" err="1"/>
              <a:t>berubah</a:t>
            </a:r>
            <a:r>
              <a:rPr lang="en-US" sz="1900" dirty="0"/>
              <a:t>. </a:t>
            </a:r>
            <a:endParaRPr lang="en-US" altLang="x-none" sz="1900" dirty="0"/>
          </a:p>
          <a:p>
            <a:pPr marL="354330" lvl="1" indent="-354330">
              <a:buFont typeface="Wingdings" panose="05000000000000000000" pitchFamily="2" charset="2"/>
              <a:buChar char="§"/>
            </a:pPr>
            <a:r>
              <a:rPr lang="en-US" sz="1900" dirty="0" err="1"/>
              <a:t>Permainan</a:t>
            </a:r>
            <a:r>
              <a:rPr lang="en-US" sz="1900" dirty="0"/>
              <a:t> </a:t>
            </a:r>
            <a:r>
              <a:rPr lang="en-US" sz="1900" dirty="0" err="1"/>
              <a:t>Reversi</a:t>
            </a:r>
            <a:r>
              <a:rPr lang="en-US" sz="1900" dirty="0"/>
              <a:t> </a:t>
            </a:r>
            <a:r>
              <a:rPr lang="en-US" sz="1900" dirty="0" err="1"/>
              <a:t>bersifat</a:t>
            </a:r>
            <a:r>
              <a:rPr lang="en-US" sz="1900" dirty="0"/>
              <a:t> discrete </a:t>
            </a:r>
            <a:r>
              <a:rPr lang="en-US" sz="1900" dirty="0" err="1"/>
              <a:t>karena</a:t>
            </a:r>
            <a:r>
              <a:rPr lang="en-US" sz="1900" dirty="0"/>
              <a:t> </a:t>
            </a:r>
            <a:r>
              <a:rPr lang="en-US" sz="1900" dirty="0" err="1"/>
              <a:t>seluruh</a:t>
            </a:r>
            <a:r>
              <a:rPr lang="en-US" sz="1900" dirty="0"/>
              <a:t> </a:t>
            </a:r>
            <a:r>
              <a:rPr lang="en-US" sz="1900" dirty="0" err="1"/>
              <a:t>kesan</a:t>
            </a:r>
            <a:r>
              <a:rPr lang="en-US" sz="1900" dirty="0"/>
              <a:t> dan </a:t>
            </a:r>
            <a:r>
              <a:rPr lang="en-US" sz="1900" dirty="0" err="1"/>
              <a:t>tindakan</a:t>
            </a:r>
            <a:r>
              <a:rPr lang="en-US" sz="1900" dirty="0"/>
              <a:t> </a:t>
            </a:r>
            <a:r>
              <a:rPr lang="en-US" sz="1900" dirty="0" err="1"/>
              <a:t>telah</a:t>
            </a:r>
            <a:r>
              <a:rPr lang="en-US" sz="1900" dirty="0"/>
              <a:t> </a:t>
            </a:r>
            <a:r>
              <a:rPr lang="en-US" sz="1900" dirty="0" err="1"/>
              <a:t>jelas</a:t>
            </a:r>
            <a:r>
              <a:rPr lang="en-US" sz="1900" dirty="0"/>
              <a:t> </a:t>
            </a:r>
            <a:r>
              <a:rPr lang="en-US" sz="1900" dirty="0" err="1"/>
              <a:t>ditetapkan</a:t>
            </a:r>
            <a:r>
              <a:rPr lang="en-US" sz="1900" dirty="0"/>
              <a:t> </a:t>
            </a:r>
            <a:r>
              <a:rPr lang="en-US" sz="1900" dirty="0" err="1"/>
              <a:t>sesuai</a:t>
            </a:r>
            <a:r>
              <a:rPr lang="en-US" sz="1900" dirty="0"/>
              <a:t> </a:t>
            </a:r>
            <a:r>
              <a:rPr lang="en-US" sz="1900" dirty="0" err="1"/>
              <a:t>dengan</a:t>
            </a:r>
            <a:r>
              <a:rPr lang="en-US" sz="1900" dirty="0"/>
              <a:t> </a:t>
            </a:r>
            <a:r>
              <a:rPr lang="en-US" sz="1900" dirty="0" err="1"/>
              <a:t>peraturan</a:t>
            </a:r>
            <a:r>
              <a:rPr lang="en-US" sz="1900" dirty="0"/>
              <a:t> </a:t>
            </a:r>
            <a:r>
              <a:rPr lang="en-US" sz="1900" dirty="0" err="1"/>
              <a:t>permainan</a:t>
            </a:r>
            <a:r>
              <a:rPr lang="en-US" sz="1900" dirty="0"/>
              <a:t> </a:t>
            </a:r>
            <a:r>
              <a:rPr lang="en-US" sz="1900" dirty="0" err="1"/>
              <a:t>Reversi</a:t>
            </a:r>
            <a:r>
              <a:rPr lang="en-US" sz="1900" dirty="0"/>
              <a:t> </a:t>
            </a:r>
          </a:p>
        </p:txBody>
      </p:sp>
      <p:sp>
        <p:nvSpPr>
          <p:cNvPr id="3" name="Slide Number Placeholder 2">
            <a:extLst>
              <a:ext uri="{FF2B5EF4-FFF2-40B4-BE49-F238E27FC236}">
                <a16:creationId xmlns:a16="http://schemas.microsoft.com/office/drawing/2014/main" id="{8D5E2415-B7BE-1BE5-E08F-275A4991EB6B}"/>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26</a:t>
            </a:fld>
            <a:endParaRPr lang="en-ID"/>
          </a:p>
        </p:txBody>
      </p:sp>
      <p:sp>
        <p:nvSpPr>
          <p:cNvPr id="45097"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5099"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5101"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5103" name="Isosceles Triangle 45102">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3698666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047" y="609600"/>
            <a:ext cx="6487955"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en-US" dirty="0" err="1"/>
              <a:t>Jenis</a:t>
            </a:r>
            <a:r>
              <a:rPr lang="en-US" dirty="0"/>
              <a:t> </a:t>
            </a:r>
            <a:r>
              <a:rPr lang="en-US" dirty="0" err="1"/>
              <a:t>Lingkungan</a:t>
            </a:r>
            <a:endParaRPr lang="id-ID" dirty="0"/>
          </a:p>
        </p:txBody>
      </p:sp>
      <p:pic>
        <p:nvPicPr>
          <p:cNvPr id="46085" name="Picture 46084" descr="Meja dilengkapi dengan stetoskop dan keyboard komputer">
            <a:extLst>
              <a:ext uri="{FF2B5EF4-FFF2-40B4-BE49-F238E27FC236}">
                <a16:creationId xmlns:a16="http://schemas.microsoft.com/office/drawing/2014/main" id="{1273D6DF-911E-F084-C109-8CBF8D460CB6}"/>
              </a:ext>
            </a:extLst>
          </p:cNvPr>
          <p:cNvPicPr>
            <a:picLocks noChangeAspect="1"/>
          </p:cNvPicPr>
          <p:nvPr/>
        </p:nvPicPr>
        <p:blipFill rotWithShape="1">
          <a:blip r:embed="rId2">
            <a:duotone>
              <a:prstClr val="black"/>
              <a:schemeClr val="tx2">
                <a:tint val="45000"/>
                <a:satMod val="400000"/>
              </a:schemeClr>
            </a:duotone>
          </a:blip>
          <a:srcRect l="68921" r="6951" b="9090"/>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46096" name="Isosceles Triangle 46095">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46083" name="Content Placeholder 2"/>
          <p:cNvSpPr>
            <a:spLocks noGrp="1"/>
          </p:cNvSpPr>
          <p:nvPr>
            <p:ph idx="1"/>
          </p:nvPr>
        </p:nvSpPr>
        <p:spPr>
          <a:xfrm>
            <a:off x="2786047" y="2160589"/>
            <a:ext cx="6487955" cy="3880773"/>
          </a:xfrm>
        </p:spPr>
        <p:txBody>
          <a:bodyPr vert="horz" lIns="91440" tIns="45720" rIns="91440" bIns="45720" numCol="1" anchorCtr="0" compatLnSpc="1">
            <a:prstTxWarp prst="textNoShape">
              <a:avLst/>
            </a:prstTxWarp>
            <a:normAutofit/>
          </a:bodyPr>
          <a:lstStyle/>
          <a:p>
            <a:pPr>
              <a:buFont typeface="Wingdings" panose="05000000000000000000" pitchFamily="2" charset="2"/>
              <a:buChar char="Ø"/>
            </a:pPr>
            <a:r>
              <a:rPr lang="en-US" altLang="x-none"/>
              <a:t>Single agent vs multi agent  </a:t>
            </a:r>
          </a:p>
          <a:p>
            <a:pPr marL="354330" lvl="1" indent="-354330">
              <a:buFont typeface="Wingdings" panose="05000000000000000000" pitchFamily="2" charset="2"/>
              <a:buChar char="§"/>
            </a:pPr>
            <a:r>
              <a:rPr lang="en-US"/>
              <a:t>Agen pemecah permainan teka teki silang berada pada lingkungan yang bersifat single agent. </a:t>
            </a:r>
            <a:endParaRPr lang="en-US" altLang="x-none"/>
          </a:p>
          <a:p>
            <a:pPr marL="354330" lvl="1" indent="-354330">
              <a:buFont typeface="Wingdings" panose="05000000000000000000" pitchFamily="2" charset="2"/>
              <a:buChar char="§"/>
            </a:pPr>
            <a:r>
              <a:rPr lang="en-US"/>
              <a:t>Agen pemain catur berada pada lingkungan yang bersifat multiagent. </a:t>
            </a:r>
            <a:endParaRPr lang="en-US" altLang="x-none"/>
          </a:p>
          <a:p>
            <a:pPr marL="354330" lvl="1" indent="-354330">
              <a:buFont typeface="Wingdings" panose="05000000000000000000" pitchFamily="2" charset="2"/>
              <a:buChar char="§"/>
            </a:pPr>
            <a:r>
              <a:rPr lang="en-US"/>
              <a:t>Ada hal lain yang memberikan perbedaan lingkungan agen, </a:t>
            </a:r>
            <a:r>
              <a:rPr lang="en-US" err="1"/>
              <a:t>yaitu</a:t>
            </a:r>
            <a:r>
              <a:rPr lang="en-US"/>
              <a:t> </a:t>
            </a:r>
            <a:r>
              <a:rPr lang="en-US" err="1"/>
              <a:t>apakah</a:t>
            </a:r>
            <a:r>
              <a:rPr lang="en-US"/>
              <a:t> agen memberikan bantuan kepada agen lain atau apakah agen akan memaksimalkan kemampuannya bergantung pada prilaku agen lain. </a:t>
            </a:r>
            <a:endParaRPr lang="en-US" altLang="x-none"/>
          </a:p>
          <a:p>
            <a:pPr marL="354330" lvl="1" indent="-354330">
              <a:buFont typeface="Wingdings" panose="05000000000000000000" pitchFamily="2" charset="2"/>
              <a:buChar char="§"/>
            </a:pPr>
            <a:r>
              <a:rPr lang="en-US"/>
              <a:t>Permainan Reversi bersifat multi</a:t>
            </a:r>
            <a:r>
              <a:rPr lang="en-US" altLang="x-none"/>
              <a:t> </a:t>
            </a:r>
            <a:r>
              <a:rPr lang="en-US"/>
              <a:t>agent karena memikirkan langkah yang akan diambil oleh lawan. </a:t>
            </a:r>
          </a:p>
        </p:txBody>
      </p:sp>
      <p:sp>
        <p:nvSpPr>
          <p:cNvPr id="3" name="Slide Number Placeholder 2">
            <a:extLst>
              <a:ext uri="{FF2B5EF4-FFF2-40B4-BE49-F238E27FC236}">
                <a16:creationId xmlns:a16="http://schemas.microsoft.com/office/drawing/2014/main" id="{AF56C6BF-4C11-A75F-E462-D94F593FB8FE}"/>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27</a:t>
            </a:fld>
            <a:endParaRPr lang="en-ID"/>
          </a:p>
        </p:txBody>
      </p:sp>
    </p:spTree>
    <p:extLst>
      <p:ext uri="{BB962C8B-B14F-4D97-AF65-F5344CB8AC3E}">
        <p14:creationId xmlns:p14="http://schemas.microsoft.com/office/powerpoint/2010/main" val="1549249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Contoh</a:t>
            </a:r>
            <a:r>
              <a:rPr lang="en-US" dirty="0"/>
              <a:t>: </a:t>
            </a:r>
            <a:r>
              <a:rPr lang="en-US" err="1"/>
              <a:t>Jenis</a:t>
            </a:r>
            <a:r>
              <a:rPr lang="en-US"/>
              <a:t> Lingkungan</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998317419"/>
              </p:ext>
            </p:extLst>
          </p:nvPr>
        </p:nvGraphicFramePr>
        <p:xfrm>
          <a:off x="677334" y="1386359"/>
          <a:ext cx="10518103" cy="4730184"/>
        </p:xfrm>
        <a:graphic>
          <a:graphicData uri="http://schemas.openxmlformats.org/drawingml/2006/table">
            <a:tbl>
              <a:tblPr firstRow="1" bandRow="1">
                <a:tableStyleId>{5C22544A-7EE6-4342-B048-85BDC9FD1C3A}</a:tableStyleId>
              </a:tblPr>
              <a:tblGrid>
                <a:gridCol w="1774814">
                  <a:extLst>
                    <a:ext uri="{9D8B030D-6E8A-4147-A177-3AD203B41FA5}">
                      <a16:colId xmlns:a16="http://schemas.microsoft.com/office/drawing/2014/main" val="20000"/>
                    </a:ext>
                  </a:extLst>
                </a:gridCol>
                <a:gridCol w="1587991">
                  <a:extLst>
                    <a:ext uri="{9D8B030D-6E8A-4147-A177-3AD203B41FA5}">
                      <a16:colId xmlns:a16="http://schemas.microsoft.com/office/drawing/2014/main" val="20001"/>
                    </a:ext>
                  </a:extLst>
                </a:gridCol>
                <a:gridCol w="1326439">
                  <a:extLst>
                    <a:ext uri="{9D8B030D-6E8A-4147-A177-3AD203B41FA5}">
                      <a16:colId xmlns:a16="http://schemas.microsoft.com/office/drawing/2014/main" val="20002"/>
                    </a:ext>
                  </a:extLst>
                </a:gridCol>
                <a:gridCol w="1457215">
                  <a:extLst>
                    <a:ext uri="{9D8B030D-6E8A-4147-A177-3AD203B41FA5}">
                      <a16:colId xmlns:a16="http://schemas.microsoft.com/office/drawing/2014/main" val="20003"/>
                    </a:ext>
                  </a:extLst>
                </a:gridCol>
                <a:gridCol w="1457215">
                  <a:extLst>
                    <a:ext uri="{9D8B030D-6E8A-4147-A177-3AD203B41FA5}">
                      <a16:colId xmlns:a16="http://schemas.microsoft.com/office/drawing/2014/main" val="20004"/>
                    </a:ext>
                  </a:extLst>
                </a:gridCol>
                <a:gridCol w="1270392">
                  <a:extLst>
                    <a:ext uri="{9D8B030D-6E8A-4147-A177-3AD203B41FA5}">
                      <a16:colId xmlns:a16="http://schemas.microsoft.com/office/drawing/2014/main" val="20005"/>
                    </a:ext>
                  </a:extLst>
                </a:gridCol>
                <a:gridCol w="1644037">
                  <a:extLst>
                    <a:ext uri="{9D8B030D-6E8A-4147-A177-3AD203B41FA5}">
                      <a16:colId xmlns:a16="http://schemas.microsoft.com/office/drawing/2014/main" val="20006"/>
                    </a:ext>
                  </a:extLst>
                </a:gridCol>
              </a:tblGrid>
              <a:tr h="788364">
                <a:tc>
                  <a:txBody>
                    <a:bodyPr/>
                    <a:lstStyle/>
                    <a:p>
                      <a:pPr algn="ctr"/>
                      <a:r>
                        <a:rPr lang="en-US" sz="1600" dirty="0"/>
                        <a:t>Task </a:t>
                      </a:r>
                      <a:r>
                        <a:rPr lang="en-US" sz="1600" dirty="0" err="1"/>
                        <a:t>Env</a:t>
                      </a:r>
                      <a:r>
                        <a:rPr lang="en-US" sz="1600" dirty="0"/>
                        <a:t>.</a:t>
                      </a:r>
                    </a:p>
                  </a:txBody>
                  <a:tcPr marL="109728" marR="109728" marT="54864" marB="54864" anchor="ctr"/>
                </a:tc>
                <a:tc>
                  <a:txBody>
                    <a:bodyPr/>
                    <a:lstStyle/>
                    <a:p>
                      <a:pPr algn="ctr"/>
                      <a:r>
                        <a:rPr lang="en-US" sz="1200" dirty="0"/>
                        <a:t>Observable?</a:t>
                      </a:r>
                    </a:p>
                  </a:txBody>
                  <a:tcPr marL="109728" marR="109728" marT="54864" marB="54864" anchor="ctr"/>
                </a:tc>
                <a:tc>
                  <a:txBody>
                    <a:bodyPr/>
                    <a:lstStyle/>
                    <a:p>
                      <a:pPr algn="ctr"/>
                      <a:r>
                        <a:rPr lang="en-US" sz="1600" dirty="0"/>
                        <a:t>Agent?</a:t>
                      </a:r>
                    </a:p>
                  </a:txBody>
                  <a:tcPr marL="109728" marR="109728" marT="54864" marB="54864" anchor="ctr"/>
                </a:tc>
                <a:tc>
                  <a:txBody>
                    <a:bodyPr/>
                    <a:lstStyle/>
                    <a:p>
                      <a:pPr algn="ctr"/>
                      <a:r>
                        <a:rPr lang="en-US" sz="1600" dirty="0"/>
                        <a:t>Deterministic?</a:t>
                      </a:r>
                    </a:p>
                  </a:txBody>
                  <a:tcPr marL="109728" marR="109728" marT="54864" marB="54864" anchor="ctr"/>
                </a:tc>
                <a:tc>
                  <a:txBody>
                    <a:bodyPr/>
                    <a:lstStyle/>
                    <a:p>
                      <a:pPr algn="ctr"/>
                      <a:r>
                        <a:rPr lang="en-US" sz="1600" dirty="0"/>
                        <a:t>Episodic?</a:t>
                      </a:r>
                    </a:p>
                  </a:txBody>
                  <a:tcPr marL="109728" marR="109728" marT="54864" marB="54864" anchor="ctr"/>
                </a:tc>
                <a:tc>
                  <a:txBody>
                    <a:bodyPr/>
                    <a:lstStyle/>
                    <a:p>
                      <a:pPr algn="ctr"/>
                      <a:r>
                        <a:rPr lang="en-US" sz="1600" dirty="0"/>
                        <a:t>Static?</a:t>
                      </a:r>
                    </a:p>
                  </a:txBody>
                  <a:tcPr marL="109728" marR="109728" marT="54864" marB="54864" anchor="ctr"/>
                </a:tc>
                <a:tc>
                  <a:txBody>
                    <a:bodyPr/>
                    <a:lstStyle/>
                    <a:p>
                      <a:pPr algn="ctr"/>
                      <a:r>
                        <a:rPr lang="en-US" sz="1600" dirty="0"/>
                        <a:t>Discrete?</a:t>
                      </a:r>
                    </a:p>
                  </a:txBody>
                  <a:tcPr marL="109728" marR="109728" marT="54864" marB="54864" anchor="ctr"/>
                </a:tc>
                <a:extLst>
                  <a:ext uri="{0D108BD9-81ED-4DB2-BD59-A6C34878D82A}">
                    <a16:rowId xmlns:a16="http://schemas.microsoft.com/office/drawing/2014/main" val="10000"/>
                  </a:ext>
                </a:extLst>
              </a:tr>
              <a:tr h="788364">
                <a:tc>
                  <a:txBody>
                    <a:bodyPr/>
                    <a:lstStyle/>
                    <a:p>
                      <a:r>
                        <a:rPr lang="en-US" sz="1600" dirty="0"/>
                        <a:t>Chess with a clock</a:t>
                      </a:r>
                    </a:p>
                  </a:txBody>
                  <a:tcPr marL="109728" marR="109728" marT="54864" marB="54864"/>
                </a:tc>
                <a:tc>
                  <a:txBody>
                    <a:bodyPr/>
                    <a:lstStyle/>
                    <a:p>
                      <a:r>
                        <a:rPr lang="en-US" sz="1600" dirty="0"/>
                        <a:t>Fully</a:t>
                      </a:r>
                    </a:p>
                  </a:txBody>
                  <a:tcPr marL="109728" marR="109728" marT="54864" marB="54864"/>
                </a:tc>
                <a:tc>
                  <a:txBody>
                    <a:bodyPr/>
                    <a:lstStyle/>
                    <a:p>
                      <a:r>
                        <a:rPr lang="en-US" sz="1600" dirty="0"/>
                        <a:t>Multi</a:t>
                      </a:r>
                    </a:p>
                  </a:txBody>
                  <a:tcPr marL="109728" marR="109728" marT="54864" marB="54864"/>
                </a:tc>
                <a:tc>
                  <a:txBody>
                    <a:bodyPr/>
                    <a:lstStyle/>
                    <a:p>
                      <a:r>
                        <a:rPr lang="en-US" sz="1600" dirty="0"/>
                        <a:t>Deterministic</a:t>
                      </a:r>
                    </a:p>
                  </a:txBody>
                  <a:tcPr marL="109728" marR="109728" marT="54864" marB="54864"/>
                </a:tc>
                <a:tc>
                  <a:txBody>
                    <a:bodyPr/>
                    <a:lstStyle/>
                    <a:p>
                      <a:r>
                        <a:rPr lang="en-US" sz="1600" dirty="0"/>
                        <a:t>Sequential</a:t>
                      </a:r>
                    </a:p>
                  </a:txBody>
                  <a:tcPr marL="109728" marR="109728" marT="54864" marB="54864"/>
                </a:tc>
                <a:tc>
                  <a:txBody>
                    <a:bodyPr/>
                    <a:lstStyle/>
                    <a:p>
                      <a:r>
                        <a:rPr lang="en-US" sz="1600" dirty="0"/>
                        <a:t>Semi</a:t>
                      </a:r>
                    </a:p>
                  </a:txBody>
                  <a:tcPr marL="109728" marR="109728" marT="54864" marB="54864"/>
                </a:tc>
                <a:tc>
                  <a:txBody>
                    <a:bodyPr/>
                    <a:lstStyle/>
                    <a:p>
                      <a:r>
                        <a:rPr lang="en-US" sz="1600" dirty="0"/>
                        <a:t>Discrete</a:t>
                      </a:r>
                    </a:p>
                  </a:txBody>
                  <a:tcPr marL="109728" marR="109728" marT="54864" marB="54864"/>
                </a:tc>
                <a:extLst>
                  <a:ext uri="{0D108BD9-81ED-4DB2-BD59-A6C34878D82A}">
                    <a16:rowId xmlns:a16="http://schemas.microsoft.com/office/drawing/2014/main" val="10001"/>
                  </a:ext>
                </a:extLst>
              </a:tr>
              <a:tr h="788364">
                <a:tc>
                  <a:txBody>
                    <a:bodyPr/>
                    <a:lstStyle/>
                    <a:p>
                      <a:r>
                        <a:rPr lang="en-US" sz="1600" dirty="0"/>
                        <a:t>Image analysis</a:t>
                      </a:r>
                    </a:p>
                  </a:txBody>
                  <a:tcPr marL="109728" marR="109728" marT="54864" marB="54864"/>
                </a:tc>
                <a:tc>
                  <a:txBody>
                    <a:bodyPr/>
                    <a:lstStyle/>
                    <a:p>
                      <a:r>
                        <a:rPr lang="en-US" sz="1600" dirty="0"/>
                        <a:t>Fully</a:t>
                      </a:r>
                    </a:p>
                  </a:txBody>
                  <a:tcPr marL="109728" marR="109728" marT="54864" marB="54864"/>
                </a:tc>
                <a:tc>
                  <a:txBody>
                    <a:bodyPr/>
                    <a:lstStyle/>
                    <a:p>
                      <a:r>
                        <a:rPr lang="en-US" sz="1600" dirty="0"/>
                        <a:t>Single</a:t>
                      </a:r>
                    </a:p>
                  </a:txBody>
                  <a:tcPr marL="109728" marR="109728" marT="54864" marB="5486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Deterministic</a:t>
                      </a:r>
                    </a:p>
                  </a:txBody>
                  <a:tcPr marL="109728" marR="109728" marT="54864" marB="54864"/>
                </a:tc>
                <a:tc>
                  <a:txBody>
                    <a:bodyPr/>
                    <a:lstStyle/>
                    <a:p>
                      <a:r>
                        <a:rPr lang="en-US" sz="1600" dirty="0"/>
                        <a:t>Episodic</a:t>
                      </a:r>
                    </a:p>
                  </a:txBody>
                  <a:tcPr marL="109728" marR="109728" marT="54864" marB="54864"/>
                </a:tc>
                <a:tc>
                  <a:txBody>
                    <a:bodyPr/>
                    <a:lstStyle/>
                    <a:p>
                      <a:r>
                        <a:rPr lang="en-US" sz="1600" dirty="0"/>
                        <a:t>Semi</a:t>
                      </a:r>
                    </a:p>
                  </a:txBody>
                  <a:tcPr marL="109728" marR="109728" marT="54864" marB="54864"/>
                </a:tc>
                <a:tc>
                  <a:txBody>
                    <a:bodyPr/>
                    <a:lstStyle/>
                    <a:p>
                      <a:r>
                        <a:rPr lang="en-US" sz="1600" b="0" i="0" u="none" strike="noStrike" kern="1200" baseline="0" dirty="0">
                          <a:solidFill>
                            <a:schemeClr val="dk1"/>
                          </a:solidFill>
                          <a:latin typeface="+mn-lt"/>
                          <a:ea typeface="+mn-ea"/>
                          <a:cs typeface="+mn-cs"/>
                        </a:rPr>
                        <a:t>Continuous</a:t>
                      </a:r>
                      <a:endParaRPr lang="en-US" sz="1600" dirty="0"/>
                    </a:p>
                  </a:txBody>
                  <a:tcPr marL="109728" marR="109728" marT="54864" marB="54864"/>
                </a:tc>
                <a:extLst>
                  <a:ext uri="{0D108BD9-81ED-4DB2-BD59-A6C34878D82A}">
                    <a16:rowId xmlns:a16="http://schemas.microsoft.com/office/drawing/2014/main" val="10002"/>
                  </a:ext>
                </a:extLst>
              </a:tr>
              <a:tr h="788364">
                <a:tc>
                  <a:txBody>
                    <a:bodyPr/>
                    <a:lstStyle/>
                    <a:p>
                      <a:r>
                        <a:rPr lang="en-US" sz="1600" dirty="0"/>
                        <a:t>Taxi driving</a:t>
                      </a:r>
                    </a:p>
                  </a:txBody>
                  <a:tcPr marL="109728" marR="109728" marT="54864" marB="54864"/>
                </a:tc>
                <a:tc>
                  <a:txBody>
                    <a:bodyPr/>
                    <a:lstStyle/>
                    <a:p>
                      <a:r>
                        <a:rPr lang="en-US" sz="1600" dirty="0"/>
                        <a:t>Partially</a:t>
                      </a:r>
                    </a:p>
                  </a:txBody>
                  <a:tcPr marL="109728" marR="109728" marT="54864" marB="54864"/>
                </a:tc>
                <a:tc>
                  <a:txBody>
                    <a:bodyPr/>
                    <a:lstStyle/>
                    <a:p>
                      <a:r>
                        <a:rPr lang="en-US" sz="1600" dirty="0"/>
                        <a:t>Multi</a:t>
                      </a:r>
                    </a:p>
                  </a:txBody>
                  <a:tcPr marL="109728" marR="109728" marT="54864" marB="5486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Stochastic</a:t>
                      </a:r>
                    </a:p>
                    <a:p>
                      <a:endParaRPr lang="en-US" sz="1600" dirty="0"/>
                    </a:p>
                  </a:txBody>
                  <a:tcPr marL="109728" marR="109728" marT="54864" marB="54864"/>
                </a:tc>
                <a:tc>
                  <a:txBody>
                    <a:bodyPr/>
                    <a:lstStyle/>
                    <a:p>
                      <a:r>
                        <a:rPr lang="en-US" sz="1600" dirty="0"/>
                        <a:t>Sequential</a:t>
                      </a:r>
                    </a:p>
                  </a:txBody>
                  <a:tcPr marL="109728" marR="109728" marT="54864" marB="54864"/>
                </a:tc>
                <a:tc>
                  <a:txBody>
                    <a:bodyPr/>
                    <a:lstStyle/>
                    <a:p>
                      <a:r>
                        <a:rPr lang="en-US" sz="1600" dirty="0"/>
                        <a:t>Dynamic</a:t>
                      </a:r>
                    </a:p>
                  </a:txBody>
                  <a:tcPr marL="109728" marR="109728" marT="54864" marB="54864"/>
                </a:tc>
                <a:tc>
                  <a:txBody>
                    <a:bodyPr/>
                    <a:lstStyle/>
                    <a:p>
                      <a:r>
                        <a:rPr lang="en-US" sz="1600" b="0" i="0" u="none" strike="noStrike" kern="1200" baseline="0" dirty="0">
                          <a:solidFill>
                            <a:schemeClr val="dk1"/>
                          </a:solidFill>
                          <a:latin typeface="+mn-lt"/>
                          <a:ea typeface="+mn-ea"/>
                          <a:cs typeface="+mn-cs"/>
                        </a:rPr>
                        <a:t>Continuous</a:t>
                      </a:r>
                      <a:endParaRPr lang="en-US" sz="1600" dirty="0"/>
                    </a:p>
                  </a:txBody>
                  <a:tcPr marL="109728" marR="109728" marT="54864" marB="54864"/>
                </a:tc>
                <a:extLst>
                  <a:ext uri="{0D108BD9-81ED-4DB2-BD59-A6C34878D82A}">
                    <a16:rowId xmlns:a16="http://schemas.microsoft.com/office/drawing/2014/main" val="10003"/>
                  </a:ext>
                </a:extLst>
              </a:tr>
              <a:tr h="788364">
                <a:tc>
                  <a:txBody>
                    <a:bodyPr/>
                    <a:lstStyle/>
                    <a:p>
                      <a:r>
                        <a:rPr lang="en-US" sz="1600" dirty="0"/>
                        <a:t>Medical diagnosis</a:t>
                      </a:r>
                    </a:p>
                  </a:txBody>
                  <a:tcPr marL="109728" marR="109728" marT="54864" marB="54864"/>
                </a:tc>
                <a:tc>
                  <a:txBody>
                    <a:bodyPr/>
                    <a:lstStyle/>
                    <a:p>
                      <a:r>
                        <a:rPr lang="en-US" sz="1600" dirty="0"/>
                        <a:t>Partially</a:t>
                      </a:r>
                    </a:p>
                  </a:txBody>
                  <a:tcPr marL="109728" marR="109728" marT="54864" marB="54864"/>
                </a:tc>
                <a:tc>
                  <a:txBody>
                    <a:bodyPr/>
                    <a:lstStyle/>
                    <a:p>
                      <a:r>
                        <a:rPr lang="en-US" sz="1600" dirty="0"/>
                        <a:t>Single</a:t>
                      </a:r>
                    </a:p>
                  </a:txBody>
                  <a:tcPr marL="109728" marR="109728" marT="54864" marB="5486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Stochastic</a:t>
                      </a:r>
                    </a:p>
                    <a:p>
                      <a:endParaRPr lang="en-US" sz="1600" dirty="0"/>
                    </a:p>
                  </a:txBody>
                  <a:tcPr marL="109728" marR="109728" marT="54864" marB="54864"/>
                </a:tc>
                <a:tc>
                  <a:txBody>
                    <a:bodyPr/>
                    <a:lstStyle/>
                    <a:p>
                      <a:r>
                        <a:rPr lang="en-US" sz="1600" dirty="0"/>
                        <a:t>Sequential</a:t>
                      </a:r>
                    </a:p>
                  </a:txBody>
                  <a:tcPr marL="109728" marR="109728" marT="54864" marB="54864"/>
                </a:tc>
                <a:tc>
                  <a:txBody>
                    <a:bodyPr/>
                    <a:lstStyle/>
                    <a:p>
                      <a:r>
                        <a:rPr lang="en-US" sz="1600" dirty="0"/>
                        <a:t>Dynamic</a:t>
                      </a:r>
                    </a:p>
                  </a:txBody>
                  <a:tcPr marL="109728" marR="109728" marT="54864" marB="5486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chemeClr val="dk1"/>
                          </a:solidFill>
                          <a:latin typeface="+mn-lt"/>
                          <a:ea typeface="+mn-ea"/>
                          <a:cs typeface="+mn-cs"/>
                        </a:rPr>
                        <a:t>Continuous</a:t>
                      </a:r>
                      <a:endParaRPr lang="en-US" sz="1600" dirty="0"/>
                    </a:p>
                    <a:p>
                      <a:endParaRPr lang="en-US" sz="1600" dirty="0"/>
                    </a:p>
                  </a:txBody>
                  <a:tcPr marL="109728" marR="109728" marT="54864" marB="54864"/>
                </a:tc>
                <a:extLst>
                  <a:ext uri="{0D108BD9-81ED-4DB2-BD59-A6C34878D82A}">
                    <a16:rowId xmlns:a16="http://schemas.microsoft.com/office/drawing/2014/main" val="10004"/>
                  </a:ext>
                </a:extLst>
              </a:tr>
              <a:tr h="788364">
                <a:tc>
                  <a:txBody>
                    <a:bodyPr/>
                    <a:lstStyle/>
                    <a:p>
                      <a:r>
                        <a:rPr lang="en-US" sz="1600" dirty="0"/>
                        <a:t>Interactive English Tutor</a:t>
                      </a:r>
                    </a:p>
                  </a:txBody>
                  <a:tcPr marL="109728" marR="109728" marT="54864" marB="54864"/>
                </a:tc>
                <a:tc>
                  <a:txBody>
                    <a:bodyPr/>
                    <a:lstStyle/>
                    <a:p>
                      <a:r>
                        <a:rPr lang="en-US" sz="1600" dirty="0"/>
                        <a:t>Partially</a:t>
                      </a:r>
                    </a:p>
                  </a:txBody>
                  <a:tcPr marL="109728" marR="109728" marT="54864" marB="54864"/>
                </a:tc>
                <a:tc>
                  <a:txBody>
                    <a:bodyPr/>
                    <a:lstStyle/>
                    <a:p>
                      <a:r>
                        <a:rPr lang="en-US" sz="1600" dirty="0"/>
                        <a:t>Multi</a:t>
                      </a:r>
                    </a:p>
                  </a:txBody>
                  <a:tcPr marL="109728" marR="109728" marT="54864" marB="5486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Stochastic</a:t>
                      </a:r>
                    </a:p>
                    <a:p>
                      <a:endParaRPr lang="en-US" sz="1600" dirty="0"/>
                    </a:p>
                  </a:txBody>
                  <a:tcPr marL="109728" marR="109728" marT="54864" marB="54864"/>
                </a:tc>
                <a:tc>
                  <a:txBody>
                    <a:bodyPr/>
                    <a:lstStyle/>
                    <a:p>
                      <a:r>
                        <a:rPr lang="en-US" sz="1600" dirty="0"/>
                        <a:t>Sequential</a:t>
                      </a:r>
                    </a:p>
                  </a:txBody>
                  <a:tcPr marL="109728" marR="109728" marT="54864" marB="54864"/>
                </a:tc>
                <a:tc>
                  <a:txBody>
                    <a:bodyPr/>
                    <a:lstStyle/>
                    <a:p>
                      <a:r>
                        <a:rPr lang="en-US" sz="1600" dirty="0"/>
                        <a:t>Dynamic</a:t>
                      </a:r>
                    </a:p>
                  </a:txBody>
                  <a:tcPr marL="109728" marR="109728" marT="54864" marB="5486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Discrete</a:t>
                      </a:r>
                    </a:p>
                    <a:p>
                      <a:endParaRPr lang="en-US" sz="1600" dirty="0"/>
                    </a:p>
                  </a:txBody>
                  <a:tcPr marL="109728" marR="109728" marT="54864" marB="54864"/>
                </a:tc>
                <a:extLst>
                  <a:ext uri="{0D108BD9-81ED-4DB2-BD59-A6C34878D82A}">
                    <a16:rowId xmlns:a16="http://schemas.microsoft.com/office/drawing/2014/main" val="10005"/>
                  </a:ext>
                </a:extLst>
              </a:tr>
            </a:tbl>
          </a:graphicData>
        </a:graphic>
      </p:graphicFrame>
      <p:sp>
        <p:nvSpPr>
          <p:cNvPr id="3" name="Slide Number Placeholder 2">
            <a:extLst>
              <a:ext uri="{FF2B5EF4-FFF2-40B4-BE49-F238E27FC236}">
                <a16:creationId xmlns:a16="http://schemas.microsoft.com/office/drawing/2014/main" id="{2A9C4FD8-6A11-4379-E8A4-CA9E2CB52E6D}"/>
              </a:ext>
            </a:extLst>
          </p:cNvPr>
          <p:cNvSpPr>
            <a:spLocks noGrp="1"/>
          </p:cNvSpPr>
          <p:nvPr>
            <p:ph type="sldNum" sz="quarter" idx="12"/>
          </p:nvPr>
        </p:nvSpPr>
        <p:spPr/>
        <p:txBody>
          <a:bodyPr/>
          <a:lstStyle/>
          <a:p>
            <a:fld id="{CAD34C56-3DE2-4A4D-9227-67C03E05E467}" type="slidenum">
              <a:rPr lang="en-ID" smtClean="0"/>
              <a:t>28</a:t>
            </a:fld>
            <a:endParaRPr lang="en-ID"/>
          </a:p>
        </p:txBody>
      </p:sp>
    </p:spTree>
    <p:extLst>
      <p:ext uri="{BB962C8B-B14F-4D97-AF65-F5344CB8AC3E}">
        <p14:creationId xmlns:p14="http://schemas.microsoft.com/office/powerpoint/2010/main" val="2834849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9" name="Picture 11268" descr="Close-up sabuk seni bela diri">
            <a:extLst>
              <a:ext uri="{FF2B5EF4-FFF2-40B4-BE49-F238E27FC236}">
                <a16:creationId xmlns:a16="http://schemas.microsoft.com/office/drawing/2014/main" id="{FC591F08-39D5-49E6-6FA2-B67A64C5E812}"/>
              </a:ext>
            </a:extLst>
          </p:cNvPr>
          <p:cNvPicPr>
            <a:picLocks noChangeAspect="1"/>
          </p:cNvPicPr>
          <p:nvPr/>
        </p:nvPicPr>
        <p:blipFill rotWithShape="1">
          <a:blip r:embed="rId2"/>
          <a:srcRect l="9091" t="12020" b="11372"/>
          <a:stretch/>
        </p:blipFill>
        <p:spPr>
          <a:xfrm>
            <a:off x="1" y="10"/>
            <a:ext cx="12191999" cy="6857990"/>
          </a:xfrm>
          <a:prstGeom prst="rect">
            <a:avLst/>
          </a:prstGeom>
        </p:spPr>
      </p:pic>
      <p:sp>
        <p:nvSpPr>
          <p:cNvPr id="11278" name="Isosceles Triangle 11277">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1280" name="Parallelogram 11279">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282" name="Straight Connector 11281">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284" name="Straight Connector 11283">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286"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 name="Title 1"/>
          <p:cNvSpPr>
            <a:spLocks noGrp="1"/>
          </p:cNvSpPr>
          <p:nvPr>
            <p:ph type="title"/>
          </p:nvPr>
        </p:nvSpPr>
        <p:spPr>
          <a:xfrm>
            <a:off x="2786047" y="609600"/>
            <a:ext cx="6487955" cy="1320800"/>
          </a:xfrm>
        </p:spPr>
        <p:txBody>
          <a:bodyPr vert="horz" lIns="91440" tIns="45720" rIns="91440" bIns="45720" numCol="1" rtlCol="0" anchor="t" anchorCtr="0" compatLnSpc="1">
            <a:prstTxWarp prst="textNoShape">
              <a:avLst/>
            </a:prstTxWarp>
            <a:normAutofit/>
          </a:bodyPr>
          <a:lstStyle/>
          <a:p>
            <a:pPr fontAlgn="auto">
              <a:spcAft>
                <a:spcPts val="0"/>
              </a:spcAft>
              <a:defRPr/>
            </a:pPr>
            <a:r>
              <a:rPr lang="en-ID"/>
              <a:t>R</a:t>
            </a:r>
            <a:r>
              <a:rPr lang="id-ID"/>
              <a:t>ancangan </a:t>
            </a:r>
            <a:r>
              <a:rPr lang="id-ID" dirty="0"/>
              <a:t>Agen cerdas</a:t>
            </a:r>
          </a:p>
        </p:txBody>
      </p:sp>
      <p:sp>
        <p:nvSpPr>
          <p:cNvPr id="11288"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1290" name="Isosceles Triangle 11289">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1267" name="Content Placeholder 2"/>
          <p:cNvSpPr>
            <a:spLocks noGrp="1"/>
          </p:cNvSpPr>
          <p:nvPr>
            <p:ph idx="1"/>
          </p:nvPr>
        </p:nvSpPr>
        <p:spPr>
          <a:xfrm>
            <a:off x="2786047" y="2159000"/>
            <a:ext cx="6487955" cy="3882362"/>
          </a:xfrm>
        </p:spPr>
        <p:txBody>
          <a:bodyPr vert="horz" lIns="91440" tIns="45720" rIns="91440" bIns="45720" numCol="1" anchorCtr="0" compatLnSpc="1">
            <a:prstTxWarp prst="textNoShape">
              <a:avLst/>
            </a:prstTxWarp>
            <a:normAutofit/>
          </a:bodyPr>
          <a:lstStyle/>
          <a:p>
            <a:pPr marL="357188" indent="-357188">
              <a:buFont typeface="Wingdings" panose="05000000000000000000" pitchFamily="2" charset="2"/>
              <a:buChar char="q"/>
            </a:pPr>
            <a:r>
              <a:rPr lang="en-ID" dirty="0" err="1"/>
              <a:t>Rasional</a:t>
            </a:r>
            <a:r>
              <a:rPr lang="en-ID" dirty="0"/>
              <a:t> : </a:t>
            </a:r>
            <a:r>
              <a:rPr lang="en-ID" dirty="0" err="1"/>
              <a:t>melakukan</a:t>
            </a:r>
            <a:r>
              <a:rPr lang="en-ID" dirty="0"/>
              <a:t> </a:t>
            </a:r>
            <a:r>
              <a:rPr lang="en-ID" dirty="0" err="1"/>
              <a:t>hal</a:t>
            </a:r>
            <a:r>
              <a:rPr lang="en-ID" dirty="0"/>
              <a:t> yang </a:t>
            </a:r>
            <a:r>
              <a:rPr lang="en-ID" dirty="0" err="1"/>
              <a:t>benar</a:t>
            </a:r>
            <a:endParaRPr lang="en-ID" dirty="0"/>
          </a:p>
          <a:p>
            <a:pPr marL="357188" indent="-357188">
              <a:buFont typeface="Wingdings" panose="05000000000000000000" pitchFamily="2" charset="2"/>
              <a:buChar char="q"/>
            </a:pPr>
            <a:r>
              <a:rPr lang="en-ID" dirty="0" err="1"/>
              <a:t>Agen</a:t>
            </a:r>
            <a:r>
              <a:rPr lang="en-ID" dirty="0"/>
              <a:t> </a:t>
            </a:r>
            <a:r>
              <a:rPr lang="en-ID" dirty="0" err="1"/>
              <a:t>melakukan</a:t>
            </a:r>
            <a:r>
              <a:rPr lang="en-ID" dirty="0"/>
              <a:t> </a:t>
            </a:r>
            <a:r>
              <a:rPr lang="en-ID" dirty="0" err="1"/>
              <a:t>hal</a:t>
            </a:r>
            <a:r>
              <a:rPr lang="en-ID" dirty="0"/>
              <a:t> yang </a:t>
            </a:r>
            <a:r>
              <a:rPr lang="en-ID" dirty="0" err="1"/>
              <a:t>benar</a:t>
            </a:r>
            <a:r>
              <a:rPr lang="en-ID" dirty="0"/>
              <a:t> </a:t>
            </a:r>
            <a:r>
              <a:rPr lang="en-ID" dirty="0" err="1"/>
              <a:t>melalui</a:t>
            </a:r>
            <a:r>
              <a:rPr lang="en-ID" dirty="0"/>
              <a:t> percept (</a:t>
            </a:r>
            <a:r>
              <a:rPr lang="en-ID" dirty="0" err="1"/>
              <a:t>persepsi</a:t>
            </a:r>
            <a:r>
              <a:rPr lang="en-ID" dirty="0"/>
              <a:t>) </a:t>
            </a:r>
            <a:r>
              <a:rPr lang="en-ID" dirty="0" err="1"/>
              <a:t>apa</a:t>
            </a:r>
            <a:r>
              <a:rPr lang="en-ID" dirty="0"/>
              <a:t> yang </a:t>
            </a:r>
            <a:r>
              <a:rPr lang="en-ID" dirty="0" err="1"/>
              <a:t>diterima</a:t>
            </a:r>
            <a:r>
              <a:rPr lang="en-ID" dirty="0"/>
              <a:t>/</a:t>
            </a:r>
            <a:r>
              <a:rPr lang="en-ID" dirty="0" err="1"/>
              <a:t>ditangkap</a:t>
            </a:r>
            <a:r>
              <a:rPr lang="en-ID" dirty="0"/>
              <a:t> dan </a:t>
            </a:r>
            <a:r>
              <a:rPr lang="en-ID" dirty="0" err="1"/>
              <a:t>tindakan</a:t>
            </a:r>
            <a:r>
              <a:rPr lang="en-ID" dirty="0"/>
              <a:t> (action) </a:t>
            </a:r>
            <a:r>
              <a:rPr lang="en-ID" dirty="0" err="1"/>
              <a:t>apa</a:t>
            </a:r>
            <a:r>
              <a:rPr lang="en-ID" dirty="0"/>
              <a:t> yang </a:t>
            </a:r>
            <a:r>
              <a:rPr lang="en-ID" dirty="0" err="1"/>
              <a:t>diambil</a:t>
            </a:r>
            <a:r>
              <a:rPr lang="en-ID" dirty="0"/>
              <a:t>.</a:t>
            </a:r>
          </a:p>
          <a:p>
            <a:pPr marL="357188" indent="-357188">
              <a:buFont typeface="Wingdings" panose="05000000000000000000" pitchFamily="2" charset="2"/>
              <a:buChar char="q"/>
            </a:pPr>
            <a:r>
              <a:rPr lang="en-ID" dirty="0"/>
              <a:t>Tindakan yang </a:t>
            </a:r>
            <a:r>
              <a:rPr lang="en-ID" dirty="0" err="1"/>
              <a:t>tepat</a:t>
            </a:r>
            <a:r>
              <a:rPr lang="en-ID" dirty="0"/>
              <a:t> </a:t>
            </a:r>
            <a:r>
              <a:rPr lang="en-ID" dirty="0" err="1"/>
              <a:t>adalah</a:t>
            </a:r>
            <a:r>
              <a:rPr lang="en-ID" dirty="0"/>
              <a:t> </a:t>
            </a:r>
            <a:r>
              <a:rPr lang="en-ID" dirty="0" err="1"/>
              <a:t>tindakan</a:t>
            </a:r>
            <a:r>
              <a:rPr lang="en-ID" dirty="0"/>
              <a:t> yang </a:t>
            </a:r>
            <a:r>
              <a:rPr lang="en-ID" dirty="0" err="1"/>
              <a:t>akan</a:t>
            </a:r>
            <a:r>
              <a:rPr lang="en-ID" dirty="0"/>
              <a:t> </a:t>
            </a:r>
            <a:r>
              <a:rPr lang="en-ID" dirty="0" err="1"/>
              <a:t>menyebabkan</a:t>
            </a:r>
            <a:r>
              <a:rPr lang="en-ID" dirty="0"/>
              <a:t> </a:t>
            </a:r>
            <a:r>
              <a:rPr lang="en-ID" dirty="0" err="1"/>
              <a:t>agen</a:t>
            </a:r>
            <a:r>
              <a:rPr lang="en-ID" dirty="0"/>
              <a:t> </a:t>
            </a:r>
            <a:r>
              <a:rPr lang="en-ID" dirty="0" err="1"/>
              <a:t>menjadi</a:t>
            </a:r>
            <a:r>
              <a:rPr lang="en-ID" dirty="0"/>
              <a:t> yang paling </a:t>
            </a:r>
            <a:r>
              <a:rPr lang="en-ID" dirty="0" err="1"/>
              <a:t>sukses</a:t>
            </a:r>
            <a:r>
              <a:rPr lang="en-ID" dirty="0"/>
              <a:t>.</a:t>
            </a:r>
          </a:p>
          <a:p>
            <a:pPr marL="357188" indent="-357188">
              <a:buFont typeface="Wingdings" panose="05000000000000000000" pitchFamily="2" charset="2"/>
              <a:buChar char="q"/>
            </a:pPr>
            <a:r>
              <a:rPr lang="en-ID" dirty="0" err="1"/>
              <a:t>Pengukuran</a:t>
            </a:r>
            <a:r>
              <a:rPr lang="en-ID" dirty="0"/>
              <a:t> </a:t>
            </a:r>
            <a:r>
              <a:rPr lang="en-ID" dirty="0" err="1"/>
              <a:t>kinerja</a:t>
            </a:r>
            <a:r>
              <a:rPr lang="en-ID" dirty="0"/>
              <a:t>: </a:t>
            </a:r>
            <a:r>
              <a:rPr lang="en-ID" dirty="0" err="1"/>
              <a:t>Sebuah</a:t>
            </a:r>
            <a:r>
              <a:rPr lang="en-ID" dirty="0"/>
              <a:t> </a:t>
            </a:r>
            <a:r>
              <a:rPr lang="en-ID" dirty="0" err="1"/>
              <a:t>kriteria</a:t>
            </a:r>
            <a:r>
              <a:rPr lang="en-ID" dirty="0"/>
              <a:t> </a:t>
            </a:r>
            <a:r>
              <a:rPr lang="en-ID" dirty="0" err="1"/>
              <a:t>obyektif</a:t>
            </a:r>
            <a:r>
              <a:rPr lang="en-ID" dirty="0"/>
              <a:t> </a:t>
            </a:r>
            <a:r>
              <a:rPr lang="en-ID" dirty="0" err="1"/>
              <a:t>untuk</a:t>
            </a:r>
            <a:r>
              <a:rPr lang="en-ID" dirty="0"/>
              <a:t> </a:t>
            </a:r>
            <a:r>
              <a:rPr lang="en-ID" dirty="0" err="1"/>
              <a:t>mengukur</a:t>
            </a:r>
            <a:r>
              <a:rPr lang="en-ID" dirty="0"/>
              <a:t> </a:t>
            </a:r>
            <a:r>
              <a:rPr lang="en-ID" dirty="0" err="1"/>
              <a:t>keberhasilan</a:t>
            </a:r>
            <a:r>
              <a:rPr lang="en-ID" dirty="0"/>
              <a:t> </a:t>
            </a:r>
            <a:r>
              <a:rPr lang="en-ID" dirty="0" err="1"/>
              <a:t>suatu</a:t>
            </a:r>
            <a:r>
              <a:rPr lang="en-ID" dirty="0"/>
              <a:t> </a:t>
            </a:r>
            <a:r>
              <a:rPr lang="en-ID" dirty="0" err="1"/>
              <a:t>perilaku</a:t>
            </a:r>
            <a:r>
              <a:rPr lang="en-ID" dirty="0"/>
              <a:t> </a:t>
            </a:r>
            <a:r>
              <a:rPr lang="en-ID" dirty="0" err="1"/>
              <a:t>agen</a:t>
            </a:r>
            <a:endParaRPr lang="en-ID" dirty="0"/>
          </a:p>
        </p:txBody>
      </p:sp>
      <p:sp>
        <p:nvSpPr>
          <p:cNvPr id="3" name="Slide Number Placeholder 2">
            <a:extLst>
              <a:ext uri="{FF2B5EF4-FFF2-40B4-BE49-F238E27FC236}">
                <a16:creationId xmlns:a16="http://schemas.microsoft.com/office/drawing/2014/main" id="{BEDF9C36-9702-8A85-83AE-5811416D5D54}"/>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29</a:t>
            </a:fld>
            <a:endParaRPr lang="en-ID"/>
          </a:p>
        </p:txBody>
      </p:sp>
      <p:sp>
        <p:nvSpPr>
          <p:cNvPr id="11292"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1294"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1296"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1298" name="Isosceles Triangle 11297">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2781885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Close-up sabuk seni bela diri">
            <a:extLst>
              <a:ext uri="{FF2B5EF4-FFF2-40B4-BE49-F238E27FC236}">
                <a16:creationId xmlns:a16="http://schemas.microsoft.com/office/drawing/2014/main" id="{24DB6132-1C1C-2F5B-5C6E-E3B07ED1D465}"/>
              </a:ext>
            </a:extLst>
          </p:cNvPr>
          <p:cNvPicPr>
            <a:picLocks noChangeAspect="1"/>
          </p:cNvPicPr>
          <p:nvPr/>
        </p:nvPicPr>
        <p:blipFill rotWithShape="1">
          <a:blip r:embed="rId2"/>
          <a:srcRect l="9091" t="12020" b="11372"/>
          <a:stretch/>
        </p:blipFill>
        <p:spPr>
          <a:xfrm>
            <a:off x="1" y="10"/>
            <a:ext cx="12191999" cy="6857990"/>
          </a:xfrm>
          <a:prstGeom prst="rect">
            <a:avLst/>
          </a:prstGeom>
        </p:spPr>
      </p:pic>
      <p:sp>
        <p:nvSpPr>
          <p:cNvPr id="15" name="Isosceles Triangle 14">
            <a:extLst>
              <a:ext uri="{FF2B5EF4-FFF2-40B4-BE49-F238E27FC236}">
                <a16:creationId xmlns:a16="http://schemas.microsoft.com/office/drawing/2014/main" id="{2A4588C6-4069-4731-BFB4-10F1E6D37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17" name="Parallelogram 16">
            <a:extLst>
              <a:ext uri="{FF2B5EF4-FFF2-40B4-BE49-F238E27FC236}">
                <a16:creationId xmlns:a16="http://schemas.microsoft.com/office/drawing/2014/main" id="{23370524-0FE7-41B4-ABCF-7FB26B6CF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24188" y="0"/>
            <a:ext cx="9372600" cy="6858000"/>
          </a:xfrm>
          <a:prstGeom prst="parallelogram">
            <a:avLst>
              <a:gd name="adj" fmla="val 14937"/>
            </a:avLst>
          </a:prstGeom>
          <a:solidFill>
            <a:schemeClr val="bg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E0A9CA40-1F57-4A6D-ACDA-F720AA468C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2A94EDB-B0FE-4678-8E69-0F137AE3BE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3" name="Rectangle 23">
            <a:extLst>
              <a:ext uri="{FF2B5EF4-FFF2-40B4-BE49-F238E27FC236}">
                <a16:creationId xmlns:a16="http://schemas.microsoft.com/office/drawing/2014/main" id="{4E93B92B-0DD5-4277-9D69-972ABADC3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 name="Title 1"/>
          <p:cNvSpPr>
            <a:spLocks noGrp="1"/>
          </p:cNvSpPr>
          <p:nvPr>
            <p:ph type="title"/>
          </p:nvPr>
        </p:nvSpPr>
        <p:spPr>
          <a:xfrm>
            <a:off x="2786047" y="609600"/>
            <a:ext cx="6487955" cy="1320800"/>
          </a:xfrm>
        </p:spPr>
        <p:txBody>
          <a:bodyPr vert="horz" lIns="91440" tIns="45720" rIns="91440" bIns="45720" numCol="1" rtlCol="0" anchor="t" anchorCtr="0" compatLnSpc="1">
            <a:prstTxWarp prst="textNoShape">
              <a:avLst/>
            </a:prstTxWarp>
            <a:normAutofit/>
          </a:bodyPr>
          <a:lstStyle/>
          <a:p>
            <a:pPr fontAlgn="auto">
              <a:spcAft>
                <a:spcPts val="0"/>
              </a:spcAft>
              <a:defRPr/>
            </a:pPr>
            <a:r>
              <a:rPr lang="en-ID" dirty="0"/>
              <a:t>R</a:t>
            </a:r>
            <a:r>
              <a:rPr lang="id-ID" dirty="0"/>
              <a:t>ancangan Agen cerdas</a:t>
            </a:r>
          </a:p>
        </p:txBody>
      </p:sp>
      <p:sp>
        <p:nvSpPr>
          <p:cNvPr id="25" name="Rectangle 25">
            <a:extLst>
              <a:ext uri="{FF2B5EF4-FFF2-40B4-BE49-F238E27FC236}">
                <a16:creationId xmlns:a16="http://schemas.microsoft.com/office/drawing/2014/main" id="{7CE87768-354E-4E3F-8202-9F387CF50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7" name="Isosceles Triangle 26">
            <a:extLst>
              <a:ext uri="{FF2B5EF4-FFF2-40B4-BE49-F238E27FC236}">
                <a16:creationId xmlns:a16="http://schemas.microsoft.com/office/drawing/2014/main" id="{09E5B98F-BD75-4A30-BF72-0A910747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 name="Content Placeholder 2"/>
          <p:cNvSpPr>
            <a:spLocks noGrp="1"/>
          </p:cNvSpPr>
          <p:nvPr>
            <p:ph idx="1"/>
          </p:nvPr>
        </p:nvSpPr>
        <p:spPr>
          <a:xfrm>
            <a:off x="2786047" y="2159000"/>
            <a:ext cx="6487955" cy="3882362"/>
          </a:xfrm>
        </p:spPr>
        <p:txBody>
          <a:bodyPr vert="horz" lIns="91440" tIns="45720" rIns="91440" bIns="45720" numCol="1" rtlCol="0" anchorCtr="0" compatLnSpc="1">
            <a:prstTxWarp prst="textNoShape">
              <a:avLst/>
            </a:prstTxWarp>
            <a:normAutofit/>
          </a:bodyPr>
          <a:lstStyle/>
          <a:p>
            <a:pPr marL="114300" indent="0" fontAlgn="auto">
              <a:spcAft>
                <a:spcPts val="0"/>
              </a:spcAft>
              <a:buClr>
                <a:schemeClr val="accent1"/>
              </a:buClr>
              <a:buNone/>
              <a:defRPr/>
            </a:pPr>
            <a:r>
              <a:rPr lang="id-ID"/>
              <a:t>Misalnya, mengukur kinerja dari agen </a:t>
            </a:r>
            <a:r>
              <a:rPr lang="id-ID" b="1"/>
              <a:t>vacuum-cleaner</a:t>
            </a:r>
            <a:r>
              <a:rPr lang="id-ID"/>
              <a:t>: </a:t>
            </a:r>
          </a:p>
          <a:p>
            <a:pPr marL="536575" indent="-452438" fontAlgn="auto">
              <a:spcAft>
                <a:spcPts val="0"/>
              </a:spcAft>
              <a:buClr>
                <a:schemeClr val="accent1"/>
              </a:buClr>
              <a:buFont typeface="Wingdings" panose="05000000000000000000" pitchFamily="2" charset="2"/>
              <a:buChar char="q"/>
              <a:defRPr/>
            </a:pPr>
            <a:r>
              <a:rPr lang="id-ID"/>
              <a:t>Jumlah kotoran dibersihkan, </a:t>
            </a:r>
          </a:p>
          <a:p>
            <a:pPr marL="536575" indent="-452438" fontAlgn="auto">
              <a:spcAft>
                <a:spcPts val="0"/>
              </a:spcAft>
              <a:buClr>
                <a:schemeClr val="accent1"/>
              </a:buClr>
              <a:buFont typeface="Wingdings" panose="05000000000000000000" pitchFamily="2" charset="2"/>
              <a:buChar char="q"/>
              <a:defRPr/>
            </a:pPr>
            <a:r>
              <a:rPr lang="id-ID"/>
              <a:t>Jumlah waktu yang dibutuhkan, </a:t>
            </a:r>
          </a:p>
          <a:p>
            <a:pPr marL="536575" indent="-452438" fontAlgn="auto">
              <a:spcAft>
                <a:spcPts val="0"/>
              </a:spcAft>
              <a:buClr>
                <a:schemeClr val="accent1"/>
              </a:buClr>
              <a:buFont typeface="Wingdings" panose="05000000000000000000" pitchFamily="2" charset="2"/>
              <a:buChar char="q"/>
              <a:defRPr/>
            </a:pPr>
            <a:r>
              <a:rPr lang="id-ID"/>
              <a:t>Jumlah listrik yang dikonsumsi, </a:t>
            </a:r>
          </a:p>
          <a:p>
            <a:pPr marL="536575" indent="-452438" fontAlgn="auto">
              <a:spcAft>
                <a:spcPts val="0"/>
              </a:spcAft>
              <a:buClr>
                <a:schemeClr val="accent1"/>
              </a:buClr>
              <a:buFont typeface="Wingdings" panose="05000000000000000000" pitchFamily="2" charset="2"/>
              <a:buChar char="q"/>
              <a:defRPr/>
            </a:pPr>
            <a:r>
              <a:rPr lang="id-ID"/>
              <a:t>Jumlah kebisingan yang dihasilkan, dll</a:t>
            </a:r>
          </a:p>
          <a:p>
            <a:pPr marL="114300" indent="0" fontAlgn="auto">
              <a:spcAft>
                <a:spcPts val="0"/>
              </a:spcAft>
              <a:buClr>
                <a:schemeClr val="accent1"/>
              </a:buClr>
              <a:buNone/>
              <a:defRPr/>
            </a:pPr>
            <a:endParaRPr lang="id-ID"/>
          </a:p>
          <a:p>
            <a:pPr marL="114300" indent="0" fontAlgn="auto">
              <a:spcAft>
                <a:spcPts val="0"/>
              </a:spcAft>
              <a:buClr>
                <a:schemeClr val="accent1"/>
              </a:buClr>
              <a:buNone/>
              <a:defRPr/>
            </a:pPr>
            <a:r>
              <a:rPr lang="id-ID"/>
              <a:t>Pengukuran kinerja haruslah dapat dinyatakan dalam ukuran kuantitatif. Kata “jumlah” mengindikasikan suatu ukuran kuantitatif/terukur.</a:t>
            </a:r>
          </a:p>
        </p:txBody>
      </p:sp>
      <p:sp>
        <p:nvSpPr>
          <p:cNvPr id="4" name="Slide Number Placeholder 3">
            <a:extLst>
              <a:ext uri="{FF2B5EF4-FFF2-40B4-BE49-F238E27FC236}">
                <a16:creationId xmlns:a16="http://schemas.microsoft.com/office/drawing/2014/main" id="{C4071079-FC0B-7E25-9D68-8DAA02FDA750}"/>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30</a:t>
            </a:fld>
            <a:endParaRPr lang="en-ID"/>
          </a:p>
        </p:txBody>
      </p:sp>
      <p:sp>
        <p:nvSpPr>
          <p:cNvPr id="29" name="Rectangle 27">
            <a:extLst>
              <a:ext uri="{FF2B5EF4-FFF2-40B4-BE49-F238E27FC236}">
                <a16:creationId xmlns:a16="http://schemas.microsoft.com/office/drawing/2014/main" id="{8AAB91E3-41BE-4478-BF23-A24D43E146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1" name="Rectangle 28">
            <a:extLst>
              <a:ext uri="{FF2B5EF4-FFF2-40B4-BE49-F238E27FC236}">
                <a16:creationId xmlns:a16="http://schemas.microsoft.com/office/drawing/2014/main" id="{96DFC7EA-8516-41F1-8ED9-C0A8E1E0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3" name="Rectangle 29">
            <a:extLst>
              <a:ext uri="{FF2B5EF4-FFF2-40B4-BE49-F238E27FC236}">
                <a16:creationId xmlns:a16="http://schemas.microsoft.com/office/drawing/2014/main" id="{E24E972C-8744-4CFA-B783-41EA3CC38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5" name="Isosceles Triangle 34">
            <a:extLst>
              <a:ext uri="{FF2B5EF4-FFF2-40B4-BE49-F238E27FC236}">
                <a16:creationId xmlns:a16="http://schemas.microsoft.com/office/drawing/2014/main" id="{C7C88F2E-E233-48BA-B85F-D06BA522B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Tree>
    <p:extLst>
      <p:ext uri="{BB962C8B-B14F-4D97-AF65-F5344CB8AC3E}">
        <p14:creationId xmlns:p14="http://schemas.microsoft.com/office/powerpoint/2010/main" val="11657215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36734" y="609600"/>
            <a:ext cx="3737268"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en-ID" dirty="0"/>
              <a:t>R</a:t>
            </a:r>
            <a:r>
              <a:rPr lang="id-ID" dirty="0"/>
              <a:t>ancangan Agen cerdas</a:t>
            </a:r>
          </a:p>
        </p:txBody>
      </p:sp>
      <p:sp>
        <p:nvSpPr>
          <p:cNvPr id="13315" name="Content Placeholder 2"/>
          <p:cNvSpPr>
            <a:spLocks noGrp="1"/>
          </p:cNvSpPr>
          <p:nvPr>
            <p:ph idx="1"/>
          </p:nvPr>
        </p:nvSpPr>
        <p:spPr>
          <a:xfrm>
            <a:off x="5209563" y="2160589"/>
            <a:ext cx="4064439" cy="3880773"/>
          </a:xfrm>
        </p:spPr>
        <p:txBody>
          <a:bodyPr vert="horz" lIns="91440" tIns="45720" rIns="91440" bIns="45720" numCol="1" anchorCtr="0" compatLnSpc="1">
            <a:prstTxWarp prst="textNoShape">
              <a:avLst/>
            </a:prstTxWarp>
            <a:normAutofit/>
          </a:bodyPr>
          <a:lstStyle/>
          <a:p>
            <a:r>
              <a:rPr lang="en-ID"/>
              <a:t>Untuk setiap urutan persepsi (percept sequence) yang ada, agen rasional harus memilih tindakan yang diharapkan untuk memaksimalkan ukuran kinerjanya. </a:t>
            </a:r>
          </a:p>
          <a:p>
            <a:r>
              <a:rPr lang="en-ID"/>
              <a:t>Tujuan (Goal): Setelah menentukan criteria obyektif (seperti diatas), pilih salah satu tujuan untuk menjadi fokus utama dari agen. Goal adalah tujuan utama yang berusaha dicapai oleh agen (prioritas utama)</a:t>
            </a:r>
          </a:p>
        </p:txBody>
      </p:sp>
      <p:pic>
        <p:nvPicPr>
          <p:cNvPr id="13317" name="Picture 13316" descr="Tiga panah pada sasaran">
            <a:extLst>
              <a:ext uri="{FF2B5EF4-FFF2-40B4-BE49-F238E27FC236}">
                <a16:creationId xmlns:a16="http://schemas.microsoft.com/office/drawing/2014/main" id="{1580A2FE-9B0B-67C7-6F5F-1A88561B43D2}"/>
              </a:ext>
            </a:extLst>
          </p:cNvPr>
          <p:cNvPicPr>
            <a:picLocks noChangeAspect="1"/>
          </p:cNvPicPr>
          <p:nvPr/>
        </p:nvPicPr>
        <p:blipFill rotWithShape="1">
          <a:blip r:embed="rId2"/>
          <a:srcRect l="44250" r="3436"/>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3321" name="Isosceles Triangle 13320">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 name="Slide Number Placeholder 2">
            <a:extLst>
              <a:ext uri="{FF2B5EF4-FFF2-40B4-BE49-F238E27FC236}">
                <a16:creationId xmlns:a16="http://schemas.microsoft.com/office/drawing/2014/main" id="{7119D8B9-1FD0-F7D6-2432-87216F15583B}"/>
              </a:ext>
            </a:extLst>
          </p:cNvPr>
          <p:cNvSpPr>
            <a:spLocks noGrp="1"/>
          </p:cNvSpPr>
          <p:nvPr>
            <p:ph type="sldNum" sz="quarter" idx="12"/>
          </p:nvPr>
        </p:nvSpPr>
        <p:spPr>
          <a:xfrm>
            <a:off x="8841996" y="6041362"/>
            <a:ext cx="432006" cy="365125"/>
          </a:xfrm>
        </p:spPr>
        <p:txBody>
          <a:bodyPr>
            <a:normAutofit/>
          </a:bodyPr>
          <a:lstStyle/>
          <a:p>
            <a:pPr>
              <a:spcAft>
                <a:spcPts val="600"/>
              </a:spcAft>
            </a:pPr>
            <a:fld id="{CAD34C56-3DE2-4A4D-9227-67C03E05E467}" type="slidenum">
              <a:rPr lang="en-ID" smtClean="0"/>
              <a:pPr>
                <a:spcAft>
                  <a:spcPts val="600"/>
                </a:spcAft>
              </a:pPr>
              <a:t>31</a:t>
            </a:fld>
            <a:endParaRPr lang="en-ID"/>
          </a:p>
        </p:txBody>
      </p:sp>
    </p:spTree>
    <p:extLst>
      <p:ext uri="{BB962C8B-B14F-4D97-AF65-F5344CB8AC3E}">
        <p14:creationId xmlns:p14="http://schemas.microsoft.com/office/powerpoint/2010/main" val="1232280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43467" y="816638"/>
            <a:ext cx="3367359" cy="5224724"/>
          </a:xfrm>
        </p:spPr>
        <p:txBody>
          <a:bodyPr vert="horz" lIns="91440" tIns="45720" rIns="91440" bIns="45720" numCol="1" rtlCol="0" anchor="ctr" anchorCtr="0" compatLnSpc="1">
            <a:prstTxWarp prst="textNoShape">
              <a:avLst/>
            </a:prstTxWarp>
            <a:normAutofit/>
          </a:bodyPr>
          <a:lstStyle/>
          <a:p>
            <a:pPr fontAlgn="auto">
              <a:spcAft>
                <a:spcPts val="0"/>
              </a:spcAft>
              <a:defRPr/>
            </a:pPr>
            <a:r>
              <a:rPr lang="en-ID" dirty="0"/>
              <a:t>R</a:t>
            </a:r>
            <a:r>
              <a:rPr lang="id-ID" dirty="0"/>
              <a:t>ancangan Agen cerdas</a:t>
            </a:r>
          </a:p>
        </p:txBody>
      </p:sp>
      <p:sp>
        <p:nvSpPr>
          <p:cNvPr id="4" name="Slide Number Placeholder 3">
            <a:extLst>
              <a:ext uri="{FF2B5EF4-FFF2-40B4-BE49-F238E27FC236}">
                <a16:creationId xmlns:a16="http://schemas.microsoft.com/office/drawing/2014/main" id="{4AE94B23-9FB2-4E52-5BB1-0938C15A3D0A}"/>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32</a:t>
            </a:fld>
            <a:endParaRPr lang="en-ID"/>
          </a:p>
        </p:txBody>
      </p:sp>
      <p:sp>
        <p:nvSpPr>
          <p:cNvPr id="3" name="Content Placeholder 2"/>
          <p:cNvSpPr>
            <a:spLocks noGrp="1"/>
          </p:cNvSpPr>
          <p:nvPr>
            <p:ph idx="1"/>
          </p:nvPr>
        </p:nvSpPr>
        <p:spPr>
          <a:xfrm>
            <a:off x="4654294" y="816638"/>
            <a:ext cx="6585631" cy="5224724"/>
          </a:xfrm>
        </p:spPr>
        <p:txBody>
          <a:bodyPr vert="horz" lIns="91440" tIns="45720" rIns="91440" bIns="45720" numCol="1" rtlCol="0" anchor="ctr" anchorCtr="0" compatLnSpc="1">
            <a:prstTxWarp prst="textNoShape">
              <a:avLst/>
            </a:prstTxWarp>
            <a:normAutofit/>
          </a:bodyPr>
          <a:lstStyle/>
          <a:p>
            <a:pPr marL="0" indent="0">
              <a:buClrTx/>
              <a:buNone/>
              <a:defRPr/>
            </a:pPr>
            <a:r>
              <a:rPr lang="id-ID" sz="1900" dirty="0"/>
              <a:t>Sebelum membuat suatu agen, hendaknya telah mengetahui dengan baik :</a:t>
            </a:r>
            <a:endParaRPr lang="en-US" sz="1900" dirty="0"/>
          </a:p>
          <a:p>
            <a:pPr marL="457200" lvl="1" indent="-457200">
              <a:buClrTx/>
              <a:buFont typeface="+mj-lt"/>
              <a:buAutoNum type="arabicPeriod"/>
              <a:defRPr/>
            </a:pPr>
            <a:r>
              <a:rPr lang="en-US" sz="1900" dirty="0"/>
              <a:t>S</a:t>
            </a:r>
            <a:r>
              <a:rPr lang="id-ID" sz="1900" dirty="0"/>
              <a:t>emua kemungkinan kesan dan tindakan yang dapat diterima dan dilakukan oleh agen</a:t>
            </a:r>
            <a:r>
              <a:rPr lang="en-US" sz="1900" dirty="0"/>
              <a:t>.</a:t>
            </a:r>
          </a:p>
          <a:p>
            <a:pPr marL="457200" lvl="1" indent="-457200">
              <a:buClrTx/>
              <a:buFont typeface="+mj-lt"/>
              <a:buAutoNum type="arabicPeriod"/>
              <a:defRPr/>
            </a:pPr>
            <a:r>
              <a:rPr lang="en-US" sz="1900" dirty="0"/>
              <a:t>A</a:t>
            </a:r>
            <a:r>
              <a:rPr lang="id-ID" sz="1900" dirty="0"/>
              <a:t>pa tujuan atau pengukur kemampuan agen yang ingin dicapai</a:t>
            </a:r>
            <a:r>
              <a:rPr lang="en-US" sz="1900" dirty="0"/>
              <a:t>.</a:t>
            </a:r>
          </a:p>
          <a:p>
            <a:pPr marL="457200" lvl="1" indent="-457200">
              <a:buClrTx/>
              <a:buFont typeface="+mj-lt"/>
              <a:buAutoNum type="arabicPeriod"/>
              <a:defRPr/>
            </a:pPr>
            <a:r>
              <a:rPr lang="en-US" sz="1900" dirty="0"/>
              <a:t>D</a:t>
            </a:r>
            <a:r>
              <a:rPr lang="id-ID" sz="1900" dirty="0"/>
              <a:t>an lingkungan yang seperti apa yang akan dioperasikan oleh agen. </a:t>
            </a:r>
          </a:p>
          <a:p>
            <a:pPr indent="-228600" fontAlgn="auto">
              <a:spcAft>
                <a:spcPts val="0"/>
              </a:spcAft>
              <a:buClr>
                <a:schemeClr val="accent1"/>
              </a:buClr>
              <a:buFont typeface="Arial" panose="020B0604020202020204" pitchFamily="34" charset="0"/>
              <a:buChar char="•"/>
              <a:defRPr/>
            </a:pPr>
            <a:endParaRPr lang="id-ID" sz="1900" dirty="0"/>
          </a:p>
        </p:txBody>
      </p:sp>
    </p:spTree>
    <p:extLst>
      <p:ext uri="{BB962C8B-B14F-4D97-AF65-F5344CB8AC3E}">
        <p14:creationId xmlns:p14="http://schemas.microsoft.com/office/powerpoint/2010/main" val="37566271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Diagram 4"/>
              <p:cNvGraphicFramePr/>
              <p:nvPr/>
            </p:nvGraphicFramePr>
            <p:xfrm>
              <a:off x="1158240" y="1579179"/>
              <a:ext cx="10058400" cy="3901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5" name="Diagram 4"/>
              <p:cNvGraphicFramePr/>
              <p:nvPr>
                <p:extLst>
                  <p:ext uri="{D42A27DB-BD31-4B8C-83A1-F6EECF244321}">
                    <p14:modId xmlns:p14="http://schemas.microsoft.com/office/powerpoint/2010/main" val="580718932"/>
                  </p:ext>
                </p:extLst>
              </p:nvPr>
            </p:nvGraphicFramePr>
            <p:xfrm>
              <a:off x="1158240" y="1579179"/>
              <a:ext cx="10058400" cy="39014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
        <p:nvSpPr>
          <p:cNvPr id="6" name="TextBox 5"/>
          <p:cNvSpPr txBox="1"/>
          <p:nvPr/>
        </p:nvSpPr>
        <p:spPr>
          <a:xfrm>
            <a:off x="1158240" y="5712119"/>
            <a:ext cx="10058400" cy="757130"/>
          </a:xfrm>
          <a:prstGeom prst="rect">
            <a:avLst/>
          </a:prstGeom>
          <a:noFill/>
        </p:spPr>
        <p:txBody>
          <a:bodyPr wrap="square" rtlCol="0">
            <a:spAutoFit/>
          </a:bodyPr>
          <a:lstStyle/>
          <a:p>
            <a:pPr marL="342900" indent="-342900">
              <a:buFont typeface="Arial" pitchFamily="34" charset="0"/>
              <a:buChar char="•"/>
            </a:pPr>
            <a:r>
              <a:rPr lang="en-US" sz="2160" dirty="0"/>
              <a:t>Agent = </a:t>
            </a:r>
            <a:r>
              <a:rPr lang="en-US" sz="2160" dirty="0" err="1"/>
              <a:t>Arsitektur</a:t>
            </a:r>
            <a:r>
              <a:rPr lang="en-US" sz="2160" dirty="0"/>
              <a:t> + Program</a:t>
            </a:r>
          </a:p>
          <a:p>
            <a:pPr marL="342900" indent="-342900">
              <a:buFont typeface="Arial" pitchFamily="34" charset="0"/>
              <a:buChar char="•"/>
            </a:pPr>
            <a:r>
              <a:rPr lang="en-US" sz="2160" dirty="0">
                <a:solidFill>
                  <a:srgbClr val="FF0000"/>
                </a:solidFill>
              </a:rPr>
              <a:t>Agent program</a:t>
            </a:r>
            <a:r>
              <a:rPr lang="en-US" sz="2160" dirty="0"/>
              <a:t> </a:t>
            </a:r>
            <a:r>
              <a:rPr lang="en-US" sz="2160" dirty="0" err="1"/>
              <a:t>menerima</a:t>
            </a:r>
            <a:r>
              <a:rPr lang="en-US" sz="2160" dirty="0"/>
              <a:t> input percept </a:t>
            </a:r>
            <a:r>
              <a:rPr lang="en-US" sz="2160" dirty="0" err="1"/>
              <a:t>terakhir</a:t>
            </a:r>
            <a:r>
              <a:rPr lang="en-US" sz="2160" dirty="0"/>
              <a:t> (</a:t>
            </a:r>
            <a:r>
              <a:rPr lang="en-US" sz="2160" dirty="0" err="1"/>
              <a:t>bisa</a:t>
            </a:r>
            <a:r>
              <a:rPr lang="en-US" sz="2160" dirty="0"/>
              <a:t> </a:t>
            </a:r>
            <a:r>
              <a:rPr lang="en-US" sz="2160" dirty="0" err="1"/>
              <a:t>juga</a:t>
            </a:r>
            <a:r>
              <a:rPr lang="en-US" sz="2160" dirty="0"/>
              <a:t> </a:t>
            </a:r>
            <a:r>
              <a:rPr lang="en-US" sz="2160" i="1" dirty="0"/>
              <a:t>percept sequence</a:t>
            </a:r>
            <a:r>
              <a:rPr lang="en-US" sz="2160" dirty="0"/>
              <a:t>)</a:t>
            </a:r>
          </a:p>
        </p:txBody>
      </p:sp>
      <p:sp>
        <p:nvSpPr>
          <p:cNvPr id="3" name="Title 2"/>
          <p:cNvSpPr>
            <a:spLocks noGrp="1"/>
          </p:cNvSpPr>
          <p:nvPr>
            <p:ph type="title"/>
          </p:nvPr>
        </p:nvSpPr>
        <p:spPr/>
        <p:txBody>
          <a:bodyPr/>
          <a:lstStyle/>
          <a:p>
            <a:r>
              <a:rPr lang="en-US"/>
              <a:t>Struktur Sebuah Agen</a:t>
            </a:r>
            <a:endParaRPr lang="en-ID"/>
          </a:p>
        </p:txBody>
      </p:sp>
      <p:sp>
        <p:nvSpPr>
          <p:cNvPr id="2" name="Slide Number Placeholder 1">
            <a:extLst>
              <a:ext uri="{FF2B5EF4-FFF2-40B4-BE49-F238E27FC236}">
                <a16:creationId xmlns:a16="http://schemas.microsoft.com/office/drawing/2014/main" id="{954B545A-5633-30CF-F437-40D44D66868B}"/>
              </a:ext>
            </a:extLst>
          </p:cNvPr>
          <p:cNvSpPr>
            <a:spLocks noGrp="1"/>
          </p:cNvSpPr>
          <p:nvPr>
            <p:ph type="sldNum" sz="quarter" idx="12"/>
          </p:nvPr>
        </p:nvSpPr>
        <p:spPr/>
        <p:txBody>
          <a:bodyPr/>
          <a:lstStyle/>
          <a:p>
            <a:fld id="{CAD34C56-3DE2-4A4D-9227-67C03E05E467}" type="slidenum">
              <a:rPr lang="en-ID" smtClean="0"/>
              <a:t>33</a:t>
            </a:fld>
            <a:endParaRPr lang="en-ID"/>
          </a:p>
        </p:txBody>
      </p:sp>
    </p:spTree>
    <p:extLst>
      <p:ext uri="{BB962C8B-B14F-4D97-AF65-F5344CB8AC3E}">
        <p14:creationId xmlns:p14="http://schemas.microsoft.com/office/powerpoint/2010/main" val="33271399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vacuum2-environment"/>
          <p:cNvPicPr>
            <a:picLocks noChangeAspect="1" noChangeArrowheads="1"/>
          </p:cNvPicPr>
          <p:nvPr/>
        </p:nvPicPr>
        <p:blipFill rotWithShape="1">
          <a:blip r:embed="rId2">
            <a:extLst>
              <a:ext uri="{28A0092B-C50C-407E-A947-70E740481C1C}">
                <a14:useLocalDpi xmlns:a14="http://schemas.microsoft.com/office/drawing/2010/main" val="0"/>
              </a:ext>
            </a:extLst>
          </a:blip>
          <a:srcRect l="-380" r="48551"/>
          <a:stretch/>
        </p:blipFill>
        <p:spPr bwMode="auto">
          <a:xfrm>
            <a:off x="8401032" y="1407449"/>
            <a:ext cx="2175697" cy="219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a:xfrm>
            <a:off x="1024128" y="441434"/>
            <a:ext cx="9720072" cy="966015"/>
          </a:xfrm>
        </p:spPr>
        <p:txBody>
          <a:bodyPr/>
          <a:lstStyle/>
          <a:p>
            <a:pPr algn="just"/>
            <a:r>
              <a:rPr lang="en-US" dirty="0" err="1"/>
              <a:t>Contoh</a:t>
            </a:r>
            <a:r>
              <a:rPr lang="en-US" dirty="0"/>
              <a:t>: </a:t>
            </a:r>
            <a:r>
              <a:rPr lang="en-US" dirty="0" err="1"/>
              <a:t>VacuumCleanerWorld</a:t>
            </a:r>
            <a:endParaRPr lang="en-US" dirty="0"/>
          </a:p>
        </p:txBody>
      </p:sp>
      <p:sp>
        <p:nvSpPr>
          <p:cNvPr id="7" name="TextBox 6"/>
          <p:cNvSpPr txBox="1"/>
          <p:nvPr/>
        </p:nvSpPr>
        <p:spPr>
          <a:xfrm>
            <a:off x="1008611" y="1578272"/>
            <a:ext cx="7082443" cy="4154984"/>
          </a:xfrm>
          <a:prstGeom prst="rect">
            <a:avLst/>
          </a:prstGeom>
          <a:noFill/>
        </p:spPr>
        <p:txBody>
          <a:bodyPr wrap="square" rtlCol="0">
            <a:spAutoFit/>
          </a:bodyPr>
          <a:lstStyle/>
          <a:p>
            <a:r>
              <a:rPr lang="en-US" sz="2400" dirty="0" err="1">
                <a:latin typeface="Calibri" panose="020F0502020204030204" pitchFamily="34" charset="0"/>
                <a:cs typeface="Calibri" panose="020F0502020204030204" pitchFamily="34" charset="0"/>
              </a:rPr>
              <a:t>Definisi</a:t>
            </a:r>
            <a:r>
              <a:rPr lang="en-US" sz="2400" dirty="0">
                <a:latin typeface="Calibri" panose="020F0502020204030204" pitchFamily="34" charset="0"/>
                <a:cs typeface="Calibri" panose="020F0502020204030204" pitchFamily="34" charset="0"/>
              </a:rPr>
              <a:t> </a:t>
            </a:r>
            <a:r>
              <a:rPr lang="en-US" sz="2400" dirty="0">
                <a:solidFill>
                  <a:srgbClr val="FF0000"/>
                </a:solidFill>
                <a:latin typeface="Calibri" panose="020F0502020204030204" pitchFamily="34" charset="0"/>
                <a:cs typeface="Calibri" panose="020F0502020204030204" pitchFamily="34" charset="0"/>
              </a:rPr>
              <a:t>task environment</a:t>
            </a:r>
            <a:r>
              <a:rPr lang="en-US" sz="2400" dirty="0">
                <a:latin typeface="Calibri" panose="020F0502020204030204" pitchFamily="34" charset="0"/>
                <a:cs typeface="Calibri" panose="020F0502020204030204" pitchFamily="34" charset="0"/>
              </a:rPr>
              <a:t>:</a:t>
            </a:r>
          </a:p>
          <a:p>
            <a:pPr marL="342900" indent="-342900">
              <a:buFont typeface="Arial" pitchFamily="34" charset="0"/>
              <a:buChar char="•"/>
            </a:pPr>
            <a:r>
              <a:rPr lang="en-US" sz="2400" dirty="0">
                <a:solidFill>
                  <a:srgbClr val="FF0000"/>
                </a:solidFill>
                <a:latin typeface="Calibri" panose="020F0502020204030204" pitchFamily="34" charset="0"/>
                <a:cs typeface="Calibri" panose="020F0502020204030204" pitchFamily="34" charset="0"/>
              </a:rPr>
              <a:t>Performance measure</a:t>
            </a:r>
            <a:r>
              <a:rPr lang="en-US" sz="2400" dirty="0">
                <a:latin typeface="Calibri" panose="020F0502020204030204" pitchFamily="34" charset="0"/>
                <a:cs typeface="Calibri" panose="020F0502020204030204" pitchFamily="34" charset="0"/>
              </a:rPr>
              <a:t>: </a:t>
            </a:r>
          </a:p>
          <a:p>
            <a:pPr lvl="1"/>
            <a:r>
              <a:rPr lang="en-US" sz="2400" dirty="0" err="1">
                <a:latin typeface="Calibri" panose="020F0502020204030204" pitchFamily="34" charset="0"/>
                <a:cs typeface="Calibri" panose="020F0502020204030204" pitchFamily="34" charset="0"/>
              </a:rPr>
              <a:t>menjaga</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kebersihan</a:t>
            </a:r>
            <a:endParaRPr lang="en-US" sz="2400" dirty="0">
              <a:latin typeface="Calibri" panose="020F0502020204030204" pitchFamily="34" charset="0"/>
              <a:cs typeface="Calibri" panose="020F0502020204030204" pitchFamily="34" charset="0"/>
            </a:endParaRPr>
          </a:p>
          <a:p>
            <a:pPr marL="342900" indent="-342900">
              <a:buFont typeface="Arial" pitchFamily="34" charset="0"/>
              <a:buChar char="•"/>
            </a:pPr>
            <a:r>
              <a:rPr lang="en-US" sz="2400" dirty="0">
                <a:solidFill>
                  <a:srgbClr val="FF0000"/>
                </a:solidFill>
                <a:latin typeface="Calibri" panose="020F0502020204030204" pitchFamily="34" charset="0"/>
                <a:cs typeface="Calibri" panose="020F0502020204030204" pitchFamily="34" charset="0"/>
              </a:rPr>
              <a:t>Environment </a:t>
            </a:r>
            <a:r>
              <a:rPr lang="en-US" sz="2400" dirty="0">
                <a:latin typeface="Calibri" panose="020F0502020204030204" pitchFamily="34" charset="0"/>
                <a:cs typeface="Calibri" panose="020F0502020204030204" pitchFamily="34" charset="0"/>
              </a:rPr>
              <a:t>: </a:t>
            </a:r>
          </a:p>
          <a:p>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ruangan</a:t>
            </a:r>
            <a:r>
              <a:rPr lang="en-US" sz="2400" dirty="0">
                <a:latin typeface="Calibri" panose="020F0502020204030204" pitchFamily="34" charset="0"/>
                <a:cs typeface="Calibri" panose="020F0502020204030204" pitchFamily="34" charset="0"/>
              </a:rPr>
              <a:t> A </a:t>
            </a:r>
            <a:r>
              <a:rPr lang="en-US" sz="2400" dirty="0" err="1">
                <a:latin typeface="Calibri" panose="020F0502020204030204" pitchFamily="34" charset="0"/>
                <a:cs typeface="Calibri" panose="020F0502020204030204" pitchFamily="34" charset="0"/>
              </a:rPr>
              <a:t>dan</a:t>
            </a:r>
            <a:r>
              <a:rPr lang="en-US" sz="2400" dirty="0">
                <a:latin typeface="Calibri" panose="020F0502020204030204" pitchFamily="34" charset="0"/>
                <a:cs typeface="Calibri" panose="020F0502020204030204" pitchFamily="34" charset="0"/>
              </a:rPr>
              <a:t> B </a:t>
            </a:r>
            <a:r>
              <a:rPr lang="en-US" sz="2400" dirty="0" err="1">
                <a:latin typeface="Calibri" panose="020F0502020204030204" pitchFamily="34" charset="0"/>
                <a:cs typeface="Calibri" panose="020F0502020204030204" pitchFamily="34" charset="0"/>
              </a:rPr>
              <a:t>beserta</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isi</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debunya</a:t>
            </a:r>
            <a:endParaRPr lang="en-US" sz="2400" dirty="0">
              <a:latin typeface="Calibri" panose="020F0502020204030204" pitchFamily="34" charset="0"/>
              <a:cs typeface="Calibri" panose="020F0502020204030204" pitchFamily="34" charset="0"/>
            </a:endParaRPr>
          </a:p>
          <a:p>
            <a:pPr marL="342900" indent="-342900">
              <a:buFont typeface="Arial" pitchFamily="34" charset="0"/>
              <a:buChar char="•"/>
            </a:pPr>
            <a:r>
              <a:rPr lang="en-US" sz="2400" dirty="0">
                <a:solidFill>
                  <a:srgbClr val="FF0000"/>
                </a:solidFill>
                <a:latin typeface="Calibri" panose="020F0502020204030204" pitchFamily="34" charset="0"/>
                <a:cs typeface="Calibri" panose="020F0502020204030204" pitchFamily="34" charset="0"/>
              </a:rPr>
              <a:t>Actuator</a:t>
            </a:r>
            <a:r>
              <a:rPr lang="en-US" sz="2400" dirty="0">
                <a:latin typeface="Calibri" panose="020F0502020204030204" pitchFamily="34" charset="0"/>
                <a:cs typeface="Calibri" panose="020F0502020204030204" pitchFamily="34" charset="0"/>
              </a:rPr>
              <a:t> : </a:t>
            </a:r>
          </a:p>
          <a:p>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DoKeKiri</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DoKeKanan</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DoSedot</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DoSantai</a:t>
            </a:r>
            <a:endParaRPr lang="en-US" sz="2400" dirty="0">
              <a:latin typeface="Calibri" panose="020F0502020204030204" pitchFamily="34" charset="0"/>
              <a:cs typeface="Calibri" panose="020F0502020204030204" pitchFamily="34" charset="0"/>
            </a:endParaRPr>
          </a:p>
          <a:p>
            <a:pPr marL="342900" indent="-342900">
              <a:buFont typeface="Arial" pitchFamily="34" charset="0"/>
              <a:buChar char="•"/>
            </a:pPr>
            <a:r>
              <a:rPr lang="en-US" sz="2400" dirty="0">
                <a:solidFill>
                  <a:srgbClr val="FF0000"/>
                </a:solidFill>
                <a:latin typeface="Calibri" panose="020F0502020204030204" pitchFamily="34" charset="0"/>
                <a:cs typeface="Calibri" panose="020F0502020204030204" pitchFamily="34" charset="0"/>
              </a:rPr>
              <a:t>Sensors</a:t>
            </a:r>
            <a:r>
              <a:rPr lang="en-US" sz="2400" dirty="0">
                <a:latin typeface="Calibri" panose="020F0502020204030204" pitchFamily="34" charset="0"/>
                <a:cs typeface="Calibri" panose="020F0502020204030204" pitchFamily="34" charset="0"/>
              </a:rPr>
              <a:t>: </a:t>
            </a:r>
          </a:p>
          <a:p>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lokasi</a:t>
            </a:r>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dan</a:t>
            </a:r>
            <a:r>
              <a:rPr lang="en-US" sz="2400" dirty="0">
                <a:latin typeface="Calibri" panose="020F0502020204030204" pitchFamily="34" charset="0"/>
                <a:cs typeface="Calibri" panose="020F0502020204030204" pitchFamily="34" charset="0"/>
              </a:rPr>
              <a:t> status, </a:t>
            </a:r>
            <a:r>
              <a:rPr lang="en-US" sz="2400" dirty="0" err="1">
                <a:latin typeface="Calibri" panose="020F0502020204030204" pitchFamily="34" charset="0"/>
                <a:cs typeface="Calibri" panose="020F0502020204030204" pitchFamily="34" charset="0"/>
              </a:rPr>
              <a:t>mis</a:t>
            </a:r>
            <a:r>
              <a:rPr lang="en-US" sz="2400" dirty="0">
                <a:latin typeface="Calibri" panose="020F0502020204030204" pitchFamily="34" charset="0"/>
                <a:cs typeface="Calibri" panose="020F0502020204030204" pitchFamily="34" charset="0"/>
              </a:rPr>
              <a:t> : [A, </a:t>
            </a:r>
            <a:r>
              <a:rPr lang="en-US" sz="2400" dirty="0" err="1">
                <a:latin typeface="Calibri" panose="020F0502020204030204" pitchFamily="34" charset="0"/>
                <a:cs typeface="Calibri" panose="020F0502020204030204" pitchFamily="34" charset="0"/>
              </a:rPr>
              <a:t>kotor</a:t>
            </a:r>
            <a:r>
              <a:rPr lang="en-US" sz="2400" dirty="0">
                <a:latin typeface="Calibri" panose="020F0502020204030204" pitchFamily="34" charset="0"/>
                <a:cs typeface="Calibri" panose="020F0502020204030204" pitchFamily="34" charset="0"/>
              </a:rPr>
              <a:t>]</a:t>
            </a:r>
          </a:p>
          <a:p>
            <a:r>
              <a:rPr lang="en-US" sz="2400" dirty="0">
                <a:latin typeface="Calibri" panose="020F0502020204030204" pitchFamily="34" charset="0"/>
                <a:cs typeface="Calibri" panose="020F0502020204030204" pitchFamily="34" charset="0"/>
              </a:rPr>
              <a:t>       </a:t>
            </a:r>
            <a:r>
              <a:rPr lang="en-US" sz="2400" dirty="0" err="1">
                <a:latin typeface="Calibri" panose="020F0502020204030204" pitchFamily="34" charset="0"/>
                <a:cs typeface="Calibri" panose="020F0502020204030204" pitchFamily="34" charset="0"/>
              </a:rPr>
              <a:t>Contoh</a:t>
            </a:r>
            <a:r>
              <a:rPr lang="en-US" sz="2400" dirty="0">
                <a:latin typeface="Calibri" panose="020F0502020204030204" pitchFamily="34" charset="0"/>
                <a:cs typeface="Calibri" panose="020F0502020204030204" pitchFamily="34" charset="0"/>
              </a:rPr>
              <a:t> percept sequence :</a:t>
            </a:r>
          </a:p>
          <a:p>
            <a:r>
              <a:rPr lang="en-US" sz="2400" dirty="0">
                <a:latin typeface="Calibri" panose="020F0502020204030204" pitchFamily="34" charset="0"/>
                <a:cs typeface="Calibri" panose="020F0502020204030204" pitchFamily="34" charset="0"/>
              </a:rPr>
              <a:t>       {[A, </a:t>
            </a:r>
            <a:r>
              <a:rPr lang="en-US" sz="2400" dirty="0" err="1">
                <a:latin typeface="Calibri" panose="020F0502020204030204" pitchFamily="34" charset="0"/>
                <a:cs typeface="Calibri" panose="020F0502020204030204" pitchFamily="34" charset="0"/>
              </a:rPr>
              <a:t>kotor</a:t>
            </a:r>
            <a:r>
              <a:rPr lang="en-US" sz="2400" dirty="0">
                <a:latin typeface="Calibri" panose="020F0502020204030204" pitchFamily="34" charset="0"/>
                <a:cs typeface="Calibri" panose="020F0502020204030204" pitchFamily="34" charset="0"/>
              </a:rPr>
              <a:t>],[A, </a:t>
            </a:r>
            <a:r>
              <a:rPr lang="en-US" sz="2400" dirty="0" err="1">
                <a:latin typeface="Calibri" panose="020F0502020204030204" pitchFamily="34" charset="0"/>
                <a:cs typeface="Calibri" panose="020F0502020204030204" pitchFamily="34" charset="0"/>
              </a:rPr>
              <a:t>kotor</a:t>
            </a:r>
            <a:r>
              <a:rPr lang="en-US" sz="2400" dirty="0">
                <a:latin typeface="Calibri" panose="020F0502020204030204" pitchFamily="34" charset="0"/>
                <a:cs typeface="Calibri" panose="020F0502020204030204" pitchFamily="34" charset="0"/>
              </a:rPr>
              <a:t>],[B, </a:t>
            </a:r>
            <a:r>
              <a:rPr lang="en-US" sz="2400" dirty="0" err="1">
                <a:latin typeface="Calibri" panose="020F0502020204030204" pitchFamily="34" charset="0"/>
                <a:cs typeface="Calibri" panose="020F0502020204030204" pitchFamily="34" charset="0"/>
              </a:rPr>
              <a:t>bersih</a:t>
            </a:r>
            <a:r>
              <a:rPr lang="en-US" sz="2400" dirty="0">
                <a:latin typeface="Calibri" panose="020F0502020204030204" pitchFamily="34" charset="0"/>
                <a:cs typeface="Calibri" panose="020F0502020204030204" pitchFamily="34" charset="0"/>
              </a:rPr>
              <a:t>], ….} </a:t>
            </a:r>
          </a:p>
        </p:txBody>
      </p:sp>
      <p:pic>
        <p:nvPicPr>
          <p:cNvPr id="8" name="Picture 4" descr="vacuum2-environment"/>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a:stretch/>
        </p:blipFill>
        <p:spPr bwMode="auto">
          <a:xfrm>
            <a:off x="8431876" y="3977640"/>
            <a:ext cx="2144684" cy="219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EDCF4E9B-7196-ED70-8962-75B2AE19A663}"/>
              </a:ext>
            </a:extLst>
          </p:cNvPr>
          <p:cNvSpPr>
            <a:spLocks noGrp="1"/>
          </p:cNvSpPr>
          <p:nvPr>
            <p:ph type="sldNum" sz="quarter" idx="12"/>
          </p:nvPr>
        </p:nvSpPr>
        <p:spPr/>
        <p:txBody>
          <a:bodyPr/>
          <a:lstStyle/>
          <a:p>
            <a:fld id="{CAD34C56-3DE2-4A4D-9227-67C03E05E467}" type="slidenum">
              <a:rPr lang="en-ID" smtClean="0"/>
              <a:t>34</a:t>
            </a:fld>
            <a:endParaRPr lang="en-ID"/>
          </a:p>
        </p:txBody>
      </p:sp>
    </p:spTree>
    <p:extLst>
      <p:ext uri="{BB962C8B-B14F-4D97-AF65-F5344CB8AC3E}">
        <p14:creationId xmlns:p14="http://schemas.microsoft.com/office/powerpoint/2010/main" val="1863367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Contoh: VacuumCleanerWorld</a:t>
            </a:r>
            <a:endParaRPr lang="en-ID"/>
          </a:p>
        </p:txBody>
      </p:sp>
      <p:pic>
        <p:nvPicPr>
          <p:cNvPr id="4" name="Content Placeholder 3"/>
          <p:cNvPicPr>
            <a:picLocks noGrp="1" noChangeAspect="1"/>
          </p:cNvPicPr>
          <p:nvPr>
            <p:ph idx="1"/>
          </p:nvPr>
        </p:nvPicPr>
        <p:blipFill>
          <a:blip r:embed="rId2"/>
          <a:stretch>
            <a:fillRect/>
          </a:stretch>
        </p:blipFill>
        <p:spPr>
          <a:xfrm>
            <a:off x="842786" y="1635802"/>
            <a:ext cx="6882937" cy="3881437"/>
          </a:xfrm>
          <a:prstGeom prst="rect">
            <a:avLst/>
          </a:prstGeom>
          <a:noFill/>
          <a:ln w="9525">
            <a:noFill/>
          </a:ln>
        </p:spPr>
      </p:pic>
      <p:sp>
        <p:nvSpPr>
          <p:cNvPr id="3" name="Slide Number Placeholder 2">
            <a:extLst>
              <a:ext uri="{FF2B5EF4-FFF2-40B4-BE49-F238E27FC236}">
                <a16:creationId xmlns:a16="http://schemas.microsoft.com/office/drawing/2014/main" id="{BC67377A-8ADD-D47C-A6CC-80E95460BA0C}"/>
              </a:ext>
            </a:extLst>
          </p:cNvPr>
          <p:cNvSpPr>
            <a:spLocks noGrp="1"/>
          </p:cNvSpPr>
          <p:nvPr>
            <p:ph type="sldNum" sz="quarter" idx="12"/>
          </p:nvPr>
        </p:nvSpPr>
        <p:spPr/>
        <p:txBody>
          <a:bodyPr/>
          <a:lstStyle/>
          <a:p>
            <a:fld id="{CAD34C56-3DE2-4A4D-9227-67C03E05E467}" type="slidenum">
              <a:rPr lang="en-ID" smtClean="0"/>
              <a:t>35</a:t>
            </a:fld>
            <a:endParaRPr lang="en-ID"/>
          </a:p>
        </p:txBody>
      </p:sp>
    </p:spTree>
    <p:extLst>
      <p:ext uri="{BB962C8B-B14F-4D97-AF65-F5344CB8AC3E}">
        <p14:creationId xmlns:p14="http://schemas.microsoft.com/office/powerpoint/2010/main" val="45397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83920" y="1600200"/>
            <a:ext cx="6508224" cy="64008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en-US" sz="2400" dirty="0"/>
              <a:t>Agent function : </a:t>
            </a:r>
            <a:r>
              <a:rPr lang="en-US" sz="2400" dirty="0" err="1"/>
              <a:t>AgenRajin</a:t>
            </a:r>
            <a:r>
              <a:rPr lang="en-US" sz="2400" baseline="30000" dirty="0" err="1"/>
              <a:t>TM</a:t>
            </a:r>
            <a:endParaRPr lang="en-US" sz="2400" dirty="0"/>
          </a:p>
        </p:txBody>
      </p:sp>
      <mc:AlternateContent xmlns:mc="http://schemas.openxmlformats.org/markup-compatibility/2006" xmlns:a14="http://schemas.microsoft.com/office/drawing/2010/main">
        <mc:Choice Requires="a14">
          <p:sp>
            <p:nvSpPr>
              <p:cNvPr id="5" name="TextBox 4"/>
              <p:cNvSpPr txBox="1"/>
              <p:nvPr/>
            </p:nvSpPr>
            <p:spPr>
              <a:xfrm>
                <a:off x="1108363" y="2331720"/>
                <a:ext cx="4744953" cy="1200329"/>
              </a:xfrm>
              <a:prstGeom prst="rect">
                <a:avLst/>
              </a:prstGeom>
              <a:noFill/>
            </p:spPr>
            <p:txBody>
              <a:bodyPr wrap="none" rtlCol="0">
                <a:spAutoFit/>
              </a:bodyPr>
              <a:lstStyle/>
              <a:p>
                <a:pPr lvl="0"/>
                <a14:m>
                  <m:oMathPara xmlns:m="http://schemas.openxmlformats.org/officeDocument/2006/math">
                    <m:oMathParaPr>
                      <m:jc m:val="left"/>
                    </m:oMathParaPr>
                    <m:oMath xmlns:m="http://schemas.openxmlformats.org/officeDocument/2006/math">
                      <m:r>
                        <a:rPr lang="en-US" sz="2400" i="1">
                          <a:latin typeface="Cambria Math"/>
                        </a:rPr>
                        <m:t>𝑓</m:t>
                      </m:r>
                      <m:r>
                        <a:rPr lang="en-US" sz="2400" i="1">
                          <a:latin typeface="Cambria Math"/>
                        </a:rPr>
                        <m:t>(</m:t>
                      </m:r>
                      <m:d>
                        <m:dPr>
                          <m:begChr m:val="{"/>
                          <m:endChr m:val="}"/>
                          <m:ctrlPr>
                            <a:rPr lang="en-US" sz="2400" i="1">
                              <a:latin typeface="Cambria Math" panose="02040503050406030204" pitchFamily="18" charset="0"/>
                            </a:rPr>
                          </m:ctrlPr>
                        </m:dPr>
                        <m:e>
                          <m:r>
                            <a:rPr lang="en-US" sz="2400" i="1">
                              <a:latin typeface="Cambria Math"/>
                            </a:rPr>
                            <m:t>…, </m:t>
                          </m:r>
                          <m:d>
                            <m:dPr>
                              <m:begChr m:val="["/>
                              <m:endChr m:val="]"/>
                              <m:ctrlPr>
                                <a:rPr lang="en-US" sz="2400" i="1">
                                  <a:latin typeface="Cambria Math" panose="02040503050406030204" pitchFamily="18" charset="0"/>
                                </a:rPr>
                              </m:ctrlPr>
                            </m:dPr>
                            <m:e>
                              <m:r>
                                <a:rPr lang="en-US" sz="2400" i="1">
                                  <a:latin typeface="Cambria Math"/>
                                </a:rPr>
                                <m:t>∗, </m:t>
                              </m:r>
                              <m:r>
                                <a:rPr lang="en-US" sz="2400" i="1">
                                  <a:latin typeface="Cambria Math"/>
                                </a:rPr>
                                <m:t>𝐾𝑜𝑡𝑜𝑟</m:t>
                              </m:r>
                            </m:e>
                          </m:d>
                        </m:e>
                      </m:d>
                      <m:r>
                        <a:rPr lang="en-US" sz="2400" i="1">
                          <a:latin typeface="Cambria Math"/>
                        </a:rPr>
                        <m:t>→</m:t>
                      </m:r>
                      <m:r>
                        <a:rPr lang="en-US" sz="2400" i="1">
                          <a:latin typeface="Cambria Math"/>
                        </a:rPr>
                        <m:t>𝐷𝑜𝑆𝑒𝑑𝑜𝑡</m:t>
                      </m:r>
                    </m:oMath>
                  </m:oMathPara>
                </a14:m>
                <a:endParaRPr lang="en-US" sz="2400" i="1" dirty="0"/>
              </a:p>
              <a:p>
                <a:pPr lvl="0"/>
                <a14:m>
                  <m:oMathPara xmlns:m="http://schemas.openxmlformats.org/officeDocument/2006/math">
                    <m:oMathParaPr>
                      <m:jc m:val="left"/>
                    </m:oMathParaPr>
                    <m:oMath xmlns:m="http://schemas.openxmlformats.org/officeDocument/2006/math">
                      <m:r>
                        <a:rPr lang="en-US" sz="2400" i="1">
                          <a:latin typeface="Cambria Math"/>
                        </a:rPr>
                        <m:t>𝑓</m:t>
                      </m:r>
                      <m:r>
                        <a:rPr lang="en-US" sz="2400" i="1">
                          <a:latin typeface="Cambria Math"/>
                        </a:rPr>
                        <m:t>(</m:t>
                      </m:r>
                      <m:d>
                        <m:dPr>
                          <m:begChr m:val="{"/>
                          <m:endChr m:val="}"/>
                          <m:ctrlPr>
                            <a:rPr lang="en-US" sz="2400" i="1">
                              <a:latin typeface="Cambria Math" panose="02040503050406030204" pitchFamily="18" charset="0"/>
                            </a:rPr>
                          </m:ctrlPr>
                        </m:dPr>
                        <m:e>
                          <m:r>
                            <a:rPr lang="en-US" sz="2400" i="1">
                              <a:latin typeface="Cambria Math"/>
                            </a:rPr>
                            <m:t>…, </m:t>
                          </m:r>
                          <m:d>
                            <m:dPr>
                              <m:begChr m:val="["/>
                              <m:endChr m:val="]"/>
                              <m:ctrlPr>
                                <a:rPr lang="en-US" sz="2400" i="1">
                                  <a:latin typeface="Cambria Math" panose="02040503050406030204" pitchFamily="18" charset="0"/>
                                </a:rPr>
                              </m:ctrlPr>
                            </m:dPr>
                            <m:e>
                              <m:r>
                                <a:rPr lang="en-US" sz="2400" i="1">
                                  <a:latin typeface="Cambria Math"/>
                                </a:rPr>
                                <m:t>𝐴</m:t>
                              </m:r>
                              <m:r>
                                <a:rPr lang="en-US" sz="2400" i="1">
                                  <a:latin typeface="Cambria Math"/>
                                </a:rPr>
                                <m:t>, </m:t>
                              </m:r>
                              <m:r>
                                <a:rPr lang="en-US" sz="2400" i="1">
                                  <a:latin typeface="Cambria Math"/>
                                </a:rPr>
                                <m:t>𝐵𝑒𝑟𝑠𝑖h</m:t>
                              </m:r>
                            </m:e>
                          </m:d>
                        </m:e>
                      </m:d>
                      <m:r>
                        <a:rPr lang="en-US" sz="2400" i="1">
                          <a:latin typeface="Cambria Math"/>
                        </a:rPr>
                        <m:t>→</m:t>
                      </m:r>
                      <m:r>
                        <a:rPr lang="en-US" sz="2400" i="1">
                          <a:latin typeface="Cambria Math"/>
                        </a:rPr>
                        <m:t>𝐷𝑜𝐾𝑒𝐾𝑎𝑛𝑎𝑛</m:t>
                      </m:r>
                    </m:oMath>
                  </m:oMathPara>
                </a14:m>
                <a:endParaRPr lang="en-US" sz="2400" i="1" dirty="0"/>
              </a:p>
              <a:p>
                <a:pPr lvl="0"/>
                <a14:m>
                  <m:oMathPara xmlns:m="http://schemas.openxmlformats.org/officeDocument/2006/math">
                    <m:oMathParaPr>
                      <m:jc m:val="left"/>
                    </m:oMathParaPr>
                    <m:oMath xmlns:m="http://schemas.openxmlformats.org/officeDocument/2006/math">
                      <m:r>
                        <a:rPr lang="en-US" sz="2400" i="1">
                          <a:latin typeface="Cambria Math"/>
                        </a:rPr>
                        <m:t>𝑓</m:t>
                      </m:r>
                      <m:r>
                        <a:rPr lang="en-US" sz="2400" i="1">
                          <a:latin typeface="Cambria Math"/>
                        </a:rPr>
                        <m:t>(</m:t>
                      </m:r>
                      <m:d>
                        <m:dPr>
                          <m:begChr m:val="{"/>
                          <m:endChr m:val="}"/>
                          <m:ctrlPr>
                            <a:rPr lang="en-US" sz="2400" i="1">
                              <a:latin typeface="Cambria Math" panose="02040503050406030204" pitchFamily="18" charset="0"/>
                            </a:rPr>
                          </m:ctrlPr>
                        </m:dPr>
                        <m:e>
                          <m:r>
                            <a:rPr lang="en-US" sz="2400" i="1">
                              <a:latin typeface="Cambria Math"/>
                            </a:rPr>
                            <m:t>…, </m:t>
                          </m:r>
                          <m:d>
                            <m:dPr>
                              <m:begChr m:val="["/>
                              <m:endChr m:val="]"/>
                              <m:ctrlPr>
                                <a:rPr lang="en-US" sz="2400" i="1">
                                  <a:latin typeface="Cambria Math" panose="02040503050406030204" pitchFamily="18" charset="0"/>
                                </a:rPr>
                              </m:ctrlPr>
                            </m:dPr>
                            <m:e>
                              <m:r>
                                <a:rPr lang="en-US" sz="2400" i="1">
                                  <a:latin typeface="Cambria Math"/>
                                </a:rPr>
                                <m:t>𝐵</m:t>
                              </m:r>
                              <m:r>
                                <a:rPr lang="en-US" sz="2400" i="1">
                                  <a:latin typeface="Cambria Math"/>
                                </a:rPr>
                                <m:t>, </m:t>
                              </m:r>
                              <m:r>
                                <a:rPr lang="en-US" sz="2400" i="1">
                                  <a:latin typeface="Cambria Math"/>
                                </a:rPr>
                                <m:t>𝐵𝑒𝑟𝑠𝑖h</m:t>
                              </m:r>
                            </m:e>
                          </m:d>
                        </m:e>
                      </m:d>
                      <m:r>
                        <a:rPr lang="en-US" sz="2400" i="1">
                          <a:latin typeface="Cambria Math"/>
                        </a:rPr>
                        <m:t>→</m:t>
                      </m:r>
                      <m:r>
                        <a:rPr lang="en-US" sz="2400" i="1">
                          <a:latin typeface="Cambria Math"/>
                        </a:rPr>
                        <m:t>𝐷𝑜𝐾𝑒𝐾𝑖𝑟𝑖</m:t>
                      </m:r>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1108363" y="2331720"/>
                <a:ext cx="4744953" cy="1200329"/>
              </a:xfrm>
              <a:prstGeom prst="rect">
                <a:avLst/>
              </a:prstGeom>
              <a:blipFill>
                <a:blip r:embed="rId2"/>
                <a:stretch>
                  <a:fillRect l="-1157" b="-7143"/>
                </a:stretch>
              </a:blipFill>
            </p:spPr>
            <p:txBody>
              <a:bodyPr/>
              <a:lstStyle/>
              <a:p>
                <a:r>
                  <a:rPr lang="en-ID">
                    <a:noFill/>
                  </a:rPr>
                  <a:t> </a:t>
                </a:r>
              </a:p>
            </p:txBody>
          </p:sp>
        </mc:Fallback>
      </mc:AlternateContent>
      <p:sp>
        <p:nvSpPr>
          <p:cNvPr id="6" name="Rounded Rectangle 5"/>
          <p:cNvSpPr/>
          <p:nvPr/>
        </p:nvSpPr>
        <p:spPr>
          <a:xfrm>
            <a:off x="883920" y="3886200"/>
            <a:ext cx="6508224" cy="64008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en-US" sz="2400" dirty="0"/>
              <a:t>Agent function : </a:t>
            </a:r>
            <a:r>
              <a:rPr lang="en-US" sz="2400" dirty="0" err="1"/>
              <a:t>AgenRajin</a:t>
            </a:r>
            <a:r>
              <a:rPr lang="en-US" sz="2400" baseline="30000" dirty="0" err="1"/>
              <a:t>TM</a:t>
            </a:r>
            <a:endParaRPr lang="en-US" sz="2400" dirty="0"/>
          </a:p>
        </p:txBody>
      </p:sp>
      <p:sp>
        <p:nvSpPr>
          <p:cNvPr id="7" name="TextBox 6"/>
          <p:cNvSpPr txBox="1"/>
          <p:nvPr/>
        </p:nvSpPr>
        <p:spPr>
          <a:xfrm>
            <a:off x="875606" y="4626033"/>
            <a:ext cx="7725192" cy="1631216"/>
          </a:xfrm>
          <a:prstGeom prst="rect">
            <a:avLst/>
          </a:prstGeom>
          <a:noFill/>
        </p:spPr>
        <p:txBody>
          <a:bodyPr wrap="none" rtlCol="0">
            <a:spAutoFit/>
          </a:bodyPr>
          <a:lstStyle/>
          <a:p>
            <a:pPr lvl="0"/>
            <a:r>
              <a:rPr lang="en-US" sz="2000" b="1" dirty="0">
                <a:latin typeface="Courier New" pitchFamily="49" charset="0"/>
                <a:cs typeface="Courier New" pitchFamily="49" charset="0"/>
              </a:rPr>
              <a:t>function</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AgenRajin</a:t>
            </a:r>
            <a:r>
              <a:rPr lang="en-US" sz="2000" dirty="0">
                <a:latin typeface="Courier New" pitchFamily="49" charset="0"/>
                <a:cs typeface="Courier New" pitchFamily="49" charset="0"/>
              </a:rPr>
              <a:t> (status, </a:t>
            </a:r>
            <a:r>
              <a:rPr lang="en-US" sz="2000" dirty="0" err="1">
                <a:latin typeface="Courier New" pitchFamily="49" charset="0"/>
                <a:cs typeface="Courier New" pitchFamily="49" charset="0"/>
              </a:rPr>
              <a:t>lokasi</a:t>
            </a:r>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return</a:t>
            </a:r>
            <a:r>
              <a:rPr lang="en-US" sz="2000" dirty="0">
                <a:latin typeface="Courier New" pitchFamily="49" charset="0"/>
                <a:cs typeface="Courier New" pitchFamily="49" charset="0"/>
              </a:rPr>
              <a:t> action</a:t>
            </a:r>
          </a:p>
          <a:p>
            <a:pPr lvl="1"/>
            <a:r>
              <a:rPr lang="en-US" sz="2000" b="1" dirty="0">
                <a:latin typeface="Courier New" pitchFamily="49" charset="0"/>
                <a:cs typeface="Courier New" pitchFamily="49" charset="0"/>
              </a:rPr>
              <a:t>if</a:t>
            </a:r>
            <a:r>
              <a:rPr lang="en-US" sz="2000" dirty="0">
                <a:latin typeface="Courier New" pitchFamily="49" charset="0"/>
                <a:cs typeface="Courier New" pitchFamily="49" charset="0"/>
              </a:rPr>
              <a:t> status = </a:t>
            </a:r>
            <a:r>
              <a:rPr lang="en-US" sz="2000" dirty="0" err="1">
                <a:latin typeface="Courier New" pitchFamily="49" charset="0"/>
                <a:cs typeface="Courier New" pitchFamily="49" charset="0"/>
              </a:rPr>
              <a:t>kotor</a:t>
            </a:r>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then</a:t>
            </a:r>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return</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DoSedot</a:t>
            </a:r>
            <a:endParaRPr lang="en-US" sz="2000" dirty="0">
              <a:latin typeface="Courier New" pitchFamily="49" charset="0"/>
              <a:cs typeface="Courier New" pitchFamily="49" charset="0"/>
            </a:endParaRPr>
          </a:p>
          <a:p>
            <a:pPr lvl="1"/>
            <a:r>
              <a:rPr lang="en-US" sz="2000" b="1" dirty="0">
                <a:latin typeface="Courier New" pitchFamily="49" charset="0"/>
                <a:cs typeface="Courier New" pitchFamily="49" charset="0"/>
              </a:rPr>
              <a:t>else</a:t>
            </a:r>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if</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lokasi</a:t>
            </a:r>
            <a:r>
              <a:rPr lang="en-US" sz="2000" dirty="0">
                <a:latin typeface="Courier New" pitchFamily="49" charset="0"/>
                <a:cs typeface="Courier New" pitchFamily="49" charset="0"/>
              </a:rPr>
              <a:t> = A </a:t>
            </a:r>
            <a:r>
              <a:rPr lang="en-US" sz="2000" b="1" dirty="0">
                <a:latin typeface="Courier New" pitchFamily="49" charset="0"/>
                <a:cs typeface="Courier New" pitchFamily="49" charset="0"/>
              </a:rPr>
              <a:t>then</a:t>
            </a:r>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return</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DoKeKanan</a:t>
            </a:r>
            <a:endParaRPr lang="en-US" sz="2000" dirty="0">
              <a:latin typeface="Courier New" pitchFamily="49" charset="0"/>
              <a:cs typeface="Courier New" pitchFamily="49" charset="0"/>
            </a:endParaRPr>
          </a:p>
          <a:p>
            <a:pPr lvl="1"/>
            <a:r>
              <a:rPr lang="en-US" sz="2000" b="1" dirty="0">
                <a:latin typeface="Courier New" pitchFamily="49" charset="0"/>
                <a:cs typeface="Courier New" pitchFamily="49" charset="0"/>
              </a:rPr>
              <a:t>else</a:t>
            </a:r>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return</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DoKeKiri</a:t>
            </a:r>
            <a:endParaRPr lang="en-US" sz="2000" dirty="0">
              <a:latin typeface="Courier New" pitchFamily="49" charset="0"/>
              <a:cs typeface="Courier New" pitchFamily="49" charset="0"/>
            </a:endParaRPr>
          </a:p>
          <a:p>
            <a:endParaRPr lang="en-US" sz="2000" dirty="0">
              <a:latin typeface="Courier New" pitchFamily="49" charset="0"/>
              <a:cs typeface="Courier New" pitchFamily="49" charset="0"/>
            </a:endParaRPr>
          </a:p>
        </p:txBody>
      </p:sp>
      <p:sp>
        <p:nvSpPr>
          <p:cNvPr id="3" name="Title 2"/>
          <p:cNvSpPr>
            <a:spLocks noGrp="1"/>
          </p:cNvSpPr>
          <p:nvPr>
            <p:ph type="title"/>
          </p:nvPr>
        </p:nvSpPr>
        <p:spPr/>
        <p:txBody>
          <a:bodyPr/>
          <a:lstStyle/>
          <a:p>
            <a:r>
              <a:rPr lang="en-US"/>
              <a:t>Contoh Agen : AgenRajin</a:t>
            </a:r>
            <a:r>
              <a:rPr lang="en-US" baseline="30000"/>
              <a:t>TM</a:t>
            </a:r>
            <a:endParaRPr lang="en-ID"/>
          </a:p>
        </p:txBody>
      </p:sp>
      <p:sp>
        <p:nvSpPr>
          <p:cNvPr id="2" name="Slide Number Placeholder 1">
            <a:extLst>
              <a:ext uri="{FF2B5EF4-FFF2-40B4-BE49-F238E27FC236}">
                <a16:creationId xmlns:a16="http://schemas.microsoft.com/office/drawing/2014/main" id="{101691C1-662E-5F90-9250-CA4306B351E0}"/>
              </a:ext>
            </a:extLst>
          </p:cNvPr>
          <p:cNvSpPr>
            <a:spLocks noGrp="1"/>
          </p:cNvSpPr>
          <p:nvPr>
            <p:ph type="sldNum" sz="quarter" idx="12"/>
          </p:nvPr>
        </p:nvSpPr>
        <p:spPr/>
        <p:txBody>
          <a:bodyPr/>
          <a:lstStyle/>
          <a:p>
            <a:fld id="{CAD34C56-3DE2-4A4D-9227-67C03E05E467}" type="slidenum">
              <a:rPr lang="en-ID" smtClean="0"/>
              <a:t>36</a:t>
            </a:fld>
            <a:endParaRPr lang="en-ID"/>
          </a:p>
        </p:txBody>
      </p:sp>
    </p:spTree>
    <p:extLst>
      <p:ext uri="{BB962C8B-B14F-4D97-AF65-F5344CB8AC3E}">
        <p14:creationId xmlns:p14="http://schemas.microsoft.com/office/powerpoint/2010/main" val="35229377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867294" y="1641169"/>
            <a:ext cx="6768969" cy="64008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a:r>
              <a:rPr lang="en-US" sz="2800" dirty="0">
                <a:latin typeface="Calibri" panose="020F0502020204030204" pitchFamily="34" charset="0"/>
                <a:cs typeface="Calibri" panose="020F0502020204030204" pitchFamily="34" charset="0"/>
              </a:rPr>
              <a:t>Agent function : </a:t>
            </a:r>
            <a:r>
              <a:rPr lang="en-US" sz="2800" dirty="0" err="1">
                <a:latin typeface="Calibri" panose="020F0502020204030204" pitchFamily="34" charset="0"/>
                <a:cs typeface="Calibri" panose="020F0502020204030204" pitchFamily="34" charset="0"/>
              </a:rPr>
              <a:t>AgenMalas</a:t>
            </a:r>
            <a:r>
              <a:rPr lang="en-US" sz="2800" baseline="30000" dirty="0" err="1">
                <a:latin typeface="Calibri" panose="020F0502020204030204" pitchFamily="34" charset="0"/>
                <a:cs typeface="Calibri" panose="020F0502020204030204" pitchFamily="34" charset="0"/>
              </a:rPr>
              <a:t>TM</a:t>
            </a:r>
            <a:endParaRPr lang="en-US" sz="2800" dirty="0">
              <a:latin typeface="Calibri" panose="020F0502020204030204" pitchFamily="34" charset="0"/>
              <a:cs typeface="Calibri" panose="020F0502020204030204" pitchFamily="34" charset="0"/>
            </a:endParaRPr>
          </a:p>
        </p:txBody>
      </p:sp>
      <p:sp>
        <p:nvSpPr>
          <p:cNvPr id="7" name="TextBox 6"/>
          <p:cNvSpPr txBox="1"/>
          <p:nvPr/>
        </p:nvSpPr>
        <p:spPr>
          <a:xfrm>
            <a:off x="925483" y="2404408"/>
            <a:ext cx="5409494" cy="1631216"/>
          </a:xfrm>
          <a:prstGeom prst="rect">
            <a:avLst/>
          </a:prstGeom>
          <a:noFill/>
          <a:ln>
            <a:solidFill>
              <a:schemeClr val="accent1"/>
            </a:solidFill>
          </a:ln>
        </p:spPr>
        <p:txBody>
          <a:bodyPr wrap="none" rtlCol="0">
            <a:spAutoFit/>
          </a:bodyPr>
          <a:lstStyle/>
          <a:p>
            <a:pPr lvl="0"/>
            <a:r>
              <a:rPr lang="en-US" sz="2000" b="1" dirty="0">
                <a:latin typeface="Calibri" panose="020F0502020204030204" pitchFamily="34" charset="0"/>
                <a:cs typeface="Calibri" panose="020F0502020204030204" pitchFamily="34" charset="0"/>
              </a:rPr>
              <a:t>function</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AgenMalas</a:t>
            </a:r>
            <a:r>
              <a:rPr lang="en-US" sz="2000" dirty="0">
                <a:latin typeface="Calibri" panose="020F0502020204030204" pitchFamily="34" charset="0"/>
                <a:cs typeface="Calibri" panose="020F0502020204030204" pitchFamily="34" charset="0"/>
              </a:rPr>
              <a:t> (status, </a:t>
            </a:r>
            <a:r>
              <a:rPr lang="en-US" sz="2000" dirty="0" err="1">
                <a:latin typeface="Calibri" panose="020F0502020204030204" pitchFamily="34" charset="0"/>
                <a:cs typeface="Calibri" panose="020F0502020204030204" pitchFamily="34" charset="0"/>
              </a:rPr>
              <a:t>lokasi</a:t>
            </a: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return</a:t>
            </a:r>
            <a:r>
              <a:rPr lang="en-US" sz="2000" dirty="0">
                <a:latin typeface="Calibri" panose="020F0502020204030204" pitchFamily="34" charset="0"/>
                <a:cs typeface="Calibri" panose="020F0502020204030204" pitchFamily="34" charset="0"/>
              </a:rPr>
              <a:t> action</a:t>
            </a:r>
          </a:p>
          <a:p>
            <a:pPr lvl="1"/>
            <a:r>
              <a:rPr lang="en-US" sz="2000" b="1" dirty="0">
                <a:latin typeface="Calibri" panose="020F0502020204030204" pitchFamily="34" charset="0"/>
                <a:cs typeface="Calibri" panose="020F0502020204030204" pitchFamily="34" charset="0"/>
              </a:rPr>
              <a:t>if</a:t>
            </a:r>
            <a:r>
              <a:rPr lang="en-US" sz="2000" dirty="0">
                <a:latin typeface="Calibri" panose="020F0502020204030204" pitchFamily="34" charset="0"/>
                <a:cs typeface="Calibri" panose="020F0502020204030204" pitchFamily="34" charset="0"/>
              </a:rPr>
              <a:t> status = </a:t>
            </a:r>
            <a:r>
              <a:rPr lang="en-US" sz="2000" dirty="0" err="1">
                <a:latin typeface="Calibri" panose="020F0502020204030204" pitchFamily="34" charset="0"/>
                <a:cs typeface="Calibri" panose="020F0502020204030204" pitchFamily="34" charset="0"/>
              </a:rPr>
              <a:t>kotor</a:t>
            </a: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then</a:t>
            </a: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return</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DoSedot</a:t>
            </a:r>
            <a:endParaRPr lang="en-US" sz="2000" dirty="0">
              <a:latin typeface="Calibri" panose="020F0502020204030204" pitchFamily="34" charset="0"/>
              <a:cs typeface="Calibri" panose="020F0502020204030204" pitchFamily="34" charset="0"/>
            </a:endParaRPr>
          </a:p>
          <a:p>
            <a:pPr lvl="1"/>
            <a:r>
              <a:rPr lang="en-US" sz="2000" b="1" dirty="0">
                <a:latin typeface="Calibri" panose="020F0502020204030204" pitchFamily="34" charset="0"/>
                <a:cs typeface="Calibri" panose="020F0502020204030204" pitchFamily="34" charset="0"/>
              </a:rPr>
              <a:t>else</a:t>
            </a: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if</a:t>
            </a:r>
            <a:r>
              <a:rPr lang="en-US" sz="2000" dirty="0">
                <a:latin typeface="Calibri" panose="020F0502020204030204" pitchFamily="34" charset="0"/>
                <a:cs typeface="Calibri" panose="020F0502020204030204" pitchFamily="34" charset="0"/>
              </a:rPr>
              <a:t> random(1.0)≥ 0.8 </a:t>
            </a:r>
            <a:r>
              <a:rPr lang="en-US" sz="2000" b="1" dirty="0">
                <a:latin typeface="Calibri" panose="020F0502020204030204" pitchFamily="34" charset="0"/>
                <a:cs typeface="Calibri" panose="020F0502020204030204" pitchFamily="34" charset="0"/>
              </a:rPr>
              <a:t>then</a:t>
            </a: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return</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DoSantai</a:t>
            </a:r>
            <a:endParaRPr lang="en-US" sz="2000" dirty="0">
              <a:latin typeface="Calibri" panose="020F0502020204030204" pitchFamily="34" charset="0"/>
              <a:cs typeface="Calibri" panose="020F0502020204030204" pitchFamily="34" charset="0"/>
            </a:endParaRPr>
          </a:p>
          <a:p>
            <a:pPr lvl="1"/>
            <a:r>
              <a:rPr lang="en-US" sz="2000" b="1" dirty="0">
                <a:latin typeface="Calibri" panose="020F0502020204030204" pitchFamily="34" charset="0"/>
                <a:cs typeface="Calibri" panose="020F0502020204030204" pitchFamily="34" charset="0"/>
              </a:rPr>
              <a:t>else if </a:t>
            </a:r>
            <a:r>
              <a:rPr lang="en-US" sz="2000" dirty="0" err="1">
                <a:latin typeface="Calibri" panose="020F0502020204030204" pitchFamily="34" charset="0"/>
                <a:cs typeface="Calibri" panose="020F0502020204030204" pitchFamily="34" charset="0"/>
              </a:rPr>
              <a:t>lokasi</a:t>
            </a:r>
            <a:r>
              <a:rPr lang="en-US" sz="2000" dirty="0">
                <a:latin typeface="Calibri" panose="020F0502020204030204" pitchFamily="34" charset="0"/>
                <a:cs typeface="Calibri" panose="020F0502020204030204" pitchFamily="34" charset="0"/>
              </a:rPr>
              <a:t> = A </a:t>
            </a:r>
            <a:r>
              <a:rPr lang="en-US" sz="2000" b="1" dirty="0">
                <a:latin typeface="Calibri" panose="020F0502020204030204" pitchFamily="34" charset="0"/>
                <a:cs typeface="Calibri" panose="020F0502020204030204" pitchFamily="34" charset="0"/>
              </a:rPr>
              <a:t>then return </a:t>
            </a:r>
            <a:r>
              <a:rPr lang="en-US" sz="2000" dirty="0" err="1">
                <a:latin typeface="Calibri" panose="020F0502020204030204" pitchFamily="34" charset="0"/>
                <a:cs typeface="Calibri" panose="020F0502020204030204" pitchFamily="34" charset="0"/>
              </a:rPr>
              <a:t>DoKeKanan</a:t>
            </a:r>
            <a:endParaRPr lang="en-US" sz="2000" b="1" dirty="0">
              <a:latin typeface="Calibri" panose="020F0502020204030204" pitchFamily="34" charset="0"/>
              <a:cs typeface="Calibri" panose="020F0502020204030204" pitchFamily="34" charset="0"/>
            </a:endParaRPr>
          </a:p>
          <a:p>
            <a:pPr lvl="1"/>
            <a:r>
              <a:rPr lang="en-US" sz="2000" b="1" dirty="0">
                <a:latin typeface="Calibri" panose="020F0502020204030204" pitchFamily="34" charset="0"/>
                <a:cs typeface="Calibri" panose="020F0502020204030204" pitchFamily="34" charset="0"/>
              </a:rPr>
              <a:t>else</a:t>
            </a:r>
            <a:r>
              <a:rPr lang="en-US" sz="2000" dirty="0">
                <a:latin typeface="Calibri" panose="020F0502020204030204" pitchFamily="34" charset="0"/>
                <a:cs typeface="Calibri" panose="020F0502020204030204" pitchFamily="34" charset="0"/>
              </a:rPr>
              <a:t> </a:t>
            </a:r>
            <a:r>
              <a:rPr lang="en-US" sz="2000" b="1" dirty="0">
                <a:latin typeface="Calibri" panose="020F0502020204030204" pitchFamily="34" charset="0"/>
                <a:cs typeface="Calibri" panose="020F0502020204030204" pitchFamily="34" charset="0"/>
              </a:rPr>
              <a:t>return</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DoKeKiri</a:t>
            </a:r>
            <a:endParaRPr lang="en-US" sz="2000" dirty="0">
              <a:latin typeface="Calibri" panose="020F0502020204030204" pitchFamily="34" charset="0"/>
              <a:cs typeface="Calibri" panose="020F0502020204030204" pitchFamily="34" charset="0"/>
            </a:endParaRPr>
          </a:p>
        </p:txBody>
      </p:sp>
      <p:sp>
        <p:nvSpPr>
          <p:cNvPr id="3" name="TextBox 2"/>
          <p:cNvSpPr txBox="1"/>
          <p:nvPr/>
        </p:nvSpPr>
        <p:spPr>
          <a:xfrm>
            <a:off x="867295" y="4343400"/>
            <a:ext cx="6768969" cy="400110"/>
          </a:xfrm>
          <a:prstGeom prst="rect">
            <a:avLst/>
          </a:prstGeom>
          <a:noFill/>
        </p:spPr>
        <p:txBody>
          <a:bodyPr wrap="none" rtlCol="0">
            <a:spAutoFit/>
          </a:bodyPr>
          <a:lstStyle/>
          <a:p>
            <a:r>
              <a:rPr lang="en-US" sz="2000" dirty="0" err="1">
                <a:latin typeface="Calibri" panose="020F0502020204030204" pitchFamily="34" charset="0"/>
                <a:cs typeface="Calibri" panose="020F0502020204030204" pitchFamily="34" charset="0"/>
              </a:rPr>
              <a:t>Manakah</a:t>
            </a:r>
            <a:r>
              <a:rPr lang="en-US" sz="2000" dirty="0">
                <a:latin typeface="Calibri" panose="020F0502020204030204" pitchFamily="34" charset="0"/>
                <a:cs typeface="Calibri" panose="020F0502020204030204" pitchFamily="34" charset="0"/>
              </a:rPr>
              <a:t> yang </a:t>
            </a:r>
            <a:r>
              <a:rPr lang="en-US" sz="2000" dirty="0" err="1">
                <a:latin typeface="Calibri" panose="020F0502020204030204" pitchFamily="34" charset="0"/>
                <a:cs typeface="Calibri" panose="020F0502020204030204" pitchFamily="34" charset="0"/>
              </a:rPr>
              <a:t>lebih</a:t>
            </a:r>
            <a:r>
              <a:rPr lang="en-US" sz="2000" dirty="0">
                <a:latin typeface="Calibri" panose="020F0502020204030204" pitchFamily="34" charset="0"/>
                <a:cs typeface="Calibri" panose="020F0502020204030204" pitchFamily="34" charset="0"/>
              </a:rPr>
              <a:t> </a:t>
            </a:r>
            <a:r>
              <a:rPr lang="en-US" sz="2000" dirty="0" err="1">
                <a:solidFill>
                  <a:srgbClr val="FF0000"/>
                </a:solidFill>
                <a:latin typeface="Calibri" panose="020F0502020204030204" pitchFamily="34" charset="0"/>
                <a:cs typeface="Calibri" panose="020F0502020204030204" pitchFamily="34" charset="0"/>
              </a:rPr>
              <a:t>rasional</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AgenRajin</a:t>
            </a:r>
            <a:r>
              <a:rPr lang="en-US" sz="2000" baseline="30000" dirty="0" err="1">
                <a:latin typeface="Calibri" panose="020F0502020204030204" pitchFamily="34" charset="0"/>
                <a:cs typeface="Calibri" panose="020F0502020204030204" pitchFamily="34" charset="0"/>
              </a:rPr>
              <a:t>TM</a:t>
            </a:r>
            <a:r>
              <a:rPr lang="en-US" sz="2000" baseline="30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atau</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AgenMalas</a:t>
            </a:r>
            <a:r>
              <a:rPr lang="en-US" sz="2000" baseline="30000" dirty="0" err="1">
                <a:latin typeface="Calibri" panose="020F0502020204030204" pitchFamily="34" charset="0"/>
                <a:cs typeface="Calibri" panose="020F0502020204030204" pitchFamily="34" charset="0"/>
              </a:rPr>
              <a:t>TM</a:t>
            </a:r>
            <a:r>
              <a:rPr lang="en-US" sz="2000" dirty="0">
                <a:latin typeface="Calibri" panose="020F0502020204030204" pitchFamily="34" charset="0"/>
                <a:cs typeface="Calibri" panose="020F0502020204030204" pitchFamily="34" charset="0"/>
              </a:rPr>
              <a:t>? </a:t>
            </a:r>
          </a:p>
        </p:txBody>
      </p:sp>
      <p:sp>
        <p:nvSpPr>
          <p:cNvPr id="8" name="TextBox 7"/>
          <p:cNvSpPr txBox="1"/>
          <p:nvPr/>
        </p:nvSpPr>
        <p:spPr>
          <a:xfrm>
            <a:off x="925483" y="4786599"/>
            <a:ext cx="10162919" cy="1631216"/>
          </a:xfrm>
          <a:prstGeom prst="rect">
            <a:avLst/>
          </a:prstGeom>
          <a:noFill/>
        </p:spPr>
        <p:txBody>
          <a:bodyPr wrap="square" rtlCol="0">
            <a:spAutoFit/>
          </a:bodyPr>
          <a:lstStyle/>
          <a:p>
            <a:r>
              <a:rPr lang="en-US" sz="2000" dirty="0" err="1">
                <a:latin typeface="Calibri" panose="020F0502020204030204" pitchFamily="34" charset="0"/>
                <a:cs typeface="Calibri" panose="020F0502020204030204" pitchFamily="34" charset="0"/>
              </a:rPr>
              <a:t>Tergantung</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dari</a:t>
            </a:r>
            <a:r>
              <a:rPr lang="en-US" sz="2000" dirty="0">
                <a:latin typeface="Calibri" panose="020F0502020204030204" pitchFamily="34" charset="0"/>
                <a:cs typeface="Calibri" panose="020F0502020204030204" pitchFamily="34" charset="0"/>
              </a:rPr>
              <a:t> :</a:t>
            </a:r>
          </a:p>
          <a:p>
            <a:pPr marL="342900" indent="-342900">
              <a:buFont typeface="Arial" pitchFamily="34" charset="0"/>
              <a:buChar char="•"/>
            </a:pPr>
            <a:r>
              <a:rPr lang="en-US" sz="2000" dirty="0" err="1">
                <a:latin typeface="Calibri" panose="020F0502020204030204" pitchFamily="34" charset="0"/>
                <a:cs typeface="Calibri" panose="020F0502020204030204" pitchFamily="34" charset="0"/>
              </a:rPr>
              <a:t>Penjabaran</a:t>
            </a:r>
            <a:r>
              <a:rPr lang="en-US" sz="2000" dirty="0">
                <a:latin typeface="Calibri" panose="020F0502020204030204" pitchFamily="34" charset="0"/>
                <a:cs typeface="Calibri" panose="020F0502020204030204" pitchFamily="34" charset="0"/>
              </a:rPr>
              <a:t> goal “</a:t>
            </a:r>
            <a:r>
              <a:rPr lang="en-US" sz="2000" dirty="0" err="1">
                <a:latin typeface="Calibri" panose="020F0502020204030204" pitchFamily="34" charset="0"/>
                <a:cs typeface="Calibri" panose="020F0502020204030204" pitchFamily="34" charset="0"/>
              </a:rPr>
              <a:t>menjaga</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kebersihan</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Apa</a:t>
            </a:r>
            <a:r>
              <a:rPr lang="en-US" sz="2000" dirty="0">
                <a:latin typeface="Calibri" panose="020F0502020204030204" pitchFamily="34" charset="0"/>
                <a:cs typeface="Calibri" panose="020F0502020204030204" pitchFamily="34" charset="0"/>
              </a:rPr>
              <a:t> </a:t>
            </a:r>
            <a:r>
              <a:rPr lang="sv-SE" sz="2000" dirty="0">
                <a:latin typeface="Calibri" panose="020F0502020204030204" pitchFamily="34" charset="0"/>
                <a:cs typeface="Calibri" panose="020F0502020204030204" pitchFamily="34" charset="0"/>
              </a:rPr>
              <a:t>performance measure-nya? Apa harus hemat energi?</a:t>
            </a:r>
          </a:p>
          <a:p>
            <a:pPr marL="342900" indent="-342900">
              <a:buFont typeface="Arial" pitchFamily="34" charset="0"/>
              <a:buChar char="•"/>
            </a:pPr>
            <a:r>
              <a:rPr lang="en-US" sz="2000" dirty="0" err="1">
                <a:latin typeface="Calibri" panose="020F0502020204030204" pitchFamily="34" charset="0"/>
                <a:cs typeface="Calibri" panose="020F0502020204030204" pitchFamily="34" charset="0"/>
              </a:rPr>
              <a:t>Sifat</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lingkungan</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apakah</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ruangan</a:t>
            </a:r>
            <a:r>
              <a:rPr lang="en-US" sz="2000" dirty="0">
                <a:latin typeface="Calibri" panose="020F0502020204030204" pitchFamily="34" charset="0"/>
                <a:cs typeface="Calibri" panose="020F0502020204030204" pitchFamily="34" charset="0"/>
              </a:rPr>
              <a:t> yang </a:t>
            </a:r>
            <a:r>
              <a:rPr lang="en-US" sz="2000" dirty="0" err="1">
                <a:latin typeface="Calibri" panose="020F0502020204030204" pitchFamily="34" charset="0"/>
                <a:cs typeface="Calibri" panose="020F0502020204030204" pitchFamily="34" charset="0"/>
              </a:rPr>
              <a:t>sudah</a:t>
            </a:r>
            <a:r>
              <a:rPr lang="en-US" sz="2000" dirty="0">
                <a:latin typeface="Calibri" panose="020F0502020204030204" pitchFamily="34" charset="0"/>
                <a:cs typeface="Calibri" panose="020F0502020204030204" pitchFamily="34" charset="0"/>
              </a:rPr>
              <a:t> </a:t>
            </a:r>
            <a:r>
              <a:rPr lang="sv-SE" sz="2000" dirty="0">
                <a:latin typeface="Calibri" panose="020F0502020204030204" pitchFamily="34" charset="0"/>
                <a:cs typeface="Calibri" panose="020F0502020204030204" pitchFamily="34" charset="0"/>
              </a:rPr>
              <a:t>dibersihkan bisa kotor lagi? seberapa cepat/sering?</a:t>
            </a:r>
            <a:endParaRPr lang="en-US" sz="2000" dirty="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p:txBody>
          <a:bodyPr/>
          <a:lstStyle/>
          <a:p>
            <a:r>
              <a:rPr lang="en-US"/>
              <a:t>Contoh Agen lainnya : AgenMalas</a:t>
            </a:r>
            <a:r>
              <a:rPr lang="en-US" baseline="30000"/>
              <a:t>TM</a:t>
            </a:r>
            <a:endParaRPr lang="en-ID"/>
          </a:p>
        </p:txBody>
      </p:sp>
      <p:sp>
        <p:nvSpPr>
          <p:cNvPr id="2" name="Slide Number Placeholder 1">
            <a:extLst>
              <a:ext uri="{FF2B5EF4-FFF2-40B4-BE49-F238E27FC236}">
                <a16:creationId xmlns:a16="http://schemas.microsoft.com/office/drawing/2014/main" id="{38F4CEBD-634E-D742-EA49-FEABE41DF6F8}"/>
              </a:ext>
            </a:extLst>
          </p:cNvPr>
          <p:cNvSpPr>
            <a:spLocks noGrp="1"/>
          </p:cNvSpPr>
          <p:nvPr>
            <p:ph type="sldNum" sz="quarter" idx="12"/>
          </p:nvPr>
        </p:nvSpPr>
        <p:spPr/>
        <p:txBody>
          <a:bodyPr/>
          <a:lstStyle/>
          <a:p>
            <a:fld id="{CAD34C56-3DE2-4A4D-9227-67C03E05E467}" type="slidenum">
              <a:rPr lang="en-ID" smtClean="0"/>
              <a:t>37</a:t>
            </a:fld>
            <a:endParaRPr lang="en-ID"/>
          </a:p>
        </p:txBody>
      </p:sp>
    </p:spTree>
    <p:extLst>
      <p:ext uri="{BB962C8B-B14F-4D97-AF65-F5344CB8AC3E}">
        <p14:creationId xmlns:p14="http://schemas.microsoft.com/office/powerpoint/2010/main" val="39045607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59242"/>
          </a:xfrm>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en-ID" dirty="0" err="1"/>
              <a:t>Contoh</a:t>
            </a:r>
            <a:endParaRPr lang="id-ID" dirty="0"/>
          </a:p>
        </p:txBody>
      </p:sp>
      <p:grpSp>
        <p:nvGrpSpPr>
          <p:cNvPr id="15364" name="Group 1"/>
          <p:cNvGrpSpPr/>
          <p:nvPr/>
        </p:nvGrpSpPr>
        <p:grpSpPr>
          <a:xfrm>
            <a:off x="677334" y="1578037"/>
            <a:ext cx="9223615" cy="4325144"/>
            <a:chOff x="788988" y="2205038"/>
            <a:chExt cx="7559675" cy="3544887"/>
          </a:xfrm>
        </p:grpSpPr>
        <p:grpSp>
          <p:nvGrpSpPr>
            <p:cNvPr id="15365" name="Group 6"/>
            <p:cNvGrpSpPr/>
            <p:nvPr/>
          </p:nvGrpSpPr>
          <p:grpSpPr>
            <a:xfrm>
              <a:off x="827088" y="2205038"/>
              <a:ext cx="7521575" cy="2376487"/>
              <a:chOff x="827584" y="2204864"/>
              <a:chExt cx="7521217" cy="3406009"/>
            </a:xfrm>
          </p:grpSpPr>
          <p:pic>
            <p:nvPicPr>
              <p:cNvPr id="15367" name="Picture 2"/>
              <p:cNvPicPr>
                <a:picLocks noChangeAspect="1"/>
              </p:cNvPicPr>
              <p:nvPr/>
            </p:nvPicPr>
            <p:blipFill>
              <a:blip r:embed="rId2"/>
              <a:srcRect l="3311" t="3021"/>
              <a:stretch>
                <a:fillRect/>
              </a:stretch>
            </p:blipFill>
            <p:spPr>
              <a:xfrm>
                <a:off x="827584" y="2204864"/>
                <a:ext cx="7521217" cy="3393130"/>
              </a:xfrm>
              <a:prstGeom prst="rect">
                <a:avLst/>
              </a:prstGeom>
              <a:noFill/>
              <a:ln w="9525">
                <a:noFill/>
              </a:ln>
            </p:spPr>
          </p:pic>
          <p:cxnSp>
            <p:nvCxnSpPr>
              <p:cNvPr id="15368" name="Straight Connector 7"/>
              <p:cNvCxnSpPr/>
              <p:nvPr/>
            </p:nvCxnSpPr>
            <p:spPr>
              <a:xfrm>
                <a:off x="899018" y="5610873"/>
                <a:ext cx="7345013" cy="0"/>
              </a:xfrm>
              <a:prstGeom prst="line">
                <a:avLst/>
              </a:prstGeom>
              <a:ln w="12700" cap="flat" cmpd="sng">
                <a:solidFill>
                  <a:srgbClr val="000000"/>
                </a:solidFill>
                <a:prstDash val="solid"/>
                <a:headEnd type="none" w="med" len="med"/>
                <a:tailEnd type="none" w="med" len="med"/>
              </a:ln>
            </p:spPr>
          </p:cxnSp>
        </p:grpSp>
        <p:pic>
          <p:nvPicPr>
            <p:cNvPr id="15366" name="Picture 2"/>
            <p:cNvPicPr>
              <a:picLocks noChangeAspect="1"/>
            </p:cNvPicPr>
            <p:nvPr/>
          </p:nvPicPr>
          <p:blipFill>
            <a:blip r:embed="rId3"/>
            <a:stretch>
              <a:fillRect/>
            </a:stretch>
          </p:blipFill>
          <p:spPr>
            <a:xfrm>
              <a:off x="788988" y="4589463"/>
              <a:ext cx="7559675" cy="1160462"/>
            </a:xfrm>
            <a:prstGeom prst="rect">
              <a:avLst/>
            </a:prstGeom>
            <a:noFill/>
            <a:ln w="9525">
              <a:noFill/>
            </a:ln>
          </p:spPr>
        </p:pic>
      </p:grpSp>
      <p:sp>
        <p:nvSpPr>
          <p:cNvPr id="3" name="Slide Number Placeholder 2">
            <a:extLst>
              <a:ext uri="{FF2B5EF4-FFF2-40B4-BE49-F238E27FC236}">
                <a16:creationId xmlns:a16="http://schemas.microsoft.com/office/drawing/2014/main" id="{B426D5F3-9A26-1A8C-F564-A31A1CB47CC3}"/>
              </a:ext>
            </a:extLst>
          </p:cNvPr>
          <p:cNvSpPr>
            <a:spLocks noGrp="1"/>
          </p:cNvSpPr>
          <p:nvPr>
            <p:ph type="sldNum" sz="quarter" idx="12"/>
          </p:nvPr>
        </p:nvSpPr>
        <p:spPr/>
        <p:txBody>
          <a:bodyPr/>
          <a:lstStyle/>
          <a:p>
            <a:fld id="{CAD34C56-3DE2-4A4D-9227-67C03E05E467}" type="slidenum">
              <a:rPr lang="en-ID" smtClean="0"/>
              <a:t>38</a:t>
            </a:fld>
            <a:endParaRPr lang="en-ID"/>
          </a:p>
        </p:txBody>
      </p:sp>
    </p:spTree>
    <p:extLst>
      <p:ext uri="{BB962C8B-B14F-4D97-AF65-F5344CB8AC3E}">
        <p14:creationId xmlns:p14="http://schemas.microsoft.com/office/powerpoint/2010/main" val="1105360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455875"/>
          </a:xfrm>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id-ID" dirty="0"/>
              <a:t>Karakteristik Agen</a:t>
            </a:r>
          </a:p>
        </p:txBody>
      </p:sp>
      <p:sp>
        <p:nvSpPr>
          <p:cNvPr id="3" name="Content Placeholder 2"/>
          <p:cNvSpPr>
            <a:spLocks noGrp="1"/>
          </p:cNvSpPr>
          <p:nvPr>
            <p:ph idx="1"/>
          </p:nvPr>
        </p:nvSpPr>
        <p:spPr>
          <a:xfrm>
            <a:off x="677333" y="1280161"/>
            <a:ext cx="9603703" cy="4761202"/>
          </a:xfrm>
        </p:spPr>
        <p:txBody>
          <a:bodyPr vert="horz" wrap="square" lIns="91440" tIns="45720" rIns="91440" bIns="45720" numCol="1" rtlCol="0" anchor="t" anchorCtr="0" compatLnSpc="1">
            <a:prstTxWarp prst="textNoShape">
              <a:avLst/>
            </a:prstTxWarp>
            <a:noAutofit/>
          </a:bodyPr>
          <a:lstStyle/>
          <a:p>
            <a:pPr marL="571500" indent="-457200" fontAlgn="auto">
              <a:spcAft>
                <a:spcPts val="0"/>
              </a:spcAft>
              <a:buClr>
                <a:schemeClr val="accent1"/>
              </a:buClr>
              <a:buFont typeface="+mj-lt"/>
              <a:buAutoNum type="arabicPeriod"/>
              <a:defRPr/>
            </a:pPr>
            <a:r>
              <a:rPr lang="id-ID" sz="2800" dirty="0">
                <a:solidFill>
                  <a:srgbClr val="FF0000"/>
                </a:solidFill>
              </a:rPr>
              <a:t>Autonomous</a:t>
            </a:r>
            <a:endParaRPr lang="en-ID" sz="2800" dirty="0">
              <a:solidFill>
                <a:srgbClr val="FF0000"/>
              </a:solidFill>
            </a:endParaRPr>
          </a:p>
          <a:p>
            <a:pPr marL="539750" indent="0" fontAlgn="auto">
              <a:spcAft>
                <a:spcPts val="0"/>
              </a:spcAft>
              <a:buClr>
                <a:schemeClr val="accent1"/>
              </a:buClr>
              <a:buNone/>
              <a:defRPr/>
            </a:pPr>
            <a:r>
              <a:rPr lang="id-ID" sz="2800" dirty="0"/>
              <a:t>Agen berkemampuan untuk melakukan tugasnya dan mengambil keputusan secara mandiri tanpa adanya intervensi dari luar seperti agen lain, manusia ataupun entitas lain.</a:t>
            </a:r>
          </a:p>
          <a:p>
            <a:pPr marL="571500" indent="-457200" algn="just" fontAlgn="auto">
              <a:spcAft>
                <a:spcPts val="0"/>
              </a:spcAft>
              <a:buClr>
                <a:schemeClr val="accent1"/>
              </a:buClr>
              <a:buFont typeface="+mj-lt"/>
              <a:buAutoNum type="arabicPeriod" startAt="2"/>
              <a:defRPr/>
            </a:pPr>
            <a:r>
              <a:rPr lang="sv-SE" sz="2800" dirty="0">
                <a:solidFill>
                  <a:srgbClr val="FF0000"/>
                </a:solidFill>
              </a:rPr>
              <a:t>Reaktif</a:t>
            </a:r>
            <a:endParaRPr lang="id-ID" sz="2800" dirty="0">
              <a:solidFill>
                <a:srgbClr val="FF0000"/>
              </a:solidFill>
            </a:endParaRPr>
          </a:p>
          <a:p>
            <a:pPr marL="539750" indent="0" algn="just" fontAlgn="auto">
              <a:spcAft>
                <a:spcPts val="0"/>
              </a:spcAft>
              <a:buClr>
                <a:schemeClr val="accent1"/>
              </a:buClr>
              <a:buNone/>
              <a:defRPr/>
            </a:pPr>
            <a:r>
              <a:rPr lang="id-ID" sz="2800" dirty="0"/>
              <a:t>K</a:t>
            </a:r>
            <a:r>
              <a:rPr lang="sv-SE" sz="2800" dirty="0"/>
              <a:t>emampuan agen untuk cepat beradaptasi terhadap perubahan informasi yang ada pada lingkungannya.</a:t>
            </a:r>
            <a:endParaRPr lang="id-ID" sz="2800" dirty="0"/>
          </a:p>
        </p:txBody>
      </p:sp>
      <p:sp>
        <p:nvSpPr>
          <p:cNvPr id="4" name="Slide Number Placeholder 3">
            <a:extLst>
              <a:ext uri="{FF2B5EF4-FFF2-40B4-BE49-F238E27FC236}">
                <a16:creationId xmlns:a16="http://schemas.microsoft.com/office/drawing/2014/main" id="{DF6F1BEB-E966-1C62-3470-B2DDC54C5302}"/>
              </a:ext>
            </a:extLst>
          </p:cNvPr>
          <p:cNvSpPr>
            <a:spLocks noGrp="1"/>
          </p:cNvSpPr>
          <p:nvPr>
            <p:ph type="sldNum" sz="quarter" idx="12"/>
          </p:nvPr>
        </p:nvSpPr>
        <p:spPr/>
        <p:txBody>
          <a:bodyPr/>
          <a:lstStyle/>
          <a:p>
            <a:fld id="{CAD34C56-3DE2-4A4D-9227-67C03E05E467}" type="slidenum">
              <a:rPr lang="en-ID" smtClean="0"/>
              <a:t>39</a:t>
            </a:fld>
            <a:endParaRPr lang="en-ID"/>
          </a:p>
        </p:txBody>
      </p:sp>
    </p:spTree>
    <p:extLst>
      <p:ext uri="{BB962C8B-B14F-4D97-AF65-F5344CB8AC3E}">
        <p14:creationId xmlns:p14="http://schemas.microsoft.com/office/powerpoint/2010/main" val="29203144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14901"/>
          </a:xfrm>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id-ID" dirty="0"/>
              <a:t>Karakteristik Agen</a:t>
            </a:r>
          </a:p>
        </p:txBody>
      </p:sp>
      <p:sp>
        <p:nvSpPr>
          <p:cNvPr id="3" name="Content Placeholder 2"/>
          <p:cNvSpPr>
            <a:spLocks noGrp="1"/>
          </p:cNvSpPr>
          <p:nvPr>
            <p:ph idx="1"/>
          </p:nvPr>
        </p:nvSpPr>
        <p:spPr>
          <a:xfrm>
            <a:off x="677334" y="1685677"/>
            <a:ext cx="9261796" cy="4355685"/>
          </a:xfrm>
        </p:spPr>
        <p:txBody>
          <a:bodyPr vert="horz" wrap="square" lIns="91440" tIns="45720" rIns="91440" bIns="45720" numCol="1" rtlCol="0" anchor="t" anchorCtr="0" compatLnSpc="1">
            <a:prstTxWarp prst="textNoShape">
              <a:avLst/>
            </a:prstTxWarp>
            <a:noAutofit/>
          </a:bodyPr>
          <a:lstStyle/>
          <a:p>
            <a:pPr marL="571500" indent="-457200" algn="just" fontAlgn="auto">
              <a:spcAft>
                <a:spcPts val="0"/>
              </a:spcAft>
              <a:buClr>
                <a:schemeClr val="accent1"/>
              </a:buClr>
              <a:buFont typeface="+mj-lt"/>
              <a:buAutoNum type="arabicPeriod" startAt="3"/>
              <a:defRPr/>
            </a:pPr>
            <a:r>
              <a:rPr lang="id-ID" sz="2800" dirty="0">
                <a:solidFill>
                  <a:srgbClr val="FF0000"/>
                </a:solidFill>
              </a:rPr>
              <a:t>Proaktif</a:t>
            </a:r>
          </a:p>
          <a:p>
            <a:pPr marL="539750" indent="0" algn="just" fontAlgn="auto">
              <a:spcAft>
                <a:spcPts val="0"/>
              </a:spcAft>
              <a:buClr>
                <a:schemeClr val="accent1"/>
              </a:buClr>
              <a:buNone/>
              <a:defRPr/>
            </a:pPr>
            <a:r>
              <a:rPr lang="id-ID" sz="2800" dirty="0"/>
              <a:t>Kemampuan yang berorientasi pada tujuan dengan cara selalu mengambil inisiatif untuk mencapai tujuan. </a:t>
            </a:r>
          </a:p>
          <a:p>
            <a:pPr marL="571500" indent="-457200" algn="just" fontAlgn="auto">
              <a:spcAft>
                <a:spcPts val="0"/>
              </a:spcAft>
              <a:buClr>
                <a:schemeClr val="accent1"/>
              </a:buClr>
              <a:buFont typeface="+mj-lt"/>
              <a:buAutoNum type="arabicPeriod" startAt="4"/>
              <a:defRPr/>
            </a:pPr>
            <a:r>
              <a:rPr lang="id-ID" sz="2800" dirty="0">
                <a:solidFill>
                  <a:srgbClr val="FF0000"/>
                </a:solidFill>
              </a:rPr>
              <a:t>Fleksibel</a:t>
            </a:r>
          </a:p>
          <a:p>
            <a:pPr marL="539750" indent="0" algn="just" fontAlgn="auto">
              <a:spcAft>
                <a:spcPts val="0"/>
              </a:spcAft>
              <a:buClr>
                <a:schemeClr val="accent1"/>
              </a:buClr>
              <a:buNone/>
              <a:defRPr/>
            </a:pPr>
            <a:r>
              <a:rPr lang="id-ID" sz="2800" dirty="0"/>
              <a:t>Agen harus mempunyai banyak cara dalam mencapai tujuannya. </a:t>
            </a:r>
          </a:p>
        </p:txBody>
      </p:sp>
      <p:sp>
        <p:nvSpPr>
          <p:cNvPr id="4" name="Slide Number Placeholder 3">
            <a:extLst>
              <a:ext uri="{FF2B5EF4-FFF2-40B4-BE49-F238E27FC236}">
                <a16:creationId xmlns:a16="http://schemas.microsoft.com/office/drawing/2014/main" id="{F90A1109-F203-40DB-DF9A-65ACABB2B527}"/>
              </a:ext>
            </a:extLst>
          </p:cNvPr>
          <p:cNvSpPr>
            <a:spLocks noGrp="1"/>
          </p:cNvSpPr>
          <p:nvPr>
            <p:ph type="sldNum" sz="quarter" idx="12"/>
          </p:nvPr>
        </p:nvSpPr>
        <p:spPr/>
        <p:txBody>
          <a:bodyPr/>
          <a:lstStyle/>
          <a:p>
            <a:fld id="{CAD34C56-3DE2-4A4D-9227-67C03E05E467}" type="slidenum">
              <a:rPr lang="en-ID" smtClean="0"/>
              <a:t>40</a:t>
            </a:fld>
            <a:endParaRPr lang="en-ID"/>
          </a:p>
        </p:txBody>
      </p:sp>
    </p:spTree>
    <p:extLst>
      <p:ext uri="{BB962C8B-B14F-4D97-AF65-F5344CB8AC3E}">
        <p14:creationId xmlns:p14="http://schemas.microsoft.com/office/powerpoint/2010/main" val="3845515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id-ID"/>
              <a:t>Karakteristik Agen</a:t>
            </a:r>
            <a:endParaRPr lang="id-ID" dirty="0"/>
          </a:p>
        </p:txBody>
      </p:sp>
      <p:sp>
        <p:nvSpPr>
          <p:cNvPr id="3" name="Content Placeholder 2"/>
          <p:cNvSpPr>
            <a:spLocks noGrp="1"/>
          </p:cNvSpPr>
          <p:nvPr>
            <p:ph idx="1"/>
          </p:nvPr>
        </p:nvSpPr>
        <p:spPr/>
        <p:txBody>
          <a:bodyPr vert="horz" wrap="square" lIns="91440" tIns="45720" rIns="91440" bIns="45720" numCol="1" rtlCol="0" anchor="t" anchorCtr="0" compatLnSpc="1">
            <a:prstTxWarp prst="textNoShape">
              <a:avLst/>
            </a:prstTxWarp>
            <a:normAutofit lnSpcReduction="10000"/>
          </a:bodyPr>
          <a:lstStyle/>
          <a:p>
            <a:pPr marL="571500" indent="-457200" algn="just" fontAlgn="auto">
              <a:spcAft>
                <a:spcPts val="0"/>
              </a:spcAft>
              <a:buClr>
                <a:schemeClr val="accent1"/>
              </a:buClr>
              <a:buFont typeface="+mj-lt"/>
              <a:buAutoNum type="arabicPeriod" startAt="5"/>
              <a:defRPr/>
            </a:pPr>
            <a:r>
              <a:rPr lang="id-ID" sz="2800" dirty="0"/>
              <a:t> </a:t>
            </a:r>
            <a:r>
              <a:rPr lang="id-ID" sz="2800" dirty="0">
                <a:solidFill>
                  <a:srgbClr val="FF0000"/>
                </a:solidFill>
              </a:rPr>
              <a:t>Robust</a:t>
            </a:r>
          </a:p>
          <a:p>
            <a:pPr marL="625475" indent="0" algn="just" fontAlgn="auto">
              <a:spcAft>
                <a:spcPts val="0"/>
              </a:spcAft>
              <a:buClr>
                <a:schemeClr val="accent1"/>
              </a:buClr>
              <a:buNone/>
              <a:defRPr/>
            </a:pPr>
            <a:r>
              <a:rPr lang="id-ID" sz="2800" dirty="0"/>
              <a:t>Agen harus dapat kembali ke kondisi semula jika mengalami kegagalan dalam hal tindakan ataupun dalam menjalankan plan.</a:t>
            </a:r>
          </a:p>
          <a:p>
            <a:pPr marL="571500" indent="-457200" algn="just" fontAlgn="auto">
              <a:spcAft>
                <a:spcPts val="0"/>
              </a:spcAft>
              <a:buClr>
                <a:schemeClr val="accent1"/>
              </a:buClr>
              <a:buFont typeface="+mj-lt"/>
              <a:buAutoNum type="arabicPeriod" startAt="6"/>
              <a:defRPr/>
            </a:pPr>
            <a:r>
              <a:rPr lang="id-ID" sz="2800" dirty="0">
                <a:solidFill>
                  <a:srgbClr val="FF0000"/>
                </a:solidFill>
              </a:rPr>
              <a:t>Rasional</a:t>
            </a:r>
          </a:p>
          <a:p>
            <a:pPr marL="625475" indent="0" algn="just" fontAlgn="auto">
              <a:spcAft>
                <a:spcPts val="0"/>
              </a:spcAft>
              <a:buClr>
                <a:schemeClr val="accent1"/>
              </a:buClr>
              <a:buNone/>
              <a:defRPr/>
            </a:pPr>
            <a:r>
              <a:rPr lang="id-ID" sz="2800" dirty="0"/>
              <a:t>Kemampuan untuk bertindak sesuai dengan tugas dan pengetahuannya dengan tidak melakukan hal yang dapat menimbulkan konflik tindakan</a:t>
            </a:r>
            <a:r>
              <a:rPr lang="id-ID" sz="2800"/>
              <a:t>. </a:t>
            </a:r>
            <a:endParaRPr lang="id-ID" sz="2800" dirty="0"/>
          </a:p>
        </p:txBody>
      </p:sp>
      <p:sp>
        <p:nvSpPr>
          <p:cNvPr id="4" name="Slide Number Placeholder 3">
            <a:extLst>
              <a:ext uri="{FF2B5EF4-FFF2-40B4-BE49-F238E27FC236}">
                <a16:creationId xmlns:a16="http://schemas.microsoft.com/office/drawing/2014/main" id="{93998E2C-423F-6CCA-92D5-9C056E0E2789}"/>
              </a:ext>
            </a:extLst>
          </p:cNvPr>
          <p:cNvSpPr>
            <a:spLocks noGrp="1"/>
          </p:cNvSpPr>
          <p:nvPr>
            <p:ph type="sldNum" sz="quarter" idx="12"/>
          </p:nvPr>
        </p:nvSpPr>
        <p:spPr/>
        <p:txBody>
          <a:bodyPr/>
          <a:lstStyle/>
          <a:p>
            <a:fld id="{CAD34C56-3DE2-4A4D-9227-67C03E05E467}" type="slidenum">
              <a:rPr lang="en-ID" smtClean="0"/>
              <a:t>41</a:t>
            </a:fld>
            <a:endParaRPr lang="en-ID"/>
          </a:p>
        </p:txBody>
      </p:sp>
    </p:spTree>
    <p:extLst>
      <p:ext uri="{BB962C8B-B14F-4D97-AF65-F5344CB8AC3E}">
        <p14:creationId xmlns:p14="http://schemas.microsoft.com/office/powerpoint/2010/main" val="966512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2122"/>
          </a:xfrm>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id-ID" dirty="0"/>
              <a:t>Karakteristik Agen</a:t>
            </a:r>
          </a:p>
        </p:txBody>
      </p:sp>
      <p:sp>
        <p:nvSpPr>
          <p:cNvPr id="3" name="Content Placeholder 2"/>
          <p:cNvSpPr>
            <a:spLocks noGrp="1"/>
          </p:cNvSpPr>
          <p:nvPr>
            <p:ph idx="1"/>
          </p:nvPr>
        </p:nvSpPr>
        <p:spPr>
          <a:xfrm>
            <a:off x="677333" y="1502797"/>
            <a:ext cx="9555995" cy="4538565"/>
          </a:xfrm>
        </p:spPr>
        <p:txBody>
          <a:bodyPr vert="horz" wrap="square" lIns="91440" tIns="45720" rIns="91440" bIns="45720" numCol="1" rtlCol="0" anchor="t" anchorCtr="0" compatLnSpc="1">
            <a:prstTxWarp prst="textNoShape">
              <a:avLst/>
            </a:prstTxWarp>
            <a:normAutofit/>
          </a:bodyPr>
          <a:lstStyle/>
          <a:p>
            <a:pPr marL="571500" indent="-457200" algn="just" fontAlgn="auto">
              <a:spcAft>
                <a:spcPts val="0"/>
              </a:spcAft>
              <a:buClr>
                <a:schemeClr val="accent1"/>
              </a:buClr>
              <a:buFont typeface="+mj-lt"/>
              <a:buAutoNum type="arabicPeriod" startAt="7"/>
              <a:defRPr/>
            </a:pPr>
            <a:r>
              <a:rPr lang="id-ID" sz="2800" dirty="0">
                <a:solidFill>
                  <a:srgbClr val="FF0000"/>
                </a:solidFill>
              </a:rPr>
              <a:t>Kemampuan berkoordinasi dan berkomunikasi (Social)</a:t>
            </a:r>
          </a:p>
          <a:p>
            <a:pPr marL="625475" indent="0" algn="just" fontAlgn="auto">
              <a:spcAft>
                <a:spcPts val="0"/>
              </a:spcAft>
              <a:buClr>
                <a:schemeClr val="accent1"/>
              </a:buClr>
              <a:buNone/>
              <a:defRPr/>
            </a:pPr>
            <a:r>
              <a:rPr lang="id-ID" sz="2800" dirty="0"/>
              <a:t>Dalam melakukan tugasnya, agen memiliki kemampuan untuk berkomunikasi dan berkoordinasi baik dengan manusia maupun dengan agen lain.</a:t>
            </a:r>
          </a:p>
          <a:p>
            <a:pPr marL="571500" indent="-457200" algn="just" fontAlgn="auto">
              <a:spcAft>
                <a:spcPts val="0"/>
              </a:spcAft>
              <a:buClr>
                <a:schemeClr val="accent1"/>
              </a:buClr>
              <a:buFont typeface="+mj-lt"/>
              <a:buAutoNum type="arabicPeriod" startAt="8"/>
              <a:defRPr/>
            </a:pPr>
            <a:r>
              <a:rPr lang="id-ID" sz="2800" dirty="0">
                <a:solidFill>
                  <a:srgbClr val="FF0000"/>
                </a:solidFill>
              </a:rPr>
              <a:t>Situated</a:t>
            </a:r>
          </a:p>
          <a:p>
            <a:pPr marL="625475" indent="0" algn="just" fontAlgn="auto">
              <a:spcAft>
                <a:spcPts val="0"/>
              </a:spcAft>
              <a:buClr>
                <a:schemeClr val="accent1"/>
              </a:buClr>
              <a:buNone/>
              <a:defRPr/>
            </a:pPr>
            <a:r>
              <a:rPr lang="id-ID" sz="2800" dirty="0"/>
              <a:t>Agen harus berada dan berjalan di lingkungan tertentu.</a:t>
            </a:r>
          </a:p>
        </p:txBody>
      </p:sp>
      <p:sp>
        <p:nvSpPr>
          <p:cNvPr id="4" name="Slide Number Placeholder 3">
            <a:extLst>
              <a:ext uri="{FF2B5EF4-FFF2-40B4-BE49-F238E27FC236}">
                <a16:creationId xmlns:a16="http://schemas.microsoft.com/office/drawing/2014/main" id="{0FE4786F-94D4-B9E5-211F-DB4F0E369ACC}"/>
              </a:ext>
            </a:extLst>
          </p:cNvPr>
          <p:cNvSpPr>
            <a:spLocks noGrp="1"/>
          </p:cNvSpPr>
          <p:nvPr>
            <p:ph type="sldNum" sz="quarter" idx="12"/>
          </p:nvPr>
        </p:nvSpPr>
        <p:spPr/>
        <p:txBody>
          <a:bodyPr/>
          <a:lstStyle/>
          <a:p>
            <a:fld id="{CAD34C56-3DE2-4A4D-9227-67C03E05E467}" type="slidenum">
              <a:rPr lang="en-ID" smtClean="0"/>
              <a:t>42</a:t>
            </a:fld>
            <a:endParaRPr lang="en-ID"/>
          </a:p>
        </p:txBody>
      </p:sp>
    </p:spTree>
    <p:extLst>
      <p:ext uri="{BB962C8B-B14F-4D97-AF65-F5344CB8AC3E}">
        <p14:creationId xmlns:p14="http://schemas.microsoft.com/office/powerpoint/2010/main" val="7504995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19485"/>
          </a:xfrm>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id-ID" dirty="0"/>
              <a:t>Arsitektur Agen</a:t>
            </a:r>
          </a:p>
        </p:txBody>
      </p:sp>
      <p:sp>
        <p:nvSpPr>
          <p:cNvPr id="3" name="Content Placeholder 2"/>
          <p:cNvSpPr>
            <a:spLocks noGrp="1"/>
          </p:cNvSpPr>
          <p:nvPr>
            <p:ph idx="1"/>
          </p:nvPr>
        </p:nvSpPr>
        <p:spPr>
          <a:xfrm>
            <a:off x="677334" y="1391478"/>
            <a:ext cx="8596668" cy="4649885"/>
          </a:xfrm>
        </p:spPr>
        <p:txBody>
          <a:bodyPr vert="horz" wrap="square" lIns="91440" tIns="45720" rIns="91440" bIns="45720" numCol="1" rtlCol="0" anchor="t" anchorCtr="0" compatLnSpc="1">
            <a:prstTxWarp prst="textNoShape">
              <a:avLst/>
            </a:prstTxWarp>
            <a:normAutofit/>
          </a:bodyPr>
          <a:lstStyle/>
          <a:p>
            <a:pPr marL="628650" lvl="1" indent="-514350" fontAlgn="auto">
              <a:spcAft>
                <a:spcPts val="0"/>
              </a:spcAft>
              <a:buClr>
                <a:schemeClr val="accent1"/>
              </a:buClr>
              <a:buFont typeface="+mj-lt"/>
              <a:buAutoNum type="arabicPeriod"/>
              <a:defRPr/>
            </a:pPr>
            <a:r>
              <a:rPr lang="en-US" sz="2800" kern="1200" dirty="0">
                <a:latin typeface="+mn-lt"/>
                <a:ea typeface="+mn-ea"/>
                <a:cs typeface="+mn-cs"/>
              </a:rPr>
              <a:t>Black Box : </a:t>
            </a:r>
            <a:endParaRPr lang="id-ID" sz="2800" kern="1200" dirty="0">
              <a:latin typeface="+mn-lt"/>
              <a:ea typeface="+mn-ea"/>
              <a:cs typeface="+mn-cs"/>
            </a:endParaRPr>
          </a:p>
          <a:p>
            <a:pPr marL="1071563" lvl="2" indent="-441325" algn="just" fontAlgn="auto">
              <a:spcAft>
                <a:spcPts val="0"/>
              </a:spcAft>
              <a:buClr>
                <a:schemeClr val="accent3"/>
              </a:buClr>
              <a:buFont typeface="Wingdings" panose="05000000000000000000" pitchFamily="2" charset="2"/>
              <a:buChar char="ü"/>
              <a:defRPr/>
            </a:pPr>
            <a:r>
              <a:rPr lang="en-US" sz="2000" kern="1200" dirty="0" err="1">
                <a:latin typeface="+mn-lt"/>
                <a:ea typeface="+mn-ea"/>
                <a:cs typeface="+mn-cs"/>
              </a:rPr>
              <a:t>Pada</a:t>
            </a:r>
            <a:r>
              <a:rPr lang="en-US" sz="2000" kern="1200" dirty="0">
                <a:latin typeface="+mn-lt"/>
                <a:ea typeface="+mn-ea"/>
                <a:cs typeface="+mn-cs"/>
              </a:rPr>
              <a:t> </a:t>
            </a:r>
            <a:r>
              <a:rPr lang="en-US" sz="2000" kern="1200" dirty="0" err="1">
                <a:latin typeface="+mn-lt"/>
                <a:ea typeface="+mn-ea"/>
                <a:cs typeface="+mn-cs"/>
              </a:rPr>
              <a:t>konsep</a:t>
            </a:r>
            <a:r>
              <a:rPr lang="en-US" sz="2000" kern="1200" dirty="0">
                <a:latin typeface="+mn-lt"/>
                <a:ea typeface="+mn-ea"/>
                <a:cs typeface="+mn-cs"/>
              </a:rPr>
              <a:t> </a:t>
            </a:r>
            <a:r>
              <a:rPr lang="en-US" sz="2000" i="1" kern="1200" dirty="0">
                <a:latin typeface="+mn-lt"/>
                <a:ea typeface="+mn-ea"/>
                <a:cs typeface="+mn-cs"/>
              </a:rPr>
              <a:t>black box</a:t>
            </a:r>
            <a:r>
              <a:rPr lang="en-US" sz="2000" kern="1200" dirty="0">
                <a:latin typeface="+mn-lt"/>
                <a:ea typeface="+mn-ea"/>
                <a:cs typeface="+mn-cs"/>
              </a:rPr>
              <a:t>,</a:t>
            </a:r>
            <a:r>
              <a:rPr lang="id-ID" sz="2000" kern="1200" dirty="0">
                <a:latin typeface="+mn-lt"/>
                <a:ea typeface="+mn-ea"/>
                <a:cs typeface="+mn-cs"/>
              </a:rPr>
              <a:t> </a:t>
            </a:r>
            <a:r>
              <a:rPr lang="en-US" sz="2000" kern="1200" dirty="0" err="1">
                <a:latin typeface="+mn-lt"/>
                <a:ea typeface="+mn-ea"/>
                <a:cs typeface="+mn-cs"/>
              </a:rPr>
              <a:t>agen</a:t>
            </a:r>
            <a:r>
              <a:rPr lang="en-US" sz="2000" kern="1200" dirty="0">
                <a:latin typeface="+mn-lt"/>
                <a:ea typeface="+mn-ea"/>
                <a:cs typeface="+mn-cs"/>
              </a:rPr>
              <a:t> </a:t>
            </a:r>
            <a:r>
              <a:rPr lang="en-US" sz="2000" kern="1200" dirty="0" err="1">
                <a:latin typeface="+mn-lt"/>
                <a:ea typeface="+mn-ea"/>
                <a:cs typeface="+mn-cs"/>
              </a:rPr>
              <a:t>menerima</a:t>
            </a:r>
            <a:r>
              <a:rPr lang="en-US" sz="2000" kern="1200" dirty="0">
                <a:latin typeface="+mn-lt"/>
                <a:ea typeface="+mn-ea"/>
                <a:cs typeface="+mn-cs"/>
              </a:rPr>
              <a:t> </a:t>
            </a:r>
            <a:r>
              <a:rPr lang="en-US" sz="2000" kern="1200" dirty="0" err="1">
                <a:latin typeface="+mn-lt"/>
                <a:ea typeface="+mn-ea"/>
                <a:cs typeface="+mn-cs"/>
              </a:rPr>
              <a:t>masukan</a:t>
            </a:r>
            <a:r>
              <a:rPr lang="id-ID" sz="2000" kern="1200" dirty="0">
                <a:latin typeface="+mn-lt"/>
                <a:ea typeface="+mn-ea"/>
                <a:cs typeface="+mn-cs"/>
              </a:rPr>
              <a:t> </a:t>
            </a:r>
            <a:r>
              <a:rPr lang="en-US" sz="2000" kern="1200" dirty="0">
                <a:latin typeface="+mn-lt"/>
                <a:ea typeface="+mn-ea"/>
                <a:cs typeface="+mn-cs"/>
              </a:rPr>
              <a:t>(</a:t>
            </a:r>
            <a:r>
              <a:rPr lang="en-US" sz="2000" i="1" kern="1200" dirty="0">
                <a:latin typeface="+mn-lt"/>
                <a:ea typeface="+mn-ea"/>
                <a:cs typeface="+mn-cs"/>
              </a:rPr>
              <a:t>percepts</a:t>
            </a:r>
            <a:r>
              <a:rPr lang="en-US" sz="2000" kern="1200" dirty="0">
                <a:latin typeface="+mn-lt"/>
                <a:ea typeface="+mn-ea"/>
                <a:cs typeface="+mn-cs"/>
              </a:rPr>
              <a:t>) </a:t>
            </a:r>
            <a:r>
              <a:rPr lang="en-US" sz="2000" kern="1200" dirty="0" err="1">
                <a:latin typeface="+mn-lt"/>
                <a:ea typeface="+mn-ea"/>
                <a:cs typeface="+mn-cs"/>
              </a:rPr>
              <a:t>dari</a:t>
            </a:r>
            <a:r>
              <a:rPr lang="en-US" sz="2000" kern="1200" dirty="0">
                <a:latin typeface="+mn-lt"/>
                <a:ea typeface="+mn-ea"/>
                <a:cs typeface="+mn-cs"/>
              </a:rPr>
              <a:t> </a:t>
            </a:r>
            <a:r>
              <a:rPr lang="en-US" sz="2000" kern="1200" dirty="0" err="1">
                <a:latin typeface="+mn-lt"/>
                <a:ea typeface="+mn-ea"/>
                <a:cs typeface="+mn-cs"/>
              </a:rPr>
              <a:t>luar</a:t>
            </a:r>
            <a:r>
              <a:rPr lang="en-US" sz="2000" kern="1200" dirty="0">
                <a:latin typeface="+mn-lt"/>
                <a:ea typeface="+mn-ea"/>
                <a:cs typeface="+mn-cs"/>
              </a:rPr>
              <a:t> </a:t>
            </a:r>
            <a:r>
              <a:rPr lang="en-US" sz="2000" kern="1200" dirty="0" err="1">
                <a:latin typeface="+mn-lt"/>
                <a:ea typeface="+mn-ea"/>
                <a:cs typeface="+mn-cs"/>
              </a:rPr>
              <a:t>lalu</a:t>
            </a:r>
            <a:r>
              <a:rPr lang="en-US" sz="2000" kern="1200" dirty="0">
                <a:latin typeface="+mn-lt"/>
                <a:ea typeface="+mn-ea"/>
                <a:cs typeface="+mn-cs"/>
              </a:rPr>
              <a:t> </a:t>
            </a:r>
            <a:r>
              <a:rPr lang="id-ID" sz="2000" kern="1200" dirty="0">
                <a:latin typeface="+mn-lt"/>
                <a:ea typeface="+mn-ea"/>
                <a:cs typeface="+mn-cs"/>
              </a:rPr>
              <a:t> </a:t>
            </a:r>
            <a:r>
              <a:rPr lang="en-US" sz="2000" kern="1200" dirty="0" err="1">
                <a:latin typeface="+mn-lt"/>
                <a:ea typeface="+mn-ea"/>
                <a:cs typeface="+mn-cs"/>
              </a:rPr>
              <a:t>memprosesnya</a:t>
            </a:r>
            <a:r>
              <a:rPr lang="en-US" sz="2000" kern="1200" dirty="0">
                <a:latin typeface="+mn-lt"/>
                <a:ea typeface="+mn-ea"/>
                <a:cs typeface="+mn-cs"/>
              </a:rPr>
              <a:t> </a:t>
            </a:r>
            <a:r>
              <a:rPr lang="en-US" sz="2000" kern="1200" dirty="0" err="1">
                <a:latin typeface="+mn-lt"/>
                <a:ea typeface="+mn-ea"/>
                <a:cs typeface="+mn-cs"/>
              </a:rPr>
              <a:t>sehingga</a:t>
            </a:r>
            <a:r>
              <a:rPr lang="en-US" sz="2000" kern="1200" dirty="0">
                <a:latin typeface="+mn-lt"/>
                <a:ea typeface="+mn-ea"/>
                <a:cs typeface="+mn-cs"/>
              </a:rPr>
              <a:t> </a:t>
            </a:r>
            <a:r>
              <a:rPr lang="en-US" sz="2000" kern="1200" dirty="0" err="1">
                <a:latin typeface="+mn-lt"/>
                <a:ea typeface="+mn-ea"/>
                <a:cs typeface="+mn-cs"/>
              </a:rPr>
              <a:t>bisa</a:t>
            </a:r>
            <a:r>
              <a:rPr lang="en-US" sz="2000" kern="1200" dirty="0">
                <a:latin typeface="+mn-lt"/>
                <a:ea typeface="+mn-ea"/>
                <a:cs typeface="+mn-cs"/>
              </a:rPr>
              <a:t> </a:t>
            </a:r>
            <a:r>
              <a:rPr lang="en-US" sz="2000" kern="1200" dirty="0" err="1">
                <a:latin typeface="+mn-lt"/>
                <a:ea typeface="+mn-ea"/>
                <a:cs typeface="+mn-cs"/>
              </a:rPr>
              <a:t>dihasilkan</a:t>
            </a:r>
            <a:r>
              <a:rPr lang="en-US" sz="2000" kern="1200" dirty="0">
                <a:latin typeface="+mn-lt"/>
                <a:ea typeface="+mn-ea"/>
                <a:cs typeface="+mn-cs"/>
              </a:rPr>
              <a:t> </a:t>
            </a:r>
            <a:r>
              <a:rPr lang="en-US" sz="2000" kern="1200" dirty="0" err="1">
                <a:latin typeface="+mn-lt"/>
                <a:ea typeface="+mn-ea"/>
                <a:cs typeface="+mn-cs"/>
              </a:rPr>
              <a:t>keluaran</a:t>
            </a:r>
            <a:r>
              <a:rPr lang="id-ID" sz="2000" kern="1200" dirty="0">
                <a:latin typeface="+mn-lt"/>
                <a:ea typeface="+mn-ea"/>
                <a:cs typeface="+mn-cs"/>
              </a:rPr>
              <a:t> </a:t>
            </a:r>
            <a:r>
              <a:rPr lang="en-US" sz="2000" kern="1200" dirty="0">
                <a:latin typeface="+mn-lt"/>
                <a:ea typeface="+mn-ea"/>
                <a:cs typeface="+mn-cs"/>
              </a:rPr>
              <a:t>(</a:t>
            </a:r>
            <a:r>
              <a:rPr lang="en-US" sz="2000" i="1" kern="1200" dirty="0">
                <a:latin typeface="+mn-lt"/>
                <a:ea typeface="+mn-ea"/>
                <a:cs typeface="+mn-cs"/>
              </a:rPr>
              <a:t>action</a:t>
            </a:r>
            <a:r>
              <a:rPr lang="en-US" sz="2000" kern="1200" dirty="0">
                <a:latin typeface="+mn-lt"/>
                <a:ea typeface="+mn-ea"/>
                <a:cs typeface="+mn-cs"/>
              </a:rPr>
              <a:t>) yang </a:t>
            </a:r>
            <a:r>
              <a:rPr lang="en-US" sz="2000" kern="1200" dirty="0" err="1">
                <a:latin typeface="+mn-lt"/>
                <a:ea typeface="+mn-ea"/>
                <a:cs typeface="+mn-cs"/>
              </a:rPr>
              <a:t>berdasarkan</a:t>
            </a:r>
            <a:r>
              <a:rPr lang="en-US" sz="2000" kern="1200" dirty="0">
                <a:latin typeface="+mn-lt"/>
                <a:ea typeface="+mn-ea"/>
                <a:cs typeface="+mn-cs"/>
              </a:rPr>
              <a:t> </a:t>
            </a:r>
            <a:r>
              <a:rPr lang="en-US" sz="2000" kern="1200" dirty="0" err="1">
                <a:latin typeface="+mn-lt"/>
                <a:ea typeface="+mn-ea"/>
                <a:cs typeface="+mn-cs"/>
              </a:rPr>
              <a:t>masukan</a:t>
            </a:r>
            <a:r>
              <a:rPr lang="en-US" sz="2000" kern="1200" dirty="0">
                <a:latin typeface="+mn-lt"/>
                <a:ea typeface="+mn-ea"/>
                <a:cs typeface="+mn-cs"/>
              </a:rPr>
              <a:t> </a:t>
            </a:r>
            <a:r>
              <a:rPr lang="en-US" sz="2000" kern="1200" dirty="0" err="1">
                <a:latin typeface="+mn-lt"/>
                <a:ea typeface="+mn-ea"/>
                <a:cs typeface="+mn-cs"/>
              </a:rPr>
              <a:t>tadi</a:t>
            </a:r>
            <a:r>
              <a:rPr lang="en-US" sz="2000" kern="1200" dirty="0">
                <a:latin typeface="+mn-lt"/>
                <a:ea typeface="+mn-ea"/>
                <a:cs typeface="+mn-cs"/>
              </a:rPr>
              <a:t>. </a:t>
            </a:r>
          </a:p>
          <a:p>
            <a:pPr marL="1071563" lvl="2" indent="-441325" algn="just" fontAlgn="auto">
              <a:spcAft>
                <a:spcPts val="0"/>
              </a:spcAft>
              <a:buClr>
                <a:schemeClr val="accent3"/>
              </a:buClr>
              <a:buFont typeface="Wingdings" panose="05000000000000000000" pitchFamily="2" charset="2"/>
              <a:buChar char="ü"/>
              <a:defRPr/>
            </a:pPr>
            <a:r>
              <a:rPr lang="nb-NO" sz="2000" kern="1200" dirty="0">
                <a:latin typeface="+mn-lt"/>
                <a:ea typeface="+mn-ea"/>
                <a:cs typeface="+mn-cs"/>
              </a:rPr>
              <a:t>Brenner mengemukan suatu model untuk proses ini yang berisi </a:t>
            </a:r>
            <a:r>
              <a:rPr lang="en-US" sz="2000" kern="1200" dirty="0" err="1">
                <a:latin typeface="+mn-lt"/>
                <a:ea typeface="+mn-ea"/>
                <a:cs typeface="+mn-cs"/>
              </a:rPr>
              <a:t>tahapan</a:t>
            </a:r>
            <a:r>
              <a:rPr lang="en-US" sz="2000" kern="1200" dirty="0">
                <a:latin typeface="+mn-lt"/>
                <a:ea typeface="+mn-ea"/>
                <a:cs typeface="+mn-cs"/>
              </a:rPr>
              <a:t>  : </a:t>
            </a:r>
            <a:r>
              <a:rPr lang="en-US" sz="2000" i="1" kern="1200" dirty="0">
                <a:latin typeface="+mn-lt"/>
                <a:ea typeface="+mn-ea"/>
                <a:cs typeface="+mn-cs"/>
              </a:rPr>
              <a:t>interaction, information fusion(</a:t>
            </a:r>
            <a:r>
              <a:rPr lang="en-US" sz="2000" i="1" kern="1200" dirty="0" err="1">
                <a:latin typeface="+mn-lt"/>
                <a:ea typeface="+mn-ea"/>
                <a:cs typeface="+mn-cs"/>
              </a:rPr>
              <a:t>peleburan</a:t>
            </a:r>
            <a:r>
              <a:rPr lang="en-US" sz="2000" i="1" kern="1200" dirty="0">
                <a:latin typeface="+mn-lt"/>
                <a:ea typeface="+mn-ea"/>
                <a:cs typeface="+mn-cs"/>
              </a:rPr>
              <a:t>, </a:t>
            </a:r>
            <a:r>
              <a:rPr lang="en-US" sz="2000" i="1" kern="1200" dirty="0" err="1">
                <a:latin typeface="+mn-lt"/>
                <a:ea typeface="+mn-ea"/>
                <a:cs typeface="+mn-cs"/>
              </a:rPr>
              <a:t>penyatuan</a:t>
            </a:r>
            <a:r>
              <a:rPr lang="en-US" sz="2000" i="1" kern="1200" dirty="0">
                <a:latin typeface="+mn-lt"/>
                <a:ea typeface="+mn-ea"/>
                <a:cs typeface="+mn-cs"/>
              </a:rPr>
              <a:t>), information processing </a:t>
            </a:r>
            <a:r>
              <a:rPr lang="en-US" sz="2000" kern="1200" dirty="0" err="1">
                <a:latin typeface="+mn-lt"/>
                <a:ea typeface="+mn-ea"/>
                <a:cs typeface="+mn-cs"/>
              </a:rPr>
              <a:t>dan</a:t>
            </a:r>
            <a:r>
              <a:rPr lang="en-US" sz="2000" kern="1200" dirty="0">
                <a:latin typeface="+mn-lt"/>
                <a:ea typeface="+mn-ea"/>
                <a:cs typeface="+mn-cs"/>
              </a:rPr>
              <a:t> </a:t>
            </a:r>
            <a:r>
              <a:rPr lang="en-US" sz="2000" i="1" kern="1200" dirty="0">
                <a:latin typeface="+mn-lt"/>
                <a:ea typeface="+mn-ea"/>
                <a:cs typeface="+mn-cs"/>
              </a:rPr>
              <a:t>action</a:t>
            </a:r>
            <a:r>
              <a:rPr lang="en-US" sz="2000" kern="1200" dirty="0">
                <a:latin typeface="+mn-lt"/>
                <a:ea typeface="+mn-ea"/>
                <a:cs typeface="+mn-cs"/>
              </a:rPr>
              <a:t>.</a:t>
            </a:r>
          </a:p>
          <a:p>
            <a:pPr marL="114300" lvl="1" indent="0" fontAlgn="auto">
              <a:spcAft>
                <a:spcPts val="0"/>
              </a:spcAft>
              <a:buClr>
                <a:schemeClr val="accent1"/>
              </a:buClr>
              <a:buNone/>
              <a:defRPr/>
            </a:pPr>
            <a:endParaRPr lang="en-US" sz="2800" kern="1200" dirty="0">
              <a:latin typeface="+mn-lt"/>
              <a:ea typeface="+mn-ea"/>
              <a:cs typeface="+mn-cs"/>
            </a:endParaRPr>
          </a:p>
        </p:txBody>
      </p:sp>
      <p:pic>
        <p:nvPicPr>
          <p:cNvPr id="24580" name="Picture 2"/>
          <p:cNvPicPr>
            <a:picLocks noChangeAspect="1"/>
          </p:cNvPicPr>
          <p:nvPr/>
        </p:nvPicPr>
        <p:blipFill>
          <a:blip r:embed="rId2"/>
          <a:stretch>
            <a:fillRect/>
          </a:stretch>
        </p:blipFill>
        <p:spPr>
          <a:xfrm>
            <a:off x="2711450" y="4292601"/>
            <a:ext cx="6192838" cy="2016125"/>
          </a:xfrm>
          <a:prstGeom prst="rect">
            <a:avLst/>
          </a:prstGeom>
          <a:noFill/>
          <a:ln w="9525">
            <a:noFill/>
          </a:ln>
        </p:spPr>
      </p:pic>
      <p:sp>
        <p:nvSpPr>
          <p:cNvPr id="4" name="Slide Number Placeholder 3">
            <a:extLst>
              <a:ext uri="{FF2B5EF4-FFF2-40B4-BE49-F238E27FC236}">
                <a16:creationId xmlns:a16="http://schemas.microsoft.com/office/drawing/2014/main" id="{3CEEE476-A14A-4EEE-10A8-D4E3620B6F43}"/>
              </a:ext>
            </a:extLst>
          </p:cNvPr>
          <p:cNvSpPr>
            <a:spLocks noGrp="1"/>
          </p:cNvSpPr>
          <p:nvPr>
            <p:ph type="sldNum" sz="quarter" idx="12"/>
          </p:nvPr>
        </p:nvSpPr>
        <p:spPr/>
        <p:txBody>
          <a:bodyPr/>
          <a:lstStyle/>
          <a:p>
            <a:fld id="{CAD34C56-3DE2-4A4D-9227-67C03E05E467}" type="slidenum">
              <a:rPr lang="en-ID" smtClean="0"/>
              <a:t>43</a:t>
            </a:fld>
            <a:endParaRPr lang="en-ID"/>
          </a:p>
        </p:txBody>
      </p:sp>
    </p:spTree>
    <p:extLst>
      <p:ext uri="{BB962C8B-B14F-4D97-AF65-F5344CB8AC3E}">
        <p14:creationId xmlns:p14="http://schemas.microsoft.com/office/powerpoint/2010/main" val="3745417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46706"/>
          </a:xfrm>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id-ID" dirty="0"/>
              <a:t>Arsitektur Age</a:t>
            </a:r>
            <a:r>
              <a:rPr lang="en-US" dirty="0"/>
              <a:t>n</a:t>
            </a:r>
            <a:endParaRPr lang="id-ID" dirty="0"/>
          </a:p>
        </p:txBody>
      </p:sp>
      <p:sp>
        <p:nvSpPr>
          <p:cNvPr id="3" name="Content Placeholder 2"/>
          <p:cNvSpPr>
            <a:spLocks noGrp="1"/>
          </p:cNvSpPr>
          <p:nvPr>
            <p:ph idx="1"/>
          </p:nvPr>
        </p:nvSpPr>
        <p:spPr>
          <a:xfrm>
            <a:off x="677333" y="1685677"/>
            <a:ext cx="9341309" cy="4355685"/>
          </a:xfrm>
        </p:spPr>
        <p:txBody>
          <a:bodyPr vert="horz" wrap="square" lIns="91440" tIns="45720" rIns="91440" bIns="45720" numCol="1" rtlCol="0" anchor="t" anchorCtr="0" compatLnSpc="1">
            <a:prstTxWarp prst="textNoShape">
              <a:avLst/>
            </a:prstTxWarp>
            <a:normAutofit fontScale="92500" lnSpcReduction="10000"/>
          </a:bodyPr>
          <a:lstStyle/>
          <a:p>
            <a:pPr marL="514350" lvl="1" indent="-514350" algn="just" fontAlgn="auto">
              <a:spcAft>
                <a:spcPts val="0"/>
              </a:spcAft>
              <a:buClr>
                <a:schemeClr val="accent2"/>
              </a:buClr>
              <a:buFont typeface="+mj-lt"/>
              <a:buAutoNum type="arabicPeriod" startAt="2"/>
              <a:defRPr/>
            </a:pPr>
            <a:r>
              <a:rPr lang="en-US" sz="2800" kern="1200" dirty="0">
                <a:latin typeface="+mn-lt"/>
                <a:ea typeface="+mn-ea"/>
                <a:cs typeface="+mn-cs"/>
              </a:rPr>
              <a:t>BDI </a:t>
            </a:r>
            <a:r>
              <a:rPr lang="id-ID" sz="2800" kern="1200" dirty="0">
                <a:latin typeface="+mn-lt"/>
                <a:ea typeface="+mn-ea"/>
                <a:cs typeface="+mn-cs"/>
              </a:rPr>
              <a:t>(Belief, Desire, Intention) </a:t>
            </a:r>
            <a:r>
              <a:rPr lang="en-US" sz="2800" kern="1200" dirty="0">
                <a:latin typeface="+mn-lt"/>
                <a:ea typeface="+mn-ea"/>
                <a:cs typeface="+mn-cs"/>
              </a:rPr>
              <a:t>Agent : </a:t>
            </a:r>
          </a:p>
          <a:p>
            <a:pPr marL="546100" lvl="2" indent="-457200" algn="just" fontAlgn="auto">
              <a:spcAft>
                <a:spcPts val="0"/>
              </a:spcAft>
              <a:buClr>
                <a:schemeClr val="accent3"/>
              </a:buClr>
              <a:buFont typeface="+mj-lt"/>
              <a:buAutoNum type="arabicPeriod"/>
              <a:defRPr/>
            </a:pPr>
            <a:r>
              <a:rPr lang="en-US" sz="2400" kern="1200" dirty="0" err="1">
                <a:solidFill>
                  <a:srgbClr val="FF0000"/>
                </a:solidFill>
                <a:latin typeface="+mn-lt"/>
                <a:ea typeface="+mn-ea"/>
                <a:cs typeface="+mn-cs"/>
              </a:rPr>
              <a:t>Kepercayaan</a:t>
            </a:r>
            <a:r>
              <a:rPr lang="en-US" sz="2400" kern="1200" dirty="0">
                <a:solidFill>
                  <a:srgbClr val="FF0000"/>
                </a:solidFill>
                <a:latin typeface="+mn-lt"/>
                <a:ea typeface="+mn-ea"/>
                <a:cs typeface="+mn-cs"/>
              </a:rPr>
              <a:t> </a:t>
            </a:r>
            <a:r>
              <a:rPr lang="en-US" sz="2400" kern="1200" dirty="0" err="1">
                <a:solidFill>
                  <a:srgbClr val="FF0000"/>
                </a:solidFill>
                <a:latin typeface="+mn-lt"/>
                <a:ea typeface="+mn-ea"/>
                <a:cs typeface="+mn-cs"/>
              </a:rPr>
              <a:t>atau</a:t>
            </a:r>
            <a:r>
              <a:rPr lang="en-US" sz="2400" kern="1200" dirty="0">
                <a:solidFill>
                  <a:srgbClr val="FF0000"/>
                </a:solidFill>
                <a:latin typeface="+mn-lt"/>
                <a:ea typeface="+mn-ea"/>
                <a:cs typeface="+mn-cs"/>
              </a:rPr>
              <a:t> Belief</a:t>
            </a:r>
            <a:r>
              <a:rPr lang="en-US" sz="2400" i="1" kern="1200" dirty="0">
                <a:solidFill>
                  <a:srgbClr val="FF0000"/>
                </a:solidFill>
                <a:latin typeface="+mn-lt"/>
                <a:ea typeface="+mn-ea"/>
                <a:cs typeface="+mn-cs"/>
              </a:rPr>
              <a:t> :</a:t>
            </a:r>
          </a:p>
          <a:p>
            <a:pPr marL="900430" lvl="3" indent="-250825" algn="just" fontAlgn="auto">
              <a:spcAft>
                <a:spcPts val="0"/>
              </a:spcAft>
              <a:buClr>
                <a:schemeClr val="accent4"/>
              </a:buClr>
              <a:buFont typeface="Wingdings" panose="05000000000000000000" pitchFamily="2" charset="2"/>
              <a:buChar char="§"/>
              <a:defRPr/>
            </a:pPr>
            <a:r>
              <a:rPr lang="en-US" sz="2400" kern="1200" dirty="0" err="1">
                <a:latin typeface="+mn-lt"/>
                <a:ea typeface="+mn-ea"/>
                <a:cs typeface="+mn-cs"/>
              </a:rPr>
              <a:t>Apa-apa</a:t>
            </a:r>
            <a:r>
              <a:rPr lang="en-US" sz="2400" kern="1200" dirty="0">
                <a:latin typeface="+mn-lt"/>
                <a:ea typeface="+mn-ea"/>
                <a:cs typeface="+mn-cs"/>
              </a:rPr>
              <a:t> </a:t>
            </a:r>
            <a:r>
              <a:rPr lang="en-US" sz="2400" kern="1200" dirty="0" err="1">
                <a:latin typeface="+mn-lt"/>
                <a:ea typeface="+mn-ea"/>
                <a:cs typeface="+mn-cs"/>
              </a:rPr>
              <a:t>saja</a:t>
            </a:r>
            <a:r>
              <a:rPr lang="en-US" sz="2400" kern="1200" dirty="0">
                <a:latin typeface="+mn-lt"/>
                <a:ea typeface="+mn-ea"/>
                <a:cs typeface="+mn-cs"/>
              </a:rPr>
              <a:t> </a:t>
            </a:r>
            <a:r>
              <a:rPr lang="en-US" sz="2400" b="1" u="sng" kern="1200" dirty="0">
                <a:latin typeface="+mn-lt"/>
                <a:ea typeface="+mn-ea"/>
                <a:cs typeface="+mn-cs"/>
              </a:rPr>
              <a:t>yang </a:t>
            </a:r>
            <a:r>
              <a:rPr lang="en-US" sz="2400" b="1" u="sng" kern="1200" dirty="0" err="1">
                <a:latin typeface="+mn-lt"/>
                <a:ea typeface="+mn-ea"/>
                <a:cs typeface="+mn-cs"/>
              </a:rPr>
              <a:t>diketahui</a:t>
            </a:r>
            <a:r>
              <a:rPr lang="en-US" sz="2400" b="1" u="sng" kern="1200" dirty="0">
                <a:latin typeface="+mn-lt"/>
                <a:ea typeface="+mn-ea"/>
                <a:cs typeface="+mn-cs"/>
              </a:rPr>
              <a:t> </a:t>
            </a:r>
            <a:r>
              <a:rPr lang="en-US" sz="2400" kern="1200" dirty="0" err="1">
                <a:latin typeface="+mn-lt"/>
                <a:ea typeface="+mn-ea"/>
                <a:cs typeface="+mn-cs"/>
              </a:rPr>
              <a:t>dan</a:t>
            </a:r>
            <a:r>
              <a:rPr lang="en-US" sz="2400" kern="1200" dirty="0">
                <a:latin typeface="+mn-lt"/>
                <a:ea typeface="+mn-ea"/>
                <a:cs typeface="+mn-cs"/>
              </a:rPr>
              <a:t> </a:t>
            </a:r>
            <a:r>
              <a:rPr lang="en-US" sz="2400" b="1" u="sng" kern="1200" dirty="0" err="1">
                <a:latin typeface="+mn-lt"/>
                <a:ea typeface="+mn-ea"/>
                <a:cs typeface="+mn-cs"/>
              </a:rPr>
              <a:t>tidak</a:t>
            </a:r>
            <a:r>
              <a:rPr lang="en-US" sz="2400" b="1" u="sng" kern="1200" dirty="0">
                <a:latin typeface="+mn-lt"/>
                <a:ea typeface="+mn-ea"/>
                <a:cs typeface="+mn-cs"/>
              </a:rPr>
              <a:t> </a:t>
            </a:r>
            <a:r>
              <a:rPr lang="en-US" sz="2400" b="1" u="sng" kern="1200" dirty="0" err="1">
                <a:latin typeface="+mn-lt"/>
                <a:ea typeface="+mn-ea"/>
                <a:cs typeface="+mn-cs"/>
              </a:rPr>
              <a:t>diketa</a:t>
            </a:r>
            <a:r>
              <a:rPr lang="id-ID" sz="2400" b="1" u="sng" kern="1200" dirty="0">
                <a:latin typeface="+mn-lt"/>
                <a:ea typeface="+mn-ea"/>
                <a:cs typeface="+mn-cs"/>
              </a:rPr>
              <a:t>h</a:t>
            </a:r>
            <a:r>
              <a:rPr lang="en-US" sz="2400" b="1" u="sng" kern="1200" dirty="0" err="1">
                <a:latin typeface="+mn-lt"/>
                <a:ea typeface="+mn-ea"/>
                <a:cs typeface="+mn-cs"/>
              </a:rPr>
              <a:t>ui</a:t>
            </a:r>
            <a:r>
              <a:rPr lang="en-US" sz="2400" b="1" u="sng" kern="1200" dirty="0">
                <a:latin typeface="+mn-lt"/>
                <a:ea typeface="+mn-ea"/>
                <a:cs typeface="+mn-cs"/>
              </a:rPr>
              <a:t> </a:t>
            </a:r>
            <a:r>
              <a:rPr lang="en-US" sz="2400" b="1" u="sng" kern="1200" dirty="0" err="1">
                <a:latin typeface="+mn-lt"/>
                <a:ea typeface="+mn-ea"/>
                <a:cs typeface="+mn-cs"/>
              </a:rPr>
              <a:t>oleh</a:t>
            </a:r>
            <a:r>
              <a:rPr lang="en-US" sz="2400" b="1" u="sng" kern="1200" dirty="0">
                <a:latin typeface="+mn-lt"/>
                <a:ea typeface="+mn-ea"/>
                <a:cs typeface="+mn-cs"/>
              </a:rPr>
              <a:t> </a:t>
            </a:r>
            <a:r>
              <a:rPr lang="en-US" sz="2400" b="1" u="sng" kern="1200" dirty="0" err="1">
                <a:latin typeface="+mn-lt"/>
                <a:ea typeface="+mn-ea"/>
                <a:cs typeface="+mn-cs"/>
              </a:rPr>
              <a:t>agen</a:t>
            </a:r>
            <a:r>
              <a:rPr lang="en-US" sz="2400" b="1" u="sng" kern="1200" dirty="0">
                <a:latin typeface="+mn-lt"/>
                <a:ea typeface="+mn-ea"/>
                <a:cs typeface="+mn-cs"/>
              </a:rPr>
              <a:t> </a:t>
            </a:r>
            <a:r>
              <a:rPr lang="en-US" sz="2400" kern="1200" dirty="0" err="1">
                <a:latin typeface="+mn-lt"/>
                <a:ea typeface="+mn-ea"/>
                <a:cs typeface="+mn-cs"/>
              </a:rPr>
              <a:t>tentang</a:t>
            </a:r>
            <a:r>
              <a:rPr lang="en-US" sz="2400" kern="1200" dirty="0">
                <a:latin typeface="+mn-lt"/>
                <a:ea typeface="+mn-ea"/>
                <a:cs typeface="+mn-cs"/>
              </a:rPr>
              <a:t> </a:t>
            </a:r>
            <a:r>
              <a:rPr lang="en-US" sz="2400" kern="1200" dirty="0" err="1">
                <a:latin typeface="+mn-lt"/>
                <a:ea typeface="+mn-ea"/>
                <a:cs typeface="+mn-cs"/>
              </a:rPr>
              <a:t>lingkunganya</a:t>
            </a:r>
            <a:r>
              <a:rPr lang="en-US" sz="2400" kern="1200" dirty="0">
                <a:latin typeface="+mn-lt"/>
                <a:ea typeface="+mn-ea"/>
                <a:cs typeface="+mn-cs"/>
              </a:rPr>
              <a:t>.</a:t>
            </a:r>
            <a:endParaRPr lang="id-ID" sz="2400" kern="1200" dirty="0">
              <a:latin typeface="+mn-lt"/>
              <a:ea typeface="+mn-ea"/>
              <a:cs typeface="+mn-cs"/>
            </a:endParaRPr>
          </a:p>
          <a:p>
            <a:pPr marL="900430" lvl="3" indent="-250825" algn="just" fontAlgn="auto">
              <a:spcAft>
                <a:spcPts val="0"/>
              </a:spcAft>
              <a:buClr>
                <a:schemeClr val="accent4"/>
              </a:buClr>
              <a:buFont typeface="Wingdings" panose="05000000000000000000" pitchFamily="2" charset="2"/>
              <a:buChar char="§"/>
              <a:defRPr/>
            </a:pPr>
            <a:r>
              <a:rPr lang="en-US" sz="2400" kern="1200" dirty="0" err="1">
                <a:latin typeface="+mn-lt"/>
                <a:ea typeface="+mn-ea"/>
                <a:cs typeface="+mn-cs"/>
              </a:rPr>
              <a:t>Atau</a:t>
            </a:r>
            <a:r>
              <a:rPr lang="en-US" sz="2400" kern="1200" dirty="0">
                <a:latin typeface="+mn-lt"/>
                <a:ea typeface="+mn-ea"/>
                <a:cs typeface="+mn-cs"/>
              </a:rPr>
              <a:t> </a:t>
            </a:r>
            <a:r>
              <a:rPr lang="en-US" sz="2400" i="1" kern="1200" dirty="0">
                <a:latin typeface="+mn-lt"/>
                <a:ea typeface="+mn-ea"/>
                <a:cs typeface="+mn-cs"/>
              </a:rPr>
              <a:t>belief </a:t>
            </a:r>
            <a:r>
              <a:rPr lang="en-US" sz="2400" kern="1200" dirty="0" err="1">
                <a:latin typeface="+mn-lt"/>
                <a:ea typeface="+mn-ea"/>
                <a:cs typeface="+mn-cs"/>
              </a:rPr>
              <a:t>merupakan</a:t>
            </a:r>
            <a:r>
              <a:rPr lang="en-US" sz="2400" kern="1200" dirty="0">
                <a:latin typeface="+mn-lt"/>
                <a:ea typeface="+mn-ea"/>
                <a:cs typeface="+mn-cs"/>
              </a:rPr>
              <a:t> </a:t>
            </a:r>
            <a:r>
              <a:rPr lang="en-US" sz="2400" kern="1200" dirty="0" err="1">
                <a:latin typeface="+mn-lt"/>
                <a:ea typeface="+mn-ea"/>
                <a:cs typeface="+mn-cs"/>
              </a:rPr>
              <a:t>pengetahuan</a:t>
            </a:r>
            <a:r>
              <a:rPr lang="en-US" sz="2400" kern="1200" dirty="0">
                <a:latin typeface="+mn-lt"/>
                <a:ea typeface="+mn-ea"/>
                <a:cs typeface="+mn-cs"/>
              </a:rPr>
              <a:t> </a:t>
            </a:r>
            <a:r>
              <a:rPr lang="en-US" sz="2400" kern="1200" dirty="0" err="1">
                <a:latin typeface="+mn-lt"/>
                <a:ea typeface="+mn-ea"/>
                <a:cs typeface="+mn-cs"/>
              </a:rPr>
              <a:t>agen</a:t>
            </a:r>
            <a:r>
              <a:rPr lang="en-US" sz="2400" kern="1200" dirty="0">
                <a:latin typeface="+mn-lt"/>
                <a:ea typeface="+mn-ea"/>
                <a:cs typeface="+mn-cs"/>
              </a:rPr>
              <a:t> </a:t>
            </a:r>
            <a:r>
              <a:rPr lang="en-US" sz="2400" kern="1200" dirty="0" err="1">
                <a:latin typeface="+mn-lt"/>
                <a:ea typeface="+mn-ea"/>
                <a:cs typeface="+mn-cs"/>
              </a:rPr>
              <a:t>atau</a:t>
            </a:r>
            <a:r>
              <a:rPr lang="en-US" sz="2400" kern="1200" dirty="0">
                <a:latin typeface="+mn-lt"/>
                <a:ea typeface="+mn-ea"/>
                <a:cs typeface="+mn-cs"/>
              </a:rPr>
              <a:t> </a:t>
            </a:r>
            <a:r>
              <a:rPr lang="en-US" sz="2400" kern="1200" dirty="0" err="1">
                <a:latin typeface="+mn-lt"/>
                <a:ea typeface="+mn-ea"/>
                <a:cs typeface="+mn-cs"/>
              </a:rPr>
              <a:t>informasi</a:t>
            </a:r>
            <a:r>
              <a:rPr lang="en-US" sz="2400" kern="1200" dirty="0">
                <a:latin typeface="+mn-lt"/>
                <a:ea typeface="+mn-ea"/>
                <a:cs typeface="+mn-cs"/>
              </a:rPr>
              <a:t> yang </a:t>
            </a:r>
            <a:r>
              <a:rPr lang="en-US" sz="2400" kern="1200" dirty="0" err="1">
                <a:latin typeface="+mn-lt"/>
                <a:ea typeface="+mn-ea"/>
                <a:cs typeface="+mn-cs"/>
              </a:rPr>
              <a:t>diperoleh</a:t>
            </a:r>
            <a:r>
              <a:rPr lang="en-US" sz="2400" kern="1200" dirty="0">
                <a:latin typeface="+mn-lt"/>
                <a:ea typeface="+mn-ea"/>
                <a:cs typeface="+mn-cs"/>
              </a:rPr>
              <a:t> </a:t>
            </a:r>
            <a:r>
              <a:rPr lang="en-US" sz="2400" kern="1200" dirty="0" err="1">
                <a:latin typeface="+mn-lt"/>
                <a:ea typeface="+mn-ea"/>
                <a:cs typeface="+mn-cs"/>
              </a:rPr>
              <a:t>agen</a:t>
            </a:r>
            <a:r>
              <a:rPr lang="en-US" sz="2400" kern="1200" dirty="0">
                <a:latin typeface="+mn-lt"/>
                <a:ea typeface="+mn-ea"/>
                <a:cs typeface="+mn-cs"/>
              </a:rPr>
              <a:t> </a:t>
            </a:r>
            <a:r>
              <a:rPr lang="en-US" sz="2400" kern="1200" dirty="0" err="1">
                <a:latin typeface="+mn-lt"/>
                <a:ea typeface="+mn-ea"/>
                <a:cs typeface="+mn-cs"/>
              </a:rPr>
              <a:t>tentang</a:t>
            </a:r>
            <a:r>
              <a:rPr lang="en-US" sz="2400" kern="1200" dirty="0">
                <a:latin typeface="+mn-lt"/>
                <a:ea typeface="+mn-ea"/>
                <a:cs typeface="+mn-cs"/>
              </a:rPr>
              <a:t> </a:t>
            </a:r>
            <a:r>
              <a:rPr lang="en-US" sz="2400" kern="1200" dirty="0" err="1">
                <a:latin typeface="+mn-lt"/>
                <a:ea typeface="+mn-ea"/>
                <a:cs typeface="+mn-cs"/>
              </a:rPr>
              <a:t>lingkungannya</a:t>
            </a:r>
            <a:r>
              <a:rPr lang="en-US" sz="2400" kern="1200" dirty="0">
                <a:latin typeface="+mn-lt"/>
                <a:ea typeface="+mn-ea"/>
                <a:cs typeface="+mn-cs"/>
              </a:rPr>
              <a:t>. </a:t>
            </a:r>
          </a:p>
          <a:p>
            <a:pPr marL="546100" lvl="2" indent="-457200" algn="just" fontAlgn="auto">
              <a:spcAft>
                <a:spcPts val="0"/>
              </a:spcAft>
              <a:buClr>
                <a:schemeClr val="accent3"/>
              </a:buClr>
              <a:buFont typeface="+mj-lt"/>
              <a:buAutoNum type="arabicPeriod"/>
              <a:defRPr/>
            </a:pPr>
            <a:r>
              <a:rPr lang="en-US" sz="2400" kern="1200" dirty="0" err="1">
                <a:solidFill>
                  <a:srgbClr val="FF0000"/>
                </a:solidFill>
                <a:latin typeface="+mn-lt"/>
                <a:ea typeface="+mn-ea"/>
                <a:cs typeface="+mn-cs"/>
              </a:rPr>
              <a:t>Keinginan</a:t>
            </a:r>
            <a:r>
              <a:rPr lang="en-US" sz="2400" kern="1200" dirty="0">
                <a:solidFill>
                  <a:srgbClr val="FF0000"/>
                </a:solidFill>
                <a:latin typeface="+mn-lt"/>
                <a:ea typeface="+mn-ea"/>
                <a:cs typeface="+mn-cs"/>
              </a:rPr>
              <a:t> </a:t>
            </a:r>
            <a:r>
              <a:rPr lang="en-US" sz="2400" kern="1200" dirty="0" err="1">
                <a:solidFill>
                  <a:srgbClr val="FF0000"/>
                </a:solidFill>
                <a:latin typeface="+mn-lt"/>
                <a:ea typeface="+mn-ea"/>
                <a:cs typeface="+mn-cs"/>
              </a:rPr>
              <a:t>atau</a:t>
            </a:r>
            <a:r>
              <a:rPr lang="en-US" sz="2400" kern="1200" dirty="0">
                <a:solidFill>
                  <a:srgbClr val="FF0000"/>
                </a:solidFill>
                <a:latin typeface="+mn-lt"/>
                <a:ea typeface="+mn-ea"/>
                <a:cs typeface="+mn-cs"/>
              </a:rPr>
              <a:t> desire :</a:t>
            </a:r>
          </a:p>
          <a:p>
            <a:pPr marL="523875" lvl="4" indent="0" algn="just" fontAlgn="auto">
              <a:spcAft>
                <a:spcPts val="0"/>
              </a:spcAft>
              <a:buClr>
                <a:schemeClr val="accent5"/>
              </a:buClr>
              <a:buNone/>
              <a:defRPr/>
            </a:pPr>
            <a:r>
              <a:rPr lang="en-US" sz="2200" kern="1200" dirty="0" err="1">
                <a:latin typeface="+mn-lt"/>
                <a:ea typeface="+mn-ea"/>
                <a:cs typeface="+mn-cs"/>
              </a:rPr>
              <a:t>Tujuan</a:t>
            </a:r>
            <a:r>
              <a:rPr lang="en-US" sz="2200" kern="1200" dirty="0">
                <a:latin typeface="+mn-lt"/>
                <a:ea typeface="+mn-ea"/>
                <a:cs typeface="+mn-cs"/>
              </a:rPr>
              <a:t>, </a:t>
            </a:r>
            <a:r>
              <a:rPr lang="en-US" sz="2200" kern="1200" dirty="0" err="1">
                <a:latin typeface="+mn-lt"/>
                <a:ea typeface="+mn-ea"/>
                <a:cs typeface="+mn-cs"/>
              </a:rPr>
              <a:t>tugas</a:t>
            </a:r>
            <a:r>
              <a:rPr lang="en-US" sz="2200" kern="1200" dirty="0">
                <a:latin typeface="+mn-lt"/>
                <a:ea typeface="+mn-ea"/>
                <a:cs typeface="+mn-cs"/>
              </a:rPr>
              <a:t> yang </a:t>
            </a:r>
            <a:r>
              <a:rPr lang="en-US" sz="2200" kern="1200" dirty="0" err="1">
                <a:latin typeface="+mn-lt"/>
                <a:ea typeface="+mn-ea"/>
                <a:cs typeface="+mn-cs"/>
              </a:rPr>
              <a:t>harus</a:t>
            </a:r>
            <a:r>
              <a:rPr lang="en-US" sz="2200" kern="1200" dirty="0">
                <a:latin typeface="+mn-lt"/>
                <a:ea typeface="+mn-ea"/>
                <a:cs typeface="+mn-cs"/>
              </a:rPr>
              <a:t> </a:t>
            </a:r>
            <a:r>
              <a:rPr lang="fi-FI" sz="2200" kern="1200" dirty="0">
                <a:latin typeface="+mn-lt"/>
                <a:ea typeface="+mn-ea"/>
                <a:cs typeface="+mn-cs"/>
              </a:rPr>
              <a:t>diselesaikan oleh agen atau sesuatu yang </a:t>
            </a:r>
            <a:r>
              <a:rPr lang="en-US" sz="2200" kern="1200" dirty="0" err="1">
                <a:latin typeface="+mn-lt"/>
                <a:ea typeface="+mn-ea"/>
                <a:cs typeface="+mn-cs"/>
              </a:rPr>
              <a:t>ingin</a:t>
            </a:r>
            <a:r>
              <a:rPr lang="en-US" sz="2200" kern="1200" dirty="0">
                <a:latin typeface="+mn-lt"/>
                <a:ea typeface="+mn-ea"/>
                <a:cs typeface="+mn-cs"/>
              </a:rPr>
              <a:t> </a:t>
            </a:r>
            <a:r>
              <a:rPr lang="en-US" sz="2200" kern="1200" dirty="0" err="1">
                <a:latin typeface="+mn-lt"/>
                <a:ea typeface="+mn-ea"/>
                <a:cs typeface="+mn-cs"/>
              </a:rPr>
              <a:t>dicapai</a:t>
            </a:r>
            <a:r>
              <a:rPr lang="en-US" sz="2200" kern="1200" dirty="0">
                <a:latin typeface="+mn-lt"/>
                <a:ea typeface="+mn-ea"/>
                <a:cs typeface="+mn-cs"/>
              </a:rPr>
              <a:t> </a:t>
            </a:r>
            <a:r>
              <a:rPr lang="en-US" sz="2200" kern="1200" dirty="0" err="1">
                <a:latin typeface="+mn-lt"/>
                <a:ea typeface="+mn-ea"/>
                <a:cs typeface="+mn-cs"/>
              </a:rPr>
              <a:t>oleh</a:t>
            </a:r>
            <a:r>
              <a:rPr lang="en-US" sz="2200" kern="1200" dirty="0">
                <a:latin typeface="+mn-lt"/>
                <a:ea typeface="+mn-ea"/>
                <a:cs typeface="+mn-cs"/>
              </a:rPr>
              <a:t> </a:t>
            </a:r>
            <a:r>
              <a:rPr lang="en-US" sz="2200" kern="1200" dirty="0" err="1">
                <a:latin typeface="+mn-lt"/>
                <a:ea typeface="+mn-ea"/>
                <a:cs typeface="+mn-cs"/>
              </a:rPr>
              <a:t>agen</a:t>
            </a:r>
            <a:r>
              <a:rPr lang="en-US" sz="2200" kern="1200" dirty="0">
                <a:latin typeface="+mn-lt"/>
                <a:ea typeface="+mn-ea"/>
                <a:cs typeface="+mn-cs"/>
              </a:rPr>
              <a:t>. </a:t>
            </a:r>
          </a:p>
          <a:p>
            <a:pPr marL="546100" lvl="2" indent="-457200" algn="just" fontAlgn="auto">
              <a:spcAft>
                <a:spcPts val="0"/>
              </a:spcAft>
              <a:buClr>
                <a:schemeClr val="accent3"/>
              </a:buClr>
              <a:buFont typeface="+mj-lt"/>
              <a:buAutoNum type="arabicPeriod"/>
              <a:defRPr/>
            </a:pPr>
            <a:r>
              <a:rPr lang="en-US" sz="2400" kern="1200" dirty="0" err="1">
                <a:solidFill>
                  <a:srgbClr val="FF0000"/>
                </a:solidFill>
                <a:latin typeface="+mn-lt"/>
                <a:ea typeface="+mn-ea"/>
                <a:cs typeface="+mn-cs"/>
              </a:rPr>
              <a:t>Kehendak</a:t>
            </a:r>
            <a:r>
              <a:rPr lang="en-US" sz="2400" kern="1200" dirty="0">
                <a:solidFill>
                  <a:srgbClr val="FF0000"/>
                </a:solidFill>
                <a:latin typeface="+mn-lt"/>
                <a:ea typeface="+mn-ea"/>
                <a:cs typeface="+mn-cs"/>
              </a:rPr>
              <a:t> </a:t>
            </a:r>
            <a:r>
              <a:rPr lang="en-US" sz="2400" kern="1200" dirty="0" err="1">
                <a:solidFill>
                  <a:srgbClr val="FF0000"/>
                </a:solidFill>
                <a:latin typeface="+mn-lt"/>
                <a:ea typeface="+mn-ea"/>
                <a:cs typeface="+mn-cs"/>
              </a:rPr>
              <a:t>atau</a:t>
            </a:r>
            <a:r>
              <a:rPr lang="en-US" sz="2400" kern="1200" dirty="0">
                <a:solidFill>
                  <a:srgbClr val="FF0000"/>
                </a:solidFill>
                <a:latin typeface="+mn-lt"/>
                <a:ea typeface="+mn-ea"/>
                <a:cs typeface="+mn-cs"/>
              </a:rPr>
              <a:t> intention :</a:t>
            </a:r>
          </a:p>
          <a:p>
            <a:pPr marL="530225" lvl="3" indent="0" algn="just" fontAlgn="auto">
              <a:spcAft>
                <a:spcPts val="0"/>
              </a:spcAft>
              <a:buClr>
                <a:schemeClr val="accent4"/>
              </a:buClr>
              <a:buNone/>
              <a:defRPr/>
            </a:pPr>
            <a:r>
              <a:rPr lang="en-US" sz="2400" kern="1200" dirty="0" err="1">
                <a:latin typeface="+mn-lt"/>
                <a:ea typeface="+mn-ea"/>
                <a:cs typeface="+mn-cs"/>
              </a:rPr>
              <a:t>Rencana-rencana</a:t>
            </a:r>
            <a:r>
              <a:rPr lang="en-US" sz="2400" kern="1200" dirty="0">
                <a:latin typeface="+mn-lt"/>
                <a:ea typeface="+mn-ea"/>
                <a:cs typeface="+mn-cs"/>
              </a:rPr>
              <a:t> yang </a:t>
            </a:r>
            <a:r>
              <a:rPr lang="en-US" sz="2400" kern="1200" dirty="0" err="1">
                <a:latin typeface="+mn-lt"/>
                <a:ea typeface="+mn-ea"/>
                <a:cs typeface="+mn-cs"/>
              </a:rPr>
              <a:t>disusun</a:t>
            </a:r>
            <a:r>
              <a:rPr lang="en-US" sz="2400" kern="1200" dirty="0">
                <a:latin typeface="+mn-lt"/>
                <a:ea typeface="+mn-ea"/>
                <a:cs typeface="+mn-cs"/>
              </a:rPr>
              <a:t> </a:t>
            </a:r>
            <a:r>
              <a:rPr lang="en-US" sz="2400" kern="1200" dirty="0" err="1">
                <a:latin typeface="+mn-lt"/>
                <a:ea typeface="+mn-ea"/>
                <a:cs typeface="+mn-cs"/>
              </a:rPr>
              <a:t>untuk</a:t>
            </a:r>
            <a:r>
              <a:rPr lang="en-US" sz="2400" kern="1200" dirty="0">
                <a:latin typeface="+mn-lt"/>
                <a:ea typeface="+mn-ea"/>
                <a:cs typeface="+mn-cs"/>
              </a:rPr>
              <a:t> </a:t>
            </a:r>
            <a:r>
              <a:rPr lang="en-US" sz="2400" kern="1200" dirty="0" err="1">
                <a:latin typeface="+mn-lt"/>
                <a:ea typeface="+mn-ea"/>
                <a:cs typeface="+mn-cs"/>
              </a:rPr>
              <a:t>mencapai</a:t>
            </a:r>
            <a:r>
              <a:rPr lang="en-US" sz="2400" kern="1200" dirty="0">
                <a:latin typeface="+mn-lt"/>
                <a:ea typeface="+mn-ea"/>
                <a:cs typeface="+mn-cs"/>
              </a:rPr>
              <a:t>.</a:t>
            </a:r>
          </a:p>
          <a:p>
            <a:pPr indent="-228600" fontAlgn="auto">
              <a:spcAft>
                <a:spcPts val="0"/>
              </a:spcAft>
              <a:buClr>
                <a:schemeClr val="accent1"/>
              </a:buClr>
              <a:buFont typeface="Arial" panose="020B0604020202020204" pitchFamily="34" charset="0"/>
              <a:buChar char="•"/>
              <a:defRPr/>
            </a:pPr>
            <a:endParaRPr lang="id-ID" sz="2200" b="0" kern="1200" dirty="0">
              <a:solidFill>
                <a:schemeClr val="tx1"/>
              </a:solidFill>
            </a:endParaRPr>
          </a:p>
        </p:txBody>
      </p:sp>
      <p:sp>
        <p:nvSpPr>
          <p:cNvPr id="4" name="Slide Number Placeholder 3">
            <a:extLst>
              <a:ext uri="{FF2B5EF4-FFF2-40B4-BE49-F238E27FC236}">
                <a16:creationId xmlns:a16="http://schemas.microsoft.com/office/drawing/2014/main" id="{F7BD9EE4-941C-079D-F0B6-019ACB61EF6A}"/>
              </a:ext>
            </a:extLst>
          </p:cNvPr>
          <p:cNvSpPr>
            <a:spLocks noGrp="1"/>
          </p:cNvSpPr>
          <p:nvPr>
            <p:ph type="sldNum" sz="quarter" idx="12"/>
          </p:nvPr>
        </p:nvSpPr>
        <p:spPr/>
        <p:txBody>
          <a:bodyPr/>
          <a:lstStyle/>
          <a:p>
            <a:fld id="{CAD34C56-3DE2-4A4D-9227-67C03E05E467}" type="slidenum">
              <a:rPr lang="en-ID" smtClean="0"/>
              <a:t>44</a:t>
            </a:fld>
            <a:endParaRPr lang="en-ID"/>
          </a:p>
        </p:txBody>
      </p:sp>
    </p:spTree>
    <p:extLst>
      <p:ext uri="{BB962C8B-B14F-4D97-AF65-F5344CB8AC3E}">
        <p14:creationId xmlns:p14="http://schemas.microsoft.com/office/powerpoint/2010/main" val="4202823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047" y="609600"/>
            <a:ext cx="6487955"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id-ID"/>
              <a:t>Arsitektur Agen</a:t>
            </a:r>
            <a:endParaRPr lang="id-ID" dirty="0"/>
          </a:p>
        </p:txBody>
      </p:sp>
      <p:pic>
        <p:nvPicPr>
          <p:cNvPr id="14" name="Picture 13" descr="Nomor bursa saham">
            <a:extLst>
              <a:ext uri="{FF2B5EF4-FFF2-40B4-BE49-F238E27FC236}">
                <a16:creationId xmlns:a16="http://schemas.microsoft.com/office/drawing/2014/main" id="{AFFEE13D-FAD6-0E07-2949-92561B421DCA}"/>
              </a:ext>
            </a:extLst>
          </p:cNvPr>
          <p:cNvPicPr>
            <a:picLocks noChangeAspect="1"/>
          </p:cNvPicPr>
          <p:nvPr/>
        </p:nvPicPr>
        <p:blipFill rotWithShape="1">
          <a:blip r:embed="rId2">
            <a:duotone>
              <a:prstClr val="black"/>
              <a:schemeClr val="tx2">
                <a:tint val="45000"/>
                <a:satMod val="400000"/>
              </a:schemeClr>
            </a:duotone>
          </a:blip>
          <a:srcRect l="31420" r="44453" b="9090"/>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42" name="Isosceles Triangle 41">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 name="Content Placeholder 2"/>
          <p:cNvSpPr>
            <a:spLocks noGrp="1"/>
          </p:cNvSpPr>
          <p:nvPr>
            <p:ph idx="1"/>
          </p:nvPr>
        </p:nvSpPr>
        <p:spPr>
          <a:xfrm>
            <a:off x="2786047" y="2160589"/>
            <a:ext cx="6487955" cy="3880773"/>
          </a:xfrm>
        </p:spPr>
        <p:txBody>
          <a:bodyPr vert="horz" lIns="91440" tIns="45720" rIns="91440" bIns="45720" numCol="1" rtlCol="0" anchorCtr="0" compatLnSpc="1">
            <a:prstTxWarp prst="textNoShape">
              <a:avLst/>
            </a:prstTxWarp>
            <a:normAutofit/>
          </a:bodyPr>
          <a:lstStyle/>
          <a:p>
            <a:pPr marL="114300" indent="0" fontAlgn="auto">
              <a:spcAft>
                <a:spcPts val="0"/>
              </a:spcAft>
              <a:buClr>
                <a:schemeClr val="accent1"/>
              </a:buClr>
              <a:buNone/>
              <a:defRPr/>
            </a:pPr>
            <a:r>
              <a:rPr lang="en-US" b="0" kern="1200" dirty="0" err="1"/>
              <a:t>Contoh</a:t>
            </a:r>
            <a:endParaRPr lang="en-US" b="0" kern="1200" dirty="0"/>
          </a:p>
          <a:p>
            <a:pPr marL="914400" lvl="1" indent="-514350" fontAlgn="auto">
              <a:spcAft>
                <a:spcPts val="0"/>
              </a:spcAft>
              <a:buClr>
                <a:schemeClr val="accent2"/>
              </a:buClr>
              <a:buFont typeface="Wingdings" panose="05000000000000000000" pitchFamily="2" charset="2"/>
              <a:buChar char="§"/>
              <a:defRPr/>
            </a:pPr>
            <a:r>
              <a:rPr lang="en-US" kern="1200" dirty="0" err="1">
                <a:latin typeface="+mn-lt"/>
                <a:ea typeface="+mn-ea"/>
                <a:cs typeface="+mn-cs"/>
              </a:rPr>
              <a:t>Rancang</a:t>
            </a:r>
            <a:r>
              <a:rPr lang="en-US" kern="1200" dirty="0">
                <a:latin typeface="+mn-lt"/>
                <a:ea typeface="+mn-ea"/>
                <a:cs typeface="+mn-cs"/>
              </a:rPr>
              <a:t> </a:t>
            </a:r>
            <a:r>
              <a:rPr lang="en-US" kern="1200" dirty="0" err="1">
                <a:latin typeface="+mn-lt"/>
                <a:ea typeface="+mn-ea"/>
                <a:cs typeface="+mn-cs"/>
              </a:rPr>
              <a:t>bangun</a:t>
            </a:r>
            <a:r>
              <a:rPr lang="en-US" kern="1200" dirty="0">
                <a:latin typeface="+mn-lt"/>
                <a:ea typeface="+mn-ea"/>
                <a:cs typeface="+mn-cs"/>
              </a:rPr>
              <a:t> </a:t>
            </a:r>
            <a:r>
              <a:rPr lang="en-US" kern="1200" dirty="0" err="1">
                <a:latin typeface="+mn-lt"/>
                <a:ea typeface="+mn-ea"/>
                <a:cs typeface="+mn-cs"/>
              </a:rPr>
              <a:t>sistem</a:t>
            </a:r>
            <a:r>
              <a:rPr lang="en-US" kern="1200" dirty="0">
                <a:latin typeface="+mn-lt"/>
                <a:ea typeface="+mn-ea"/>
                <a:cs typeface="+mn-cs"/>
              </a:rPr>
              <a:t> </a:t>
            </a:r>
            <a:r>
              <a:rPr lang="en-US" kern="1200" dirty="0" err="1">
                <a:latin typeface="+mn-lt"/>
                <a:ea typeface="+mn-ea"/>
                <a:cs typeface="+mn-cs"/>
              </a:rPr>
              <a:t>agen</a:t>
            </a:r>
            <a:r>
              <a:rPr lang="en-US" kern="1200" dirty="0">
                <a:latin typeface="+mn-lt"/>
                <a:ea typeface="+mn-ea"/>
                <a:cs typeface="+mn-cs"/>
              </a:rPr>
              <a:t> </a:t>
            </a:r>
            <a:r>
              <a:rPr lang="en-US" kern="1200" dirty="0" err="1">
                <a:latin typeface="+mn-lt"/>
                <a:ea typeface="+mn-ea"/>
                <a:cs typeface="+mn-cs"/>
              </a:rPr>
              <a:t>cerdas</a:t>
            </a:r>
            <a:r>
              <a:rPr lang="en-US" kern="1200" dirty="0">
                <a:latin typeface="+mn-lt"/>
                <a:ea typeface="+mn-ea"/>
                <a:cs typeface="+mn-cs"/>
              </a:rPr>
              <a:t> </a:t>
            </a:r>
            <a:r>
              <a:rPr lang="en-US" kern="1200" dirty="0" err="1">
                <a:latin typeface="+mn-lt"/>
                <a:ea typeface="+mn-ea"/>
                <a:cs typeface="+mn-cs"/>
              </a:rPr>
              <a:t>untuk</a:t>
            </a:r>
            <a:r>
              <a:rPr lang="en-US" kern="1200" dirty="0">
                <a:latin typeface="+mn-lt"/>
                <a:ea typeface="+mn-ea"/>
                <a:cs typeface="+mn-cs"/>
              </a:rPr>
              <a:t> monitoring </a:t>
            </a:r>
            <a:r>
              <a:rPr lang="en-US" kern="1200" dirty="0" err="1">
                <a:latin typeface="+mn-lt"/>
                <a:ea typeface="+mn-ea"/>
                <a:cs typeface="+mn-cs"/>
              </a:rPr>
              <a:t>stok</a:t>
            </a:r>
            <a:r>
              <a:rPr lang="en-US" kern="1200" dirty="0">
                <a:latin typeface="+mn-lt"/>
                <a:ea typeface="+mn-ea"/>
                <a:cs typeface="+mn-cs"/>
              </a:rPr>
              <a:t> </a:t>
            </a:r>
            <a:r>
              <a:rPr lang="en-US" kern="1200" dirty="0" err="1">
                <a:latin typeface="+mn-lt"/>
                <a:ea typeface="+mn-ea"/>
                <a:cs typeface="+mn-cs"/>
              </a:rPr>
              <a:t>perusahaan</a:t>
            </a:r>
            <a:r>
              <a:rPr lang="en-US" kern="1200" dirty="0">
                <a:latin typeface="+mn-lt"/>
                <a:ea typeface="+mn-ea"/>
                <a:cs typeface="+mn-cs"/>
              </a:rPr>
              <a:t> (</a:t>
            </a:r>
            <a:r>
              <a:rPr lang="en-US" kern="1200" dirty="0" err="1">
                <a:latin typeface="+mn-lt"/>
                <a:ea typeface="+mn-ea"/>
                <a:cs typeface="+mn-cs"/>
              </a:rPr>
              <a:t>Yunitarini</a:t>
            </a:r>
            <a:r>
              <a:rPr lang="en-US" kern="1200" dirty="0">
                <a:latin typeface="+mn-lt"/>
                <a:ea typeface="+mn-ea"/>
                <a:cs typeface="+mn-cs"/>
              </a:rPr>
              <a:t>, 2009) </a:t>
            </a:r>
            <a:r>
              <a:rPr lang="en-US" dirty="0">
                <a:sym typeface="Wingdings" panose="05000000000000000000" pitchFamily="2" charset="2"/>
              </a:rPr>
              <a:t></a:t>
            </a:r>
          </a:p>
          <a:p>
            <a:pPr marL="914400" lvl="1" indent="-514350" fontAlgn="auto">
              <a:spcAft>
                <a:spcPts val="0"/>
              </a:spcAft>
              <a:buClr>
                <a:schemeClr val="accent2"/>
              </a:buClr>
              <a:buFont typeface="Wingdings" panose="05000000000000000000" pitchFamily="2" charset="2"/>
              <a:buChar char="§"/>
              <a:defRPr/>
            </a:pPr>
            <a:r>
              <a:rPr lang="en-US" dirty="0">
                <a:sym typeface="Wingdings" panose="05000000000000000000" pitchFamily="2" charset="2"/>
                <a:hlinkClick r:id="rId3"/>
              </a:rPr>
              <a:t>https://journal.trunojoyo.ac.id/kursor/article/view/9400/5277</a:t>
            </a:r>
            <a:r>
              <a:rPr lang="en-US" dirty="0">
                <a:sym typeface="Wingdings" panose="05000000000000000000" pitchFamily="2" charset="2"/>
              </a:rPr>
              <a:t> </a:t>
            </a:r>
            <a:endParaRPr lang="en-US" kern="1200" dirty="0">
              <a:latin typeface="+mn-lt"/>
              <a:ea typeface="+mn-ea"/>
              <a:cs typeface="+mn-cs"/>
            </a:endParaRPr>
          </a:p>
          <a:p>
            <a:pPr marL="914400" lvl="1" indent="-514350" fontAlgn="auto">
              <a:spcAft>
                <a:spcPts val="0"/>
              </a:spcAft>
              <a:buClr>
                <a:schemeClr val="accent2"/>
              </a:buClr>
              <a:buFont typeface="Wingdings" panose="05000000000000000000" pitchFamily="2" charset="2"/>
              <a:buChar char="§"/>
              <a:defRPr/>
            </a:pPr>
            <a:r>
              <a:rPr lang="fi-FI" kern="1200" dirty="0">
                <a:latin typeface="+mn-lt"/>
                <a:ea typeface="+mn-ea"/>
                <a:cs typeface="+mn-cs"/>
              </a:rPr>
              <a:t>Adapun masukan dan tindakan adalah:</a:t>
            </a:r>
          </a:p>
          <a:p>
            <a:pPr marL="1314450" lvl="2" indent="-414655" fontAlgn="auto">
              <a:spcAft>
                <a:spcPts val="0"/>
              </a:spcAft>
              <a:buClr>
                <a:schemeClr val="accent3"/>
              </a:buClr>
              <a:buFont typeface="Wingdings" panose="05000000000000000000" pitchFamily="2" charset="2"/>
              <a:buChar char="ü"/>
              <a:defRPr/>
            </a:pPr>
            <a:r>
              <a:rPr lang="en-US" kern="1200" dirty="0">
                <a:latin typeface="+mn-lt"/>
                <a:ea typeface="+mn-ea"/>
                <a:cs typeface="+mn-cs"/>
              </a:rPr>
              <a:t>Percept. Percept yang </a:t>
            </a:r>
            <a:r>
              <a:rPr lang="en-US" kern="1200" dirty="0" err="1">
                <a:latin typeface="+mn-lt"/>
                <a:ea typeface="+mn-ea"/>
                <a:cs typeface="+mn-cs"/>
              </a:rPr>
              <a:t>digunakan</a:t>
            </a:r>
            <a:r>
              <a:rPr lang="en-US" kern="1200" dirty="0">
                <a:latin typeface="+mn-lt"/>
                <a:ea typeface="+mn-ea"/>
                <a:cs typeface="+mn-cs"/>
              </a:rPr>
              <a:t> di </a:t>
            </a:r>
            <a:r>
              <a:rPr lang="en-US" kern="1200" dirty="0" err="1">
                <a:latin typeface="+mn-lt"/>
                <a:ea typeface="+mn-ea"/>
                <a:cs typeface="+mn-cs"/>
              </a:rPr>
              <a:t>dalam</a:t>
            </a:r>
            <a:r>
              <a:rPr lang="en-US" kern="1200" dirty="0">
                <a:latin typeface="+mn-lt"/>
                <a:ea typeface="+mn-ea"/>
                <a:cs typeface="+mn-cs"/>
              </a:rPr>
              <a:t> </a:t>
            </a:r>
            <a:r>
              <a:rPr lang="pt-BR" kern="1200" dirty="0">
                <a:latin typeface="+mn-lt"/>
                <a:ea typeface="+mn-ea"/>
                <a:cs typeface="+mn-cs"/>
              </a:rPr>
              <a:t>sistem antara lain data pemasok baru, data </a:t>
            </a:r>
            <a:r>
              <a:rPr lang="en-US" kern="1200" dirty="0" err="1">
                <a:latin typeface="+mn-lt"/>
                <a:ea typeface="+mn-ea"/>
                <a:cs typeface="+mn-cs"/>
              </a:rPr>
              <a:t>barang</a:t>
            </a:r>
            <a:r>
              <a:rPr lang="en-US" kern="1200" dirty="0">
                <a:latin typeface="+mn-lt"/>
                <a:ea typeface="+mn-ea"/>
                <a:cs typeface="+mn-cs"/>
              </a:rPr>
              <a:t> </a:t>
            </a:r>
            <a:r>
              <a:rPr lang="en-US" kern="1200" dirty="0" err="1">
                <a:latin typeface="+mn-lt"/>
                <a:ea typeface="+mn-ea"/>
                <a:cs typeface="+mn-cs"/>
              </a:rPr>
              <a:t>jual</a:t>
            </a:r>
            <a:r>
              <a:rPr lang="en-US" kern="1200" dirty="0">
                <a:latin typeface="+mn-lt"/>
                <a:ea typeface="+mn-ea"/>
                <a:cs typeface="+mn-cs"/>
              </a:rPr>
              <a:t>, data </a:t>
            </a:r>
            <a:r>
              <a:rPr lang="en-US" kern="1200" dirty="0" err="1">
                <a:latin typeface="+mn-lt"/>
                <a:ea typeface="+mn-ea"/>
                <a:cs typeface="+mn-cs"/>
              </a:rPr>
              <a:t>barang</a:t>
            </a:r>
            <a:r>
              <a:rPr lang="en-US" kern="1200" dirty="0">
                <a:latin typeface="+mn-lt"/>
                <a:ea typeface="+mn-ea"/>
                <a:cs typeface="+mn-cs"/>
              </a:rPr>
              <a:t> </a:t>
            </a:r>
            <a:r>
              <a:rPr lang="en-US" kern="1200" dirty="0" err="1">
                <a:latin typeface="+mn-lt"/>
                <a:ea typeface="+mn-ea"/>
                <a:cs typeface="+mn-cs"/>
              </a:rPr>
              <a:t>beli</a:t>
            </a:r>
            <a:r>
              <a:rPr lang="en-US" kern="1200" dirty="0">
                <a:latin typeface="+mn-lt"/>
                <a:ea typeface="+mn-ea"/>
                <a:cs typeface="+mn-cs"/>
              </a:rPr>
              <a:t>, dan data </a:t>
            </a:r>
            <a:r>
              <a:rPr lang="en-US" kern="1200" dirty="0" err="1">
                <a:latin typeface="+mn-lt"/>
                <a:ea typeface="+mn-ea"/>
                <a:cs typeface="+mn-cs"/>
              </a:rPr>
              <a:t>barang</a:t>
            </a:r>
            <a:r>
              <a:rPr lang="en-US" kern="1200" dirty="0">
                <a:latin typeface="+mn-lt"/>
                <a:ea typeface="+mn-ea"/>
                <a:cs typeface="+mn-cs"/>
              </a:rPr>
              <a:t> </a:t>
            </a:r>
            <a:r>
              <a:rPr lang="en-US" kern="1200" dirty="0" err="1">
                <a:latin typeface="+mn-lt"/>
                <a:ea typeface="+mn-ea"/>
                <a:cs typeface="+mn-cs"/>
              </a:rPr>
              <a:t>tiba</a:t>
            </a:r>
            <a:r>
              <a:rPr lang="en-US" kern="1200" dirty="0">
                <a:latin typeface="+mn-lt"/>
                <a:ea typeface="+mn-ea"/>
                <a:cs typeface="+mn-cs"/>
              </a:rPr>
              <a:t>.</a:t>
            </a:r>
          </a:p>
          <a:p>
            <a:pPr marL="1314450" lvl="2" indent="-414655" fontAlgn="auto">
              <a:spcAft>
                <a:spcPts val="0"/>
              </a:spcAft>
              <a:buClr>
                <a:schemeClr val="accent3"/>
              </a:buClr>
              <a:buFont typeface="Wingdings" panose="05000000000000000000" pitchFamily="2" charset="2"/>
              <a:buChar char="ü"/>
              <a:defRPr/>
            </a:pPr>
            <a:r>
              <a:rPr lang="en-US" kern="1200" dirty="0">
                <a:latin typeface="+mn-lt"/>
                <a:ea typeface="+mn-ea"/>
                <a:cs typeface="+mn-cs"/>
              </a:rPr>
              <a:t>Action. Action yang </a:t>
            </a:r>
            <a:r>
              <a:rPr lang="en-US" kern="1200" dirty="0" err="1">
                <a:latin typeface="+mn-lt"/>
                <a:ea typeface="+mn-ea"/>
                <a:cs typeface="+mn-cs"/>
              </a:rPr>
              <a:t>terlibat</a:t>
            </a:r>
            <a:r>
              <a:rPr lang="en-US" kern="1200" dirty="0">
                <a:latin typeface="+mn-lt"/>
                <a:ea typeface="+mn-ea"/>
                <a:cs typeface="+mn-cs"/>
              </a:rPr>
              <a:t> </a:t>
            </a:r>
            <a:r>
              <a:rPr lang="en-US" kern="1200" dirty="0" err="1">
                <a:latin typeface="+mn-lt"/>
                <a:ea typeface="+mn-ea"/>
                <a:cs typeface="+mn-cs"/>
              </a:rPr>
              <a:t>adalah</a:t>
            </a:r>
            <a:r>
              <a:rPr lang="en-US" kern="1200" dirty="0">
                <a:latin typeface="+mn-lt"/>
                <a:ea typeface="+mn-ea"/>
                <a:cs typeface="+mn-cs"/>
              </a:rPr>
              <a:t> </a:t>
            </a:r>
            <a:r>
              <a:rPr lang="en-US" kern="1200" dirty="0" err="1">
                <a:latin typeface="+mn-lt"/>
                <a:ea typeface="+mn-ea"/>
                <a:cs typeface="+mn-cs"/>
              </a:rPr>
              <a:t>bandingkan</a:t>
            </a:r>
            <a:r>
              <a:rPr lang="en-US" kern="1200" dirty="0">
                <a:latin typeface="+mn-lt"/>
                <a:ea typeface="+mn-ea"/>
                <a:cs typeface="+mn-cs"/>
              </a:rPr>
              <a:t> </a:t>
            </a:r>
            <a:r>
              <a:rPr lang="en-US" kern="1200" dirty="0" err="1">
                <a:latin typeface="+mn-lt"/>
                <a:ea typeface="+mn-ea"/>
                <a:cs typeface="+mn-cs"/>
              </a:rPr>
              <a:t>harga</a:t>
            </a:r>
            <a:r>
              <a:rPr lang="en-US" kern="1200" dirty="0">
                <a:latin typeface="+mn-lt"/>
                <a:ea typeface="+mn-ea"/>
                <a:cs typeface="+mn-cs"/>
              </a:rPr>
              <a:t> </a:t>
            </a:r>
            <a:r>
              <a:rPr lang="en-US" kern="1200" dirty="0" err="1">
                <a:latin typeface="+mn-lt"/>
                <a:ea typeface="+mn-ea"/>
                <a:cs typeface="+mn-cs"/>
              </a:rPr>
              <a:t>barang</a:t>
            </a:r>
            <a:r>
              <a:rPr lang="en-US" kern="1200" dirty="0">
                <a:latin typeface="+mn-lt"/>
                <a:ea typeface="+mn-ea"/>
                <a:cs typeface="+mn-cs"/>
              </a:rPr>
              <a:t> </a:t>
            </a:r>
            <a:r>
              <a:rPr lang="en-US" kern="1200" dirty="0" err="1">
                <a:latin typeface="+mn-lt"/>
                <a:ea typeface="+mn-ea"/>
                <a:cs typeface="+mn-cs"/>
              </a:rPr>
              <a:t>pemasok</a:t>
            </a:r>
            <a:r>
              <a:rPr lang="en-US" kern="1200" dirty="0">
                <a:latin typeface="+mn-lt"/>
                <a:ea typeface="+mn-ea"/>
                <a:cs typeface="+mn-cs"/>
              </a:rPr>
              <a:t>, </a:t>
            </a:r>
            <a:r>
              <a:rPr lang="nn-NO" kern="1200" dirty="0">
                <a:latin typeface="+mn-lt"/>
                <a:ea typeface="+mn-ea"/>
                <a:cs typeface="+mn-cs"/>
              </a:rPr>
              <a:t>bandingkan waktu antar barang, tentukan </a:t>
            </a:r>
            <a:r>
              <a:rPr lang="en-US" kern="1200" dirty="0" err="1">
                <a:latin typeface="+mn-lt"/>
                <a:ea typeface="+mn-ea"/>
                <a:cs typeface="+mn-cs"/>
              </a:rPr>
              <a:t>pemasok</a:t>
            </a:r>
            <a:r>
              <a:rPr lang="en-US" kern="1200" dirty="0">
                <a:latin typeface="+mn-lt"/>
                <a:ea typeface="+mn-ea"/>
                <a:cs typeface="+mn-cs"/>
              </a:rPr>
              <a:t>, </a:t>
            </a:r>
            <a:r>
              <a:rPr lang="en-US" kern="1200" dirty="0" err="1">
                <a:latin typeface="+mn-lt"/>
                <a:ea typeface="+mn-ea"/>
                <a:cs typeface="+mn-cs"/>
              </a:rPr>
              <a:t>menentukan</a:t>
            </a:r>
            <a:r>
              <a:rPr lang="en-US" kern="1200" dirty="0">
                <a:latin typeface="+mn-lt"/>
                <a:ea typeface="+mn-ea"/>
                <a:cs typeface="+mn-cs"/>
              </a:rPr>
              <a:t> </a:t>
            </a:r>
            <a:r>
              <a:rPr lang="en-US" kern="1200" dirty="0" err="1">
                <a:latin typeface="+mn-lt"/>
                <a:ea typeface="+mn-ea"/>
                <a:cs typeface="+mn-cs"/>
              </a:rPr>
              <a:t>persediaan</a:t>
            </a:r>
            <a:r>
              <a:rPr lang="en-US" kern="1200" dirty="0">
                <a:latin typeface="+mn-lt"/>
                <a:ea typeface="+mn-ea"/>
                <a:cs typeface="+mn-cs"/>
              </a:rPr>
              <a:t>.</a:t>
            </a:r>
          </a:p>
          <a:p>
            <a:pPr indent="-228600" fontAlgn="auto">
              <a:spcAft>
                <a:spcPts val="0"/>
              </a:spcAft>
              <a:buClr>
                <a:schemeClr val="accent1"/>
              </a:buClr>
              <a:buFont typeface="Arial" panose="020B0604020202020204" pitchFamily="34" charset="0"/>
              <a:buChar char="•"/>
              <a:defRPr/>
            </a:pPr>
            <a:endParaRPr lang="id-ID" b="0" kern="1200" dirty="0"/>
          </a:p>
        </p:txBody>
      </p:sp>
      <p:sp>
        <p:nvSpPr>
          <p:cNvPr id="4" name="Slide Number Placeholder 3">
            <a:extLst>
              <a:ext uri="{FF2B5EF4-FFF2-40B4-BE49-F238E27FC236}">
                <a16:creationId xmlns:a16="http://schemas.microsoft.com/office/drawing/2014/main" id="{75BA5FDB-9028-5022-0BD6-09DECB987B5B}"/>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45</a:t>
            </a:fld>
            <a:endParaRPr lang="en-ID"/>
          </a:p>
        </p:txBody>
      </p:sp>
    </p:spTree>
    <p:extLst>
      <p:ext uri="{BB962C8B-B14F-4D97-AF65-F5344CB8AC3E}">
        <p14:creationId xmlns:p14="http://schemas.microsoft.com/office/powerpoint/2010/main" val="19264448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49562" y="609600"/>
            <a:ext cx="6424440"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id-ID" dirty="0"/>
              <a:t>Tipe Agen</a:t>
            </a:r>
          </a:p>
        </p:txBody>
      </p:sp>
      <p:sp>
        <p:nvSpPr>
          <p:cNvPr id="27657" name="Isosceles Triangle 27656">
            <a:extLst>
              <a:ext uri="{FF2B5EF4-FFF2-40B4-BE49-F238E27FC236}">
                <a16:creationId xmlns:a16="http://schemas.microsoft.com/office/drawing/2014/main" id="{9F8803AC-EE0E-40C2-AD46-FD84FAD8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916" y="3822970"/>
            <a:ext cx="496112" cy="2918298"/>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pic>
        <p:nvPicPr>
          <p:cNvPr id="27653" name="Picture 27652" descr="Desk with stethoscope and computer keyboard">
            <a:extLst>
              <a:ext uri="{FF2B5EF4-FFF2-40B4-BE49-F238E27FC236}">
                <a16:creationId xmlns:a16="http://schemas.microsoft.com/office/drawing/2014/main" id="{8B7AB343-2739-4318-6584-ADC265A445E3}"/>
              </a:ext>
            </a:extLst>
          </p:cNvPr>
          <p:cNvPicPr>
            <a:picLocks noChangeAspect="1"/>
          </p:cNvPicPr>
          <p:nvPr/>
        </p:nvPicPr>
        <p:blipFill rotWithShape="1">
          <a:blip r:embed="rId2"/>
          <a:srcRect l="67679" r="5710" b="-2"/>
          <a:stretch/>
        </p:blipFill>
        <p:spPr>
          <a:xfrm>
            <a:off x="20" y="1"/>
            <a:ext cx="2734036" cy="6858000"/>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27659" name="Isosceles Triangle 27658">
            <a:extLst>
              <a:ext uri="{FF2B5EF4-FFF2-40B4-BE49-F238E27FC236}">
                <a16:creationId xmlns:a16="http://schemas.microsoft.com/office/drawing/2014/main" id="{051A3413-562D-435C-AAE4-56808F0CB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7651" name="Content Placeholder 2"/>
          <p:cNvSpPr>
            <a:spLocks noGrp="1"/>
          </p:cNvSpPr>
          <p:nvPr>
            <p:ph idx="1"/>
          </p:nvPr>
        </p:nvSpPr>
        <p:spPr>
          <a:xfrm>
            <a:off x="2849562" y="2160589"/>
            <a:ext cx="6424440" cy="3880773"/>
          </a:xfrm>
        </p:spPr>
        <p:txBody>
          <a:bodyPr vert="horz" lIns="91440" tIns="45720" rIns="91440" bIns="45720" numCol="1" anchorCtr="0" compatLnSpc="1">
            <a:prstTxWarp prst="textNoShape">
              <a:avLst/>
            </a:prstTxWarp>
            <a:normAutofit/>
          </a:bodyPr>
          <a:lstStyle/>
          <a:p>
            <a:pPr marL="857250" indent="-742950">
              <a:buFont typeface="Cambria" panose="02040503050406030204" pitchFamily="18" charset="0"/>
              <a:buAutoNum type="arabicPeriod"/>
            </a:pPr>
            <a:r>
              <a:rPr lang="en-US" b="0"/>
              <a:t>Simple reflex agents</a:t>
            </a:r>
          </a:p>
          <a:p>
            <a:pPr marL="857250" indent="-742950">
              <a:buFont typeface="Cambria" panose="02040503050406030204" pitchFamily="18" charset="0"/>
              <a:buAutoNum type="arabicPeriod"/>
            </a:pPr>
            <a:r>
              <a:rPr lang="en-US" b="0"/>
              <a:t>Modelbased reflex agents </a:t>
            </a:r>
          </a:p>
          <a:p>
            <a:pPr marL="857250" indent="-742950">
              <a:buFont typeface="Cambria" panose="02040503050406030204" pitchFamily="18" charset="0"/>
              <a:buAutoNum type="arabicPeriod"/>
            </a:pPr>
            <a:r>
              <a:rPr lang="en-US" b="0"/>
              <a:t>Goal-based reflex agents</a:t>
            </a:r>
          </a:p>
          <a:p>
            <a:pPr marL="857250" indent="-742950">
              <a:buFont typeface="Cambria" panose="02040503050406030204" pitchFamily="18" charset="0"/>
              <a:buAutoNum type="arabicPeriod"/>
            </a:pPr>
            <a:r>
              <a:rPr lang="en-US" b="0"/>
              <a:t>Utility-based reflex agents </a:t>
            </a:r>
          </a:p>
          <a:p>
            <a:pPr marL="857250" indent="-742950">
              <a:buFont typeface="Cambria" panose="02040503050406030204" pitchFamily="18" charset="0"/>
              <a:buAutoNum type="arabicPeriod"/>
            </a:pPr>
            <a:r>
              <a:rPr lang="en-US" b="0"/>
              <a:t>Learning agents</a:t>
            </a:r>
          </a:p>
        </p:txBody>
      </p:sp>
      <p:sp>
        <p:nvSpPr>
          <p:cNvPr id="3" name="Slide Number Placeholder 2">
            <a:extLst>
              <a:ext uri="{FF2B5EF4-FFF2-40B4-BE49-F238E27FC236}">
                <a16:creationId xmlns:a16="http://schemas.microsoft.com/office/drawing/2014/main" id="{F6620F2D-86D4-5272-D47F-9208488BECBE}"/>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46</a:t>
            </a:fld>
            <a:endParaRPr lang="en-ID"/>
          </a:p>
        </p:txBody>
      </p:sp>
    </p:spTree>
    <p:extLst>
      <p:ext uri="{BB962C8B-B14F-4D97-AF65-F5344CB8AC3E}">
        <p14:creationId xmlns:p14="http://schemas.microsoft.com/office/powerpoint/2010/main" val="240513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047" y="609600"/>
            <a:ext cx="6487955"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id-ID" dirty="0"/>
              <a:t>Simple Reflex Agents</a:t>
            </a:r>
          </a:p>
        </p:txBody>
      </p:sp>
      <p:pic>
        <p:nvPicPr>
          <p:cNvPr id="28677" name="Picture 28676" descr="Peluncuran roket">
            <a:extLst>
              <a:ext uri="{FF2B5EF4-FFF2-40B4-BE49-F238E27FC236}">
                <a16:creationId xmlns:a16="http://schemas.microsoft.com/office/drawing/2014/main" id="{6A968507-B727-23B9-7430-4F28100FD36C}"/>
              </a:ext>
            </a:extLst>
          </p:cNvPr>
          <p:cNvPicPr>
            <a:picLocks noChangeAspect="1"/>
          </p:cNvPicPr>
          <p:nvPr/>
        </p:nvPicPr>
        <p:blipFill rotWithShape="1">
          <a:blip r:embed="rId2">
            <a:duotone>
              <a:prstClr val="black"/>
              <a:schemeClr val="tx2">
                <a:tint val="45000"/>
                <a:satMod val="400000"/>
              </a:schemeClr>
            </a:duotone>
          </a:blip>
          <a:srcRect l="50422" r="23038" b="1"/>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28681" name="Isosceles Triangle 28680">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28675" name="Content Placeholder 2"/>
          <p:cNvSpPr>
            <a:spLocks noGrp="1"/>
          </p:cNvSpPr>
          <p:nvPr>
            <p:ph idx="1"/>
          </p:nvPr>
        </p:nvSpPr>
        <p:spPr>
          <a:xfrm>
            <a:off x="2786047" y="2160589"/>
            <a:ext cx="6487955" cy="3880773"/>
          </a:xfrm>
        </p:spPr>
        <p:txBody>
          <a:bodyPr vert="horz" lIns="91440" tIns="45720" rIns="91440" bIns="45720" numCol="1" anchorCtr="0" compatLnSpc="1">
            <a:prstTxWarp prst="textNoShape">
              <a:avLst/>
            </a:prstTxWarp>
            <a:normAutofit/>
          </a:bodyPr>
          <a:lstStyle/>
          <a:p>
            <a:pPr marL="357188" indent="-357188">
              <a:buFont typeface="Wingdings" panose="05000000000000000000" pitchFamily="2" charset="2"/>
              <a:buChar char="q"/>
            </a:pPr>
            <a:r>
              <a:rPr lang="en-ID" b="0"/>
              <a:t>Agen yang paling sederhana karena dia hanya menerapkan teknik kondisi aksi.</a:t>
            </a:r>
          </a:p>
          <a:p>
            <a:pPr marL="357188" indent="-357188">
              <a:buFont typeface="Wingdings" panose="05000000000000000000" pitchFamily="2" charset="2"/>
              <a:buChar char="q"/>
            </a:pPr>
            <a:r>
              <a:rPr lang="en-ID" b="0"/>
              <a:t>Jadi, jika terjadi suatu kondisi tertentu maka agen akan secara sederhana memberikan aksi tertentu. </a:t>
            </a:r>
          </a:p>
          <a:p>
            <a:pPr marL="357188" indent="-357188">
              <a:buFont typeface="Wingdings" panose="05000000000000000000" pitchFamily="2" charset="2"/>
              <a:buChar char="q"/>
            </a:pPr>
            <a:r>
              <a:rPr lang="en-ID" b="0"/>
              <a:t>Contoh: agen untuk pengendara taxi diberikan kondisi “jika mobil di depan melakukan pengereman” maka agen akan memberikan aksi “injak rem”.</a:t>
            </a:r>
          </a:p>
        </p:txBody>
      </p:sp>
      <p:sp>
        <p:nvSpPr>
          <p:cNvPr id="3" name="Slide Number Placeholder 2">
            <a:extLst>
              <a:ext uri="{FF2B5EF4-FFF2-40B4-BE49-F238E27FC236}">
                <a16:creationId xmlns:a16="http://schemas.microsoft.com/office/drawing/2014/main" id="{490C6F5C-BB1D-3B4A-4E1B-C1F6F79C89B0}"/>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47</a:t>
            </a:fld>
            <a:endParaRPr lang="en-ID"/>
          </a:p>
        </p:txBody>
      </p:sp>
    </p:spTree>
    <p:extLst>
      <p:ext uri="{BB962C8B-B14F-4D97-AF65-F5344CB8AC3E}">
        <p14:creationId xmlns:p14="http://schemas.microsoft.com/office/powerpoint/2010/main" val="29080961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86463"/>
          </a:xfrm>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id-ID" dirty="0"/>
              <a:t>Gambar Agen refleks sederhana</a:t>
            </a:r>
          </a:p>
        </p:txBody>
      </p:sp>
      <p:pic>
        <p:nvPicPr>
          <p:cNvPr id="29699" name="Picture 2"/>
          <p:cNvPicPr>
            <a:picLocks noGrp="1" noChangeAspect="1"/>
          </p:cNvPicPr>
          <p:nvPr>
            <p:ph idx="1"/>
          </p:nvPr>
        </p:nvPicPr>
        <p:blipFill>
          <a:blip r:embed="rId2"/>
          <a:srcRect/>
          <a:stretch>
            <a:fillRect/>
          </a:stretch>
        </p:blipFill>
        <p:spPr>
          <a:xfrm>
            <a:off x="860771" y="1533525"/>
            <a:ext cx="6600825" cy="4714875"/>
          </a:xfrm>
          <a:ln/>
        </p:spPr>
      </p:pic>
      <p:sp>
        <p:nvSpPr>
          <p:cNvPr id="3" name="Slide Number Placeholder 2">
            <a:extLst>
              <a:ext uri="{FF2B5EF4-FFF2-40B4-BE49-F238E27FC236}">
                <a16:creationId xmlns:a16="http://schemas.microsoft.com/office/drawing/2014/main" id="{C4B3C54A-095F-A31B-4DF2-558D80C0511C}"/>
              </a:ext>
            </a:extLst>
          </p:cNvPr>
          <p:cNvSpPr>
            <a:spLocks noGrp="1"/>
          </p:cNvSpPr>
          <p:nvPr>
            <p:ph type="sldNum" sz="quarter" idx="12"/>
          </p:nvPr>
        </p:nvSpPr>
        <p:spPr/>
        <p:txBody>
          <a:bodyPr/>
          <a:lstStyle/>
          <a:p>
            <a:fld id="{CAD34C56-3DE2-4A4D-9227-67C03E05E467}" type="slidenum">
              <a:rPr lang="en-ID" smtClean="0"/>
              <a:t>48</a:t>
            </a:fld>
            <a:endParaRPr lang="en-ID"/>
          </a:p>
        </p:txBody>
      </p:sp>
    </p:spTree>
    <p:extLst>
      <p:ext uri="{BB962C8B-B14F-4D97-AF65-F5344CB8AC3E}">
        <p14:creationId xmlns:p14="http://schemas.microsoft.com/office/powerpoint/2010/main" val="36220884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047" y="609600"/>
            <a:ext cx="6487955"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en-US" dirty="0"/>
              <a:t>Model-Based Reflex Agents</a:t>
            </a:r>
            <a:endParaRPr lang="id-ID" dirty="0"/>
          </a:p>
        </p:txBody>
      </p:sp>
      <p:pic>
        <p:nvPicPr>
          <p:cNvPr id="30725" name="Picture 30724" descr="Molekul">
            <a:extLst>
              <a:ext uri="{FF2B5EF4-FFF2-40B4-BE49-F238E27FC236}">
                <a16:creationId xmlns:a16="http://schemas.microsoft.com/office/drawing/2014/main" id="{B95F9C40-21AF-8010-3BCA-744673BBA5EB}"/>
              </a:ext>
            </a:extLst>
          </p:cNvPr>
          <p:cNvPicPr>
            <a:picLocks noChangeAspect="1"/>
          </p:cNvPicPr>
          <p:nvPr/>
        </p:nvPicPr>
        <p:blipFill rotWithShape="1">
          <a:blip r:embed="rId2">
            <a:duotone>
              <a:prstClr val="black"/>
              <a:schemeClr val="tx2">
                <a:tint val="45000"/>
                <a:satMod val="400000"/>
              </a:schemeClr>
            </a:duotone>
          </a:blip>
          <a:srcRect l="45262" r="28198" b="1"/>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30729" name="Isosceles Triangle 30728">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0723" name="Content Placeholder 2"/>
          <p:cNvSpPr>
            <a:spLocks noGrp="1"/>
          </p:cNvSpPr>
          <p:nvPr>
            <p:ph idx="1"/>
          </p:nvPr>
        </p:nvSpPr>
        <p:spPr>
          <a:xfrm>
            <a:off x="2786047" y="2160589"/>
            <a:ext cx="6487955" cy="3880773"/>
          </a:xfrm>
        </p:spPr>
        <p:txBody>
          <a:bodyPr vert="horz" lIns="91440" tIns="45720" rIns="91440" bIns="45720" numCol="1" anchorCtr="0" compatLnSpc="1">
            <a:prstTxWarp prst="textNoShape">
              <a:avLst/>
            </a:prstTxWarp>
            <a:normAutofit/>
          </a:bodyPr>
          <a:lstStyle/>
          <a:p>
            <a:pPr marL="357188" indent="-357188">
              <a:buFont typeface="Wingdings" panose="05000000000000000000" pitchFamily="2" charset="2"/>
              <a:buChar char="q"/>
            </a:pPr>
            <a:r>
              <a:rPr lang="en-ID" b="0"/>
              <a:t>Agen ini akan menambahkan suatu model tentang dunia yaitu pengetahuan tentang bagaimana dunianya bekerja. </a:t>
            </a:r>
          </a:p>
          <a:p>
            <a:pPr marL="357188" indent="-357188">
              <a:buFont typeface="Wingdings" panose="05000000000000000000" pitchFamily="2" charset="2"/>
              <a:buChar char="q"/>
            </a:pPr>
            <a:r>
              <a:rPr lang="en-ID" b="0"/>
              <a:t>Jadi, agen refleks berbasis model ini menjaga keadaan dunianya menggunakan model internal kemudian memilih tindakan seperti agen refleks sederhana. </a:t>
            </a:r>
          </a:p>
        </p:txBody>
      </p:sp>
      <p:sp>
        <p:nvSpPr>
          <p:cNvPr id="3" name="Slide Number Placeholder 2">
            <a:extLst>
              <a:ext uri="{FF2B5EF4-FFF2-40B4-BE49-F238E27FC236}">
                <a16:creationId xmlns:a16="http://schemas.microsoft.com/office/drawing/2014/main" id="{7F805CC6-3D4C-8176-060D-DFE4453B1D35}"/>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49</a:t>
            </a:fld>
            <a:endParaRPr lang="en-ID"/>
          </a:p>
        </p:txBody>
      </p:sp>
    </p:spTree>
    <p:extLst>
      <p:ext uri="{BB962C8B-B14F-4D97-AF65-F5344CB8AC3E}">
        <p14:creationId xmlns:p14="http://schemas.microsoft.com/office/powerpoint/2010/main" val="26065169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047" y="609600"/>
            <a:ext cx="6487955"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en-US" dirty="0"/>
              <a:t>Model-Based Reflex Agents</a:t>
            </a:r>
            <a:endParaRPr lang="id-ID" dirty="0"/>
          </a:p>
        </p:txBody>
      </p:sp>
      <p:pic>
        <p:nvPicPr>
          <p:cNvPr id="31759" name="Picture 31758" descr="Komponen elektronik dengan latar belakang putih">
            <a:extLst>
              <a:ext uri="{FF2B5EF4-FFF2-40B4-BE49-F238E27FC236}">
                <a16:creationId xmlns:a16="http://schemas.microsoft.com/office/drawing/2014/main" id="{3671CD6C-A676-B9E9-5873-F130E07C3605}"/>
              </a:ext>
            </a:extLst>
          </p:cNvPr>
          <p:cNvPicPr>
            <a:picLocks noChangeAspect="1"/>
          </p:cNvPicPr>
          <p:nvPr/>
        </p:nvPicPr>
        <p:blipFill rotWithShape="1">
          <a:blip r:embed="rId2">
            <a:duotone>
              <a:prstClr val="black"/>
              <a:schemeClr val="tx2">
                <a:tint val="45000"/>
                <a:satMod val="400000"/>
              </a:schemeClr>
            </a:duotone>
          </a:blip>
          <a:srcRect l="73460" r="1" b="1"/>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31760" name="Isosceles Triangle 31759">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1747" name="Content Placeholder 2"/>
          <p:cNvSpPr>
            <a:spLocks noGrp="1"/>
          </p:cNvSpPr>
          <p:nvPr>
            <p:ph idx="1"/>
          </p:nvPr>
        </p:nvSpPr>
        <p:spPr>
          <a:xfrm>
            <a:off x="2786047" y="2160589"/>
            <a:ext cx="6487955" cy="3880773"/>
          </a:xfrm>
        </p:spPr>
        <p:txBody>
          <a:bodyPr vert="horz" lIns="91440" tIns="45720" rIns="91440" bIns="45720" numCol="1" anchorCtr="0" compatLnSpc="1">
            <a:prstTxWarp prst="textNoShape">
              <a:avLst/>
            </a:prstTxWarp>
            <a:normAutofit/>
          </a:bodyPr>
          <a:lstStyle/>
          <a:p>
            <a:pPr marL="357188" indent="-357188">
              <a:buFont typeface="Wingdings" panose="05000000000000000000" pitchFamily="2" charset="2"/>
              <a:buChar char="q"/>
            </a:pPr>
            <a:r>
              <a:rPr lang="en-ID" b="0"/>
              <a:t>Misalkan untuk kasus agen pengendara taxi, agen tersebut hanya dapat menerima percept dari mobil dengan model terbaru saja. Jika ada mobil dengan model lama, agen tersebut tidak dapat menerima pesannya sehingga agen tersebut tidak melakukan tindakan pengereman. </a:t>
            </a:r>
          </a:p>
          <a:p>
            <a:pPr marL="357188" indent="-357188">
              <a:buFont typeface="Wingdings" panose="05000000000000000000" pitchFamily="2" charset="2"/>
              <a:buChar char="q"/>
            </a:pPr>
            <a:r>
              <a:rPr lang="en-ID" b="0"/>
              <a:t>Pada kasus ini, dibutuhkan agen refleks berbasis model yang dapat terus melakukan pelacakan terhadap lingkungan sehingga lingkungan dapat dipercept dengan baik</a:t>
            </a:r>
          </a:p>
        </p:txBody>
      </p:sp>
      <p:sp>
        <p:nvSpPr>
          <p:cNvPr id="3" name="Slide Number Placeholder 2">
            <a:extLst>
              <a:ext uri="{FF2B5EF4-FFF2-40B4-BE49-F238E27FC236}">
                <a16:creationId xmlns:a16="http://schemas.microsoft.com/office/drawing/2014/main" id="{F206C00E-4C37-8E24-E85E-C6AD47F9E792}"/>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50</a:t>
            </a:fld>
            <a:endParaRPr lang="en-ID"/>
          </a:p>
        </p:txBody>
      </p:sp>
    </p:spTree>
    <p:extLst>
      <p:ext uri="{BB962C8B-B14F-4D97-AF65-F5344CB8AC3E}">
        <p14:creationId xmlns:p14="http://schemas.microsoft.com/office/powerpoint/2010/main" val="39754161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id-ID" dirty="0"/>
              <a:t>Gambar Agen refleks berbasis model </a:t>
            </a:r>
          </a:p>
        </p:txBody>
      </p:sp>
      <p:pic>
        <p:nvPicPr>
          <p:cNvPr id="32771" name="Picture 2"/>
          <p:cNvPicPr>
            <a:picLocks noGrp="1" noChangeAspect="1"/>
          </p:cNvPicPr>
          <p:nvPr>
            <p:ph idx="1"/>
          </p:nvPr>
        </p:nvPicPr>
        <p:blipFill>
          <a:blip r:embed="rId2"/>
          <a:srcRect/>
          <a:stretch>
            <a:fillRect/>
          </a:stretch>
        </p:blipFill>
        <p:spPr>
          <a:xfrm>
            <a:off x="2279651" y="1773238"/>
            <a:ext cx="6911975" cy="4464050"/>
          </a:xfrm>
          <a:ln/>
        </p:spPr>
      </p:pic>
      <p:sp>
        <p:nvSpPr>
          <p:cNvPr id="3" name="Slide Number Placeholder 2">
            <a:extLst>
              <a:ext uri="{FF2B5EF4-FFF2-40B4-BE49-F238E27FC236}">
                <a16:creationId xmlns:a16="http://schemas.microsoft.com/office/drawing/2014/main" id="{26E195F8-2A5D-0DE9-61D1-0442D88A67BA}"/>
              </a:ext>
            </a:extLst>
          </p:cNvPr>
          <p:cNvSpPr>
            <a:spLocks noGrp="1"/>
          </p:cNvSpPr>
          <p:nvPr>
            <p:ph type="sldNum" sz="quarter" idx="12"/>
          </p:nvPr>
        </p:nvSpPr>
        <p:spPr/>
        <p:txBody>
          <a:bodyPr/>
          <a:lstStyle/>
          <a:p>
            <a:fld id="{CAD34C56-3DE2-4A4D-9227-67C03E05E467}" type="slidenum">
              <a:rPr lang="en-ID" smtClean="0"/>
              <a:t>51</a:t>
            </a:fld>
            <a:endParaRPr lang="en-ID"/>
          </a:p>
        </p:txBody>
      </p:sp>
    </p:spTree>
    <p:extLst>
      <p:ext uri="{BB962C8B-B14F-4D97-AF65-F5344CB8AC3E}">
        <p14:creationId xmlns:p14="http://schemas.microsoft.com/office/powerpoint/2010/main" val="26993169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047" y="609600"/>
            <a:ext cx="6487955"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id-ID" dirty="0"/>
              <a:t>Goal-Based Agents</a:t>
            </a:r>
          </a:p>
        </p:txBody>
      </p:sp>
      <p:pic>
        <p:nvPicPr>
          <p:cNvPr id="33797" name="Picture 33796" descr="Gulungan handuk pantai">
            <a:extLst>
              <a:ext uri="{FF2B5EF4-FFF2-40B4-BE49-F238E27FC236}">
                <a16:creationId xmlns:a16="http://schemas.microsoft.com/office/drawing/2014/main" id="{D5F2D079-E290-CBCE-8A84-DBF08F525938}"/>
              </a:ext>
            </a:extLst>
          </p:cNvPr>
          <p:cNvPicPr>
            <a:picLocks noChangeAspect="1"/>
          </p:cNvPicPr>
          <p:nvPr/>
        </p:nvPicPr>
        <p:blipFill rotWithShape="1">
          <a:blip r:embed="rId2">
            <a:duotone>
              <a:prstClr val="black"/>
              <a:schemeClr val="tx2">
                <a:tint val="45000"/>
                <a:satMod val="400000"/>
              </a:schemeClr>
            </a:duotone>
          </a:blip>
          <a:srcRect l="33737" r="39723" b="1"/>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33801" name="Isosceles Triangle 33800">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3795" name="Content Placeholder 2"/>
          <p:cNvSpPr>
            <a:spLocks noGrp="1"/>
          </p:cNvSpPr>
          <p:nvPr>
            <p:ph idx="1"/>
          </p:nvPr>
        </p:nvSpPr>
        <p:spPr>
          <a:xfrm>
            <a:off x="2786047" y="2160589"/>
            <a:ext cx="6487955" cy="3880773"/>
          </a:xfrm>
        </p:spPr>
        <p:txBody>
          <a:bodyPr vert="horz" lIns="91440" tIns="45720" rIns="91440" bIns="45720" numCol="1" anchorCtr="0" compatLnSpc="1">
            <a:prstTxWarp prst="textNoShape">
              <a:avLst/>
            </a:prstTxWarp>
            <a:normAutofit/>
          </a:bodyPr>
          <a:lstStyle/>
          <a:p>
            <a:pPr marL="357188" indent="-357188">
              <a:buFont typeface="Wingdings" panose="05000000000000000000" pitchFamily="2" charset="2"/>
              <a:buChar char="q"/>
            </a:pPr>
            <a:r>
              <a:rPr lang="en-ID" b="0"/>
              <a:t>Pengetahuan agen akan keseluruhan keadaan pada lingkungan tidak selalu cukup. </a:t>
            </a:r>
          </a:p>
          <a:p>
            <a:pPr marL="357188" indent="-357188">
              <a:buFont typeface="Wingdings" panose="05000000000000000000" pitchFamily="2" charset="2"/>
              <a:buChar char="q"/>
            </a:pPr>
            <a:r>
              <a:rPr lang="en-ID" b="0"/>
              <a:t>Suatu agen tertentu harus diberikan informasi tentang tujuan yang merupakan keadaan yang ingin dicapai oleh agen. </a:t>
            </a:r>
          </a:p>
          <a:p>
            <a:pPr marL="357188" indent="-357188">
              <a:buFont typeface="Wingdings" panose="05000000000000000000" pitchFamily="2" charset="2"/>
              <a:buChar char="q"/>
            </a:pPr>
            <a:r>
              <a:rPr lang="en-ID" b="0"/>
              <a:t>Dengan demikian, agen akan bekerja hingga mencapai tujuannya. </a:t>
            </a:r>
          </a:p>
          <a:p>
            <a:pPr marL="357188" indent="-357188">
              <a:buFont typeface="Wingdings" panose="05000000000000000000" pitchFamily="2" charset="2"/>
              <a:buChar char="q"/>
            </a:pPr>
            <a:r>
              <a:rPr lang="en-ID" b="0"/>
              <a:t>Pencarian dan perencanaan adalah dua deretan pekerjaan yang dilakukan untuk mencapai tujuan agen. </a:t>
            </a:r>
          </a:p>
          <a:p>
            <a:pPr marL="357188" indent="-357188">
              <a:buFont typeface="Wingdings" panose="05000000000000000000" pitchFamily="2" charset="2"/>
              <a:buChar char="q"/>
            </a:pPr>
            <a:r>
              <a:rPr lang="en-ID" b="0"/>
              <a:t>Agen refleks berbasis tujuan ini menambahkan informasi tentang tujuan tersebut.</a:t>
            </a:r>
          </a:p>
        </p:txBody>
      </p:sp>
      <p:sp>
        <p:nvSpPr>
          <p:cNvPr id="3" name="Slide Number Placeholder 2">
            <a:extLst>
              <a:ext uri="{FF2B5EF4-FFF2-40B4-BE49-F238E27FC236}">
                <a16:creationId xmlns:a16="http://schemas.microsoft.com/office/drawing/2014/main" id="{CAB941E6-E434-C1F2-9B6A-E4CD59392CC8}"/>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52</a:t>
            </a:fld>
            <a:endParaRPr lang="en-ID"/>
          </a:p>
        </p:txBody>
      </p:sp>
    </p:spTree>
    <p:extLst>
      <p:ext uri="{BB962C8B-B14F-4D97-AF65-F5344CB8AC3E}">
        <p14:creationId xmlns:p14="http://schemas.microsoft.com/office/powerpoint/2010/main" val="16522537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78511"/>
          </a:xfrm>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id-ID" dirty="0"/>
              <a:t>Gambar Agen refleks berbasis tujuan</a:t>
            </a:r>
          </a:p>
        </p:txBody>
      </p:sp>
      <p:pic>
        <p:nvPicPr>
          <p:cNvPr id="34819" name="Picture 2"/>
          <p:cNvPicPr>
            <a:picLocks noGrp="1" noChangeAspect="1"/>
          </p:cNvPicPr>
          <p:nvPr>
            <p:ph idx="1"/>
          </p:nvPr>
        </p:nvPicPr>
        <p:blipFill>
          <a:blip r:embed="rId2"/>
          <a:srcRect/>
          <a:stretch>
            <a:fillRect/>
          </a:stretch>
        </p:blipFill>
        <p:spPr>
          <a:xfrm>
            <a:off x="745049" y="1588896"/>
            <a:ext cx="6769100" cy="4321175"/>
          </a:xfrm>
          <a:ln/>
        </p:spPr>
      </p:pic>
      <p:sp>
        <p:nvSpPr>
          <p:cNvPr id="3" name="Slide Number Placeholder 2">
            <a:extLst>
              <a:ext uri="{FF2B5EF4-FFF2-40B4-BE49-F238E27FC236}">
                <a16:creationId xmlns:a16="http://schemas.microsoft.com/office/drawing/2014/main" id="{26407146-42A9-4B49-1740-621EE38ED344}"/>
              </a:ext>
            </a:extLst>
          </p:cNvPr>
          <p:cNvSpPr>
            <a:spLocks noGrp="1"/>
          </p:cNvSpPr>
          <p:nvPr>
            <p:ph type="sldNum" sz="quarter" idx="12"/>
          </p:nvPr>
        </p:nvSpPr>
        <p:spPr/>
        <p:txBody>
          <a:bodyPr/>
          <a:lstStyle/>
          <a:p>
            <a:fld id="{CAD34C56-3DE2-4A4D-9227-67C03E05E467}" type="slidenum">
              <a:rPr lang="en-ID" smtClean="0"/>
              <a:t>53</a:t>
            </a:fld>
            <a:endParaRPr lang="en-ID"/>
          </a:p>
        </p:txBody>
      </p:sp>
    </p:spTree>
    <p:extLst>
      <p:ext uri="{BB962C8B-B14F-4D97-AF65-F5344CB8AC3E}">
        <p14:creationId xmlns:p14="http://schemas.microsoft.com/office/powerpoint/2010/main" val="649873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047" y="609600"/>
            <a:ext cx="6487955"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id-ID" dirty="0"/>
              <a:t>Utility-Based Agents</a:t>
            </a:r>
          </a:p>
        </p:txBody>
      </p:sp>
      <p:pic>
        <p:nvPicPr>
          <p:cNvPr id="35845" name="Picture 35844" descr="Komponen elektronik dengan latar belakang putih">
            <a:extLst>
              <a:ext uri="{FF2B5EF4-FFF2-40B4-BE49-F238E27FC236}">
                <a16:creationId xmlns:a16="http://schemas.microsoft.com/office/drawing/2014/main" id="{D2882289-0A37-54AE-C1F4-A53AC18597A6}"/>
              </a:ext>
            </a:extLst>
          </p:cNvPr>
          <p:cNvPicPr>
            <a:picLocks noChangeAspect="1"/>
          </p:cNvPicPr>
          <p:nvPr/>
        </p:nvPicPr>
        <p:blipFill rotWithShape="1">
          <a:blip r:embed="rId2">
            <a:duotone>
              <a:prstClr val="black"/>
              <a:schemeClr val="tx2">
                <a:tint val="45000"/>
                <a:satMod val="400000"/>
              </a:schemeClr>
            </a:duotone>
          </a:blip>
          <a:srcRect l="73460" r="1" b="1"/>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35849" name="Isosceles Triangle 35848">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5843" name="Content Placeholder 2"/>
          <p:cNvSpPr>
            <a:spLocks noGrp="1"/>
          </p:cNvSpPr>
          <p:nvPr>
            <p:ph idx="1"/>
          </p:nvPr>
        </p:nvSpPr>
        <p:spPr>
          <a:xfrm>
            <a:off x="2786047" y="2160589"/>
            <a:ext cx="6487955" cy="3880773"/>
          </a:xfrm>
        </p:spPr>
        <p:txBody>
          <a:bodyPr vert="horz" lIns="91440" tIns="45720" rIns="91440" bIns="45720" numCol="1" anchorCtr="0" compatLnSpc="1">
            <a:prstTxWarp prst="textNoShape">
              <a:avLst/>
            </a:prstTxWarp>
            <a:normAutofit/>
          </a:bodyPr>
          <a:lstStyle/>
          <a:p>
            <a:pPr marL="357188" indent="-357188">
              <a:buFont typeface="Wingdings" panose="05000000000000000000" pitchFamily="2" charset="2"/>
              <a:buChar char="q"/>
            </a:pPr>
            <a:r>
              <a:rPr lang="en-ID" b="0"/>
              <a:t>Pencapaian tujuan pada agen tidak cukup untuk menghasilkan agen dengan tingkah laku berkualitas tinggi. </a:t>
            </a:r>
          </a:p>
          <a:p>
            <a:pPr marL="357188" indent="-357188">
              <a:buFont typeface="Wingdings" panose="05000000000000000000" pitchFamily="2" charset="2"/>
              <a:buChar char="q"/>
            </a:pPr>
            <a:r>
              <a:rPr lang="en-ID" b="0"/>
              <a:t>Sebagai contoh untuk agen pengendara taxi, ada beberapa tindakan yang dapat dilakukan oleh agen sehingga dapat mencapai tempat tujuan, namun ada yang lebih cepat, lebih aman, atau lebih murah dari yang lainnya. </a:t>
            </a:r>
          </a:p>
          <a:p>
            <a:pPr marL="357188" indent="-357188">
              <a:buFont typeface="Wingdings" panose="05000000000000000000" pitchFamily="2" charset="2"/>
              <a:buChar char="q"/>
            </a:pPr>
            <a:r>
              <a:rPr lang="en-ID" b="0"/>
              <a:t>Agen refleks berbasis tujuan tidak membedakan keadaan yang bagus dengan keadaan yang tidak bagus untuk agen. </a:t>
            </a:r>
          </a:p>
          <a:p>
            <a:pPr marL="357188" indent="-357188">
              <a:buFont typeface="Wingdings" panose="05000000000000000000" pitchFamily="2" charset="2"/>
              <a:buChar char="q"/>
            </a:pPr>
            <a:r>
              <a:rPr lang="en-ID" b="0"/>
              <a:t>Pada utility based agent diperhitungkan utility factor (kuantitatif)</a:t>
            </a:r>
          </a:p>
        </p:txBody>
      </p:sp>
      <p:sp>
        <p:nvSpPr>
          <p:cNvPr id="3" name="Slide Number Placeholder 2">
            <a:extLst>
              <a:ext uri="{FF2B5EF4-FFF2-40B4-BE49-F238E27FC236}">
                <a16:creationId xmlns:a16="http://schemas.microsoft.com/office/drawing/2014/main" id="{6172EBFA-313A-695B-3F5D-D7B7DC9516F6}"/>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54</a:t>
            </a:fld>
            <a:endParaRPr lang="en-ID"/>
          </a:p>
        </p:txBody>
      </p:sp>
    </p:spTree>
    <p:extLst>
      <p:ext uri="{BB962C8B-B14F-4D97-AF65-F5344CB8AC3E}">
        <p14:creationId xmlns:p14="http://schemas.microsoft.com/office/powerpoint/2010/main" val="19984514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id-ID" dirty="0"/>
              <a:t>Gambar Agen refleks berbasis utility</a:t>
            </a:r>
          </a:p>
        </p:txBody>
      </p:sp>
      <p:pic>
        <p:nvPicPr>
          <p:cNvPr id="36867" name="Picture 2"/>
          <p:cNvPicPr>
            <a:picLocks noGrp="1" noChangeAspect="1"/>
          </p:cNvPicPr>
          <p:nvPr>
            <p:ph idx="1"/>
          </p:nvPr>
        </p:nvPicPr>
        <p:blipFill>
          <a:blip r:embed="rId2"/>
          <a:srcRect/>
          <a:stretch>
            <a:fillRect/>
          </a:stretch>
        </p:blipFill>
        <p:spPr>
          <a:xfrm>
            <a:off x="933594" y="1806244"/>
            <a:ext cx="7127875" cy="4359275"/>
          </a:xfrm>
          <a:ln/>
        </p:spPr>
      </p:pic>
      <p:sp>
        <p:nvSpPr>
          <p:cNvPr id="3" name="Slide Number Placeholder 2">
            <a:extLst>
              <a:ext uri="{FF2B5EF4-FFF2-40B4-BE49-F238E27FC236}">
                <a16:creationId xmlns:a16="http://schemas.microsoft.com/office/drawing/2014/main" id="{23E25027-E92A-BB55-3B1A-0177AE9B08C6}"/>
              </a:ext>
            </a:extLst>
          </p:cNvPr>
          <p:cNvSpPr>
            <a:spLocks noGrp="1"/>
          </p:cNvSpPr>
          <p:nvPr>
            <p:ph type="sldNum" sz="quarter" idx="12"/>
          </p:nvPr>
        </p:nvSpPr>
        <p:spPr/>
        <p:txBody>
          <a:bodyPr/>
          <a:lstStyle/>
          <a:p>
            <a:fld id="{CAD34C56-3DE2-4A4D-9227-67C03E05E467}" type="slidenum">
              <a:rPr lang="en-ID" smtClean="0"/>
              <a:t>55</a:t>
            </a:fld>
            <a:endParaRPr lang="en-ID"/>
          </a:p>
        </p:txBody>
      </p:sp>
    </p:spTree>
    <p:extLst>
      <p:ext uri="{BB962C8B-B14F-4D97-AF65-F5344CB8AC3E}">
        <p14:creationId xmlns:p14="http://schemas.microsoft.com/office/powerpoint/2010/main" val="29478504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6047" y="609600"/>
            <a:ext cx="6487955" cy="1320800"/>
          </a:xfrm>
        </p:spPr>
        <p:txBody>
          <a:bodyPr vert="horz" lIns="91440" tIns="45720" rIns="91440" bIns="45720" numCol="1" rtlCol="0" anchorCtr="0" compatLnSpc="1">
            <a:prstTxWarp prst="textNoShape">
              <a:avLst/>
            </a:prstTxWarp>
            <a:normAutofit/>
          </a:bodyPr>
          <a:lstStyle/>
          <a:p>
            <a:pPr fontAlgn="auto">
              <a:spcAft>
                <a:spcPts val="0"/>
              </a:spcAft>
              <a:defRPr/>
            </a:pPr>
            <a:r>
              <a:rPr lang="id-ID" dirty="0"/>
              <a:t>Learning agents</a:t>
            </a:r>
          </a:p>
        </p:txBody>
      </p:sp>
      <p:pic>
        <p:nvPicPr>
          <p:cNvPr id="37893" name="Picture 37892" descr="Penampang batang tanaman di bawah mikroskop">
            <a:extLst>
              <a:ext uri="{FF2B5EF4-FFF2-40B4-BE49-F238E27FC236}">
                <a16:creationId xmlns:a16="http://schemas.microsoft.com/office/drawing/2014/main" id="{F604F50C-21D6-B05D-AF06-CD23CCB61D24}"/>
              </a:ext>
            </a:extLst>
          </p:cNvPr>
          <p:cNvPicPr>
            <a:picLocks noChangeAspect="1"/>
          </p:cNvPicPr>
          <p:nvPr/>
        </p:nvPicPr>
        <p:blipFill rotWithShape="1">
          <a:blip r:embed="rId2">
            <a:duotone>
              <a:prstClr val="black"/>
              <a:schemeClr val="tx2">
                <a:tint val="45000"/>
                <a:satMod val="400000"/>
              </a:schemeClr>
            </a:duotone>
          </a:blip>
          <a:srcRect l="41340" r="32120" b="1"/>
          <a:stretch/>
        </p:blipFill>
        <p:spPr>
          <a:xfrm>
            <a:off x="20" y="10"/>
            <a:ext cx="2734036" cy="6876278"/>
          </a:xfrm>
          <a:custGeom>
            <a:avLst/>
            <a:gdLst/>
            <a:ahLst/>
            <a:cxnLst/>
            <a:rect l="l" t="t" r="r" b="b"/>
            <a:pathLst>
              <a:path w="2734056" h="6858000">
                <a:moveTo>
                  <a:pt x="0" y="0"/>
                </a:moveTo>
                <a:lnTo>
                  <a:pt x="1674254" y="0"/>
                </a:lnTo>
                <a:lnTo>
                  <a:pt x="2734056" y="6850199"/>
                </a:lnTo>
                <a:lnTo>
                  <a:pt x="2734056" y="6858000"/>
                </a:lnTo>
                <a:lnTo>
                  <a:pt x="842596" y="6858000"/>
                </a:lnTo>
                <a:lnTo>
                  <a:pt x="0" y="1191846"/>
                </a:lnTo>
                <a:close/>
              </a:path>
            </a:pathLst>
          </a:custGeom>
        </p:spPr>
      </p:pic>
      <p:sp>
        <p:nvSpPr>
          <p:cNvPr id="37897" name="Isosceles Triangle 37896">
            <a:extLst>
              <a:ext uri="{FF2B5EF4-FFF2-40B4-BE49-F238E27FC236}">
                <a16:creationId xmlns:a16="http://schemas.microsoft.com/office/drawing/2014/main" id="{518E5A25-92C5-4F27-8E26-0AAAB0CDC8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191846"/>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D"/>
          </a:p>
        </p:txBody>
      </p:sp>
      <p:sp>
        <p:nvSpPr>
          <p:cNvPr id="37891" name="Content Placeholder 2"/>
          <p:cNvSpPr>
            <a:spLocks noGrp="1"/>
          </p:cNvSpPr>
          <p:nvPr>
            <p:ph idx="1"/>
          </p:nvPr>
        </p:nvSpPr>
        <p:spPr>
          <a:xfrm>
            <a:off x="2786047" y="2160589"/>
            <a:ext cx="6487955" cy="3880773"/>
          </a:xfrm>
        </p:spPr>
        <p:txBody>
          <a:bodyPr vert="horz" lIns="91440" tIns="45720" rIns="91440" bIns="45720" numCol="1" anchorCtr="0" compatLnSpc="1">
            <a:prstTxWarp prst="textNoShape">
              <a:avLst/>
            </a:prstTxWarp>
            <a:normAutofit/>
          </a:bodyPr>
          <a:lstStyle/>
          <a:p>
            <a:pPr marL="357188" indent="-357188">
              <a:buFont typeface="Wingdings" panose="05000000000000000000" pitchFamily="2" charset="2"/>
              <a:buChar char="q"/>
            </a:pPr>
            <a:r>
              <a:rPr lang="en-ID" b="0"/>
              <a:t>Learning agents belajar dari pengalaman, meningkatkan kinerja </a:t>
            </a:r>
          </a:p>
          <a:p>
            <a:pPr marL="357188" indent="-357188">
              <a:buFont typeface="Wingdings" panose="05000000000000000000" pitchFamily="2" charset="2"/>
              <a:buChar char="q"/>
            </a:pPr>
            <a:r>
              <a:rPr lang="en-ID" b="0"/>
              <a:t>Bertanggung jawab untuk membuat perbaikan </a:t>
            </a:r>
          </a:p>
          <a:p>
            <a:pPr marL="357188" indent="-357188">
              <a:buFont typeface="Wingdings" panose="05000000000000000000" pitchFamily="2" charset="2"/>
              <a:buChar char="q"/>
            </a:pPr>
            <a:r>
              <a:rPr lang="en-ID" b="0"/>
              <a:t>Elemen kinerja bertanggung jawab untuk memilih tindakan eksternal</a:t>
            </a:r>
          </a:p>
          <a:p>
            <a:pPr marL="357188" indent="-357188">
              <a:buFont typeface="Wingdings" panose="05000000000000000000" pitchFamily="2" charset="2"/>
              <a:buChar char="q"/>
            </a:pPr>
            <a:r>
              <a:rPr lang="en-ID" b="0"/>
              <a:t>Kritikus memberikan umpan balik tentang bagaimana agen bekerja</a:t>
            </a:r>
          </a:p>
        </p:txBody>
      </p:sp>
      <p:sp>
        <p:nvSpPr>
          <p:cNvPr id="3" name="Slide Number Placeholder 2">
            <a:extLst>
              <a:ext uri="{FF2B5EF4-FFF2-40B4-BE49-F238E27FC236}">
                <a16:creationId xmlns:a16="http://schemas.microsoft.com/office/drawing/2014/main" id="{32124C30-6DC3-3F1D-9635-1625E1E8F499}"/>
              </a:ext>
            </a:extLst>
          </p:cNvPr>
          <p:cNvSpPr>
            <a:spLocks noGrp="1"/>
          </p:cNvSpPr>
          <p:nvPr>
            <p:ph type="sldNum" sz="quarter" idx="12"/>
          </p:nvPr>
        </p:nvSpPr>
        <p:spPr>
          <a:xfrm>
            <a:off x="8590663" y="6041362"/>
            <a:ext cx="683339" cy="365125"/>
          </a:xfrm>
        </p:spPr>
        <p:txBody>
          <a:bodyPr>
            <a:normAutofit/>
          </a:bodyPr>
          <a:lstStyle/>
          <a:p>
            <a:pPr>
              <a:spcAft>
                <a:spcPts val="600"/>
              </a:spcAft>
            </a:pPr>
            <a:fld id="{CAD34C56-3DE2-4A4D-9227-67C03E05E467}" type="slidenum">
              <a:rPr lang="en-ID" smtClean="0"/>
              <a:pPr>
                <a:spcAft>
                  <a:spcPts val="600"/>
                </a:spcAft>
              </a:pPr>
              <a:t>56</a:t>
            </a:fld>
            <a:endParaRPr lang="en-ID"/>
          </a:p>
        </p:txBody>
      </p:sp>
    </p:spTree>
    <p:extLst>
      <p:ext uri="{BB962C8B-B14F-4D97-AF65-F5344CB8AC3E}">
        <p14:creationId xmlns:p14="http://schemas.microsoft.com/office/powerpoint/2010/main" val="39040145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91440" tIns="45720" rIns="91440" bIns="45720" numCol="1" rtlCol="0" anchor="ctr" anchorCtr="0" compatLnSpc="1">
            <a:prstTxWarp prst="textNoShape">
              <a:avLst/>
            </a:prstTxWarp>
            <a:noAutofit/>
          </a:bodyPr>
          <a:lstStyle/>
          <a:p>
            <a:pPr fontAlgn="auto">
              <a:spcAft>
                <a:spcPts val="0"/>
              </a:spcAft>
              <a:defRPr/>
            </a:pPr>
            <a:r>
              <a:rPr lang="id-ID" dirty="0"/>
              <a:t>Gambar Learning agents</a:t>
            </a:r>
          </a:p>
        </p:txBody>
      </p:sp>
      <p:pic>
        <p:nvPicPr>
          <p:cNvPr id="38915" name="Picture 2"/>
          <p:cNvPicPr>
            <a:picLocks noGrp="1" noChangeAspect="1"/>
          </p:cNvPicPr>
          <p:nvPr>
            <p:ph idx="1"/>
          </p:nvPr>
        </p:nvPicPr>
        <p:blipFill>
          <a:blip r:embed="rId2"/>
          <a:srcRect/>
          <a:stretch>
            <a:fillRect/>
          </a:stretch>
        </p:blipFill>
        <p:spPr>
          <a:xfrm>
            <a:off x="2208213" y="1484314"/>
            <a:ext cx="6983412" cy="4681537"/>
          </a:xfrm>
          <a:ln/>
        </p:spPr>
      </p:pic>
      <p:sp>
        <p:nvSpPr>
          <p:cNvPr id="3" name="Slide Number Placeholder 2">
            <a:extLst>
              <a:ext uri="{FF2B5EF4-FFF2-40B4-BE49-F238E27FC236}">
                <a16:creationId xmlns:a16="http://schemas.microsoft.com/office/drawing/2014/main" id="{6C03001B-191C-520D-7846-6D8AAB032DE9}"/>
              </a:ext>
            </a:extLst>
          </p:cNvPr>
          <p:cNvSpPr>
            <a:spLocks noGrp="1"/>
          </p:cNvSpPr>
          <p:nvPr>
            <p:ph type="sldNum" sz="quarter" idx="12"/>
          </p:nvPr>
        </p:nvSpPr>
        <p:spPr/>
        <p:txBody>
          <a:bodyPr/>
          <a:lstStyle/>
          <a:p>
            <a:fld id="{CAD34C56-3DE2-4A4D-9227-67C03E05E467}" type="slidenum">
              <a:rPr lang="en-ID" smtClean="0"/>
              <a:t>57</a:t>
            </a:fld>
            <a:endParaRPr lang="en-ID"/>
          </a:p>
        </p:txBody>
      </p:sp>
    </p:spTree>
    <p:extLst>
      <p:ext uri="{BB962C8B-B14F-4D97-AF65-F5344CB8AC3E}">
        <p14:creationId xmlns:p14="http://schemas.microsoft.com/office/powerpoint/2010/main" val="174004251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Custom 17">
      <a:majorFont>
        <a:latin typeface="Abadi"/>
        <a:ea typeface=""/>
        <a:cs typeface=""/>
      </a:majorFont>
      <a:minorFont>
        <a:latin typeface="Abadi"/>
        <a:ea typeface=""/>
        <a:cs typeface=""/>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51</TotalTime>
  <Words>2722</Words>
  <Application>Microsoft Office PowerPoint</Application>
  <PresentationFormat>Widescreen</PresentationFormat>
  <Paragraphs>392</Paragraphs>
  <Slides>57</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Abadi</vt:lpstr>
      <vt:lpstr>Arial</vt:lpstr>
      <vt:lpstr>Calibri</vt:lpstr>
      <vt:lpstr>Cambria</vt:lpstr>
      <vt:lpstr>Cambria Math</vt:lpstr>
      <vt:lpstr>Courier New</vt:lpstr>
      <vt:lpstr>Wingdings</vt:lpstr>
      <vt:lpstr>Wingdings 3</vt:lpstr>
      <vt:lpstr>Facet</vt:lpstr>
      <vt:lpstr>Intelligent agent</vt:lpstr>
      <vt:lpstr>Tujuan Pembelajaran</vt:lpstr>
      <vt:lpstr>Outline</vt:lpstr>
      <vt:lpstr>Apa itu agen?</vt:lpstr>
      <vt:lpstr>Konsep Agen</vt:lpstr>
      <vt:lpstr>Konsep Agen</vt:lpstr>
      <vt:lpstr>Konsep Agen : Sensor</vt:lpstr>
      <vt:lpstr>Konsep Agen : Actuator - penggerak</vt:lpstr>
      <vt:lpstr>Konsep Agen</vt:lpstr>
      <vt:lpstr>Konsep Agen</vt:lpstr>
      <vt:lpstr>Agen Cerdas</vt:lpstr>
      <vt:lpstr>Konsep Rational Agent</vt:lpstr>
      <vt:lpstr>Rational Agent</vt:lpstr>
      <vt:lpstr>Task environment</vt:lpstr>
      <vt:lpstr>Contoh : Agen Taksi otomatis</vt:lpstr>
      <vt:lpstr>Contoh : Medical diagnosis system</vt:lpstr>
      <vt:lpstr>Contoh : Robot pabrik penjamin mutu</vt:lpstr>
      <vt:lpstr>Contoh : Robot pabrik penjamin mutu</vt:lpstr>
      <vt:lpstr>Contoh : Interactive English Tutor</vt:lpstr>
      <vt:lpstr>Contoh : Interactive English Tutor</vt:lpstr>
      <vt:lpstr>Jenis Lingkungan</vt:lpstr>
      <vt:lpstr>Jenis Lingkungan</vt:lpstr>
      <vt:lpstr>Jenis Lingkungan</vt:lpstr>
      <vt:lpstr>Jenis Lingkungan</vt:lpstr>
      <vt:lpstr>Jenis Lingkungan</vt:lpstr>
      <vt:lpstr>Jenis Lingkungan</vt:lpstr>
      <vt:lpstr>Jenis Lingkungan</vt:lpstr>
      <vt:lpstr>Contoh: Jenis Lingkungan</vt:lpstr>
      <vt:lpstr>Rancangan Agen cerdas</vt:lpstr>
      <vt:lpstr>Rancangan Agen cerdas</vt:lpstr>
      <vt:lpstr>Rancangan Agen cerdas</vt:lpstr>
      <vt:lpstr>Rancangan Agen cerdas</vt:lpstr>
      <vt:lpstr>Struktur Sebuah Agen</vt:lpstr>
      <vt:lpstr>Contoh: VacuumCleanerWorld</vt:lpstr>
      <vt:lpstr>Contoh: VacuumCleanerWorld</vt:lpstr>
      <vt:lpstr>Contoh Agen : AgenRajinTM</vt:lpstr>
      <vt:lpstr>Contoh Agen lainnya : AgenMalasTM</vt:lpstr>
      <vt:lpstr>Contoh</vt:lpstr>
      <vt:lpstr>Karakteristik Agen</vt:lpstr>
      <vt:lpstr>Karakteristik Agen</vt:lpstr>
      <vt:lpstr>Karakteristik Agen</vt:lpstr>
      <vt:lpstr>Karakteristik Agen</vt:lpstr>
      <vt:lpstr>Arsitektur Agen</vt:lpstr>
      <vt:lpstr>Arsitektur Agen</vt:lpstr>
      <vt:lpstr>Arsitektur Agen</vt:lpstr>
      <vt:lpstr>Tipe Agen</vt:lpstr>
      <vt:lpstr>Simple Reflex Agents</vt:lpstr>
      <vt:lpstr>Gambar Agen refleks sederhana</vt:lpstr>
      <vt:lpstr>Model-Based Reflex Agents</vt:lpstr>
      <vt:lpstr>Model-Based Reflex Agents</vt:lpstr>
      <vt:lpstr>Gambar Agen refleks berbasis model </vt:lpstr>
      <vt:lpstr>Goal-Based Agents</vt:lpstr>
      <vt:lpstr>Gambar Agen refleks berbasis tujuan</vt:lpstr>
      <vt:lpstr>Utility-Based Agents</vt:lpstr>
      <vt:lpstr>Gambar Agen refleks berbasis utility</vt:lpstr>
      <vt:lpstr>Learning agents</vt:lpstr>
      <vt:lpstr>Gambar Learning agents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Intelligence agent</dc:title>
  <dc:creator>wiharto</dc:creator>
  <cp:lastModifiedBy>wiharto</cp:lastModifiedBy>
  <cp:revision>1</cp:revision>
  <dcterms:created xsi:type="dcterms:W3CDTF">2024-02-25T23:14:56Z</dcterms:created>
  <dcterms:modified xsi:type="dcterms:W3CDTF">2024-02-27T05:59:31Z</dcterms:modified>
</cp:coreProperties>
</file>